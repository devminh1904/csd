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5"/>
    <p:sldMasterId id="2147483679"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Lst>
  <p:sldSz cy="5143500" cx="9144000"/>
  <p:notesSz cx="6858000" cy="9144000"/>
  <p:embeddedFontLst>
    <p:embeddedFont>
      <p:font typeface="Proxima Nova"/>
      <p:regular r:id="rId84"/>
      <p:bold r:id="rId85"/>
      <p:italic r:id="rId86"/>
      <p:boldItalic r:id="rId87"/>
    </p:embeddedFont>
    <p:embeddedFont>
      <p:font typeface="Roboto Medium"/>
      <p:regular r:id="rId88"/>
      <p:bold r:id="rId89"/>
      <p:italic r:id="rId90"/>
      <p:boldItalic r:id="rId91"/>
    </p:embeddedFont>
    <p:embeddedFont>
      <p:font typeface="Inconsolata"/>
      <p:regular r:id="rId92"/>
      <p:bold r:id="rId93"/>
    </p:embeddedFont>
    <p:embeddedFont>
      <p:font typeface="Amatic SC"/>
      <p:regular r:id="rId94"/>
      <p:bold r:id="rId95"/>
    </p:embeddedFont>
    <p:embeddedFont>
      <p:font typeface="Cabin"/>
      <p:regular r:id="rId96"/>
      <p:bold r:id="rId97"/>
      <p:italic r:id="rId98"/>
      <p:boldItalic r:id="rId99"/>
    </p:embeddedFont>
    <p:embeddedFont>
      <p:font typeface="Proxima Nova Semibold"/>
      <p:regular r:id="rId100"/>
      <p:bold r:id="rId101"/>
      <p:boldItalic r:id="rId102"/>
    </p:embeddedFont>
    <p:embeddedFont>
      <p:font typeface="Inconsolata Medium"/>
      <p:regular r:id="rId103"/>
      <p:bold r:id="rId10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925B925-6424-4EE7-B8B9-3DFDC417F669}">
  <a:tblStyle styleId="{3925B925-6424-4EE7-B8B9-3DFDC417F669}"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5825E6B-3B81-45D3-B5BE-92BBCED2F58C}"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4" Type="http://schemas.openxmlformats.org/officeDocument/2006/relationships/font" Target="fonts/InconsolataMedium-bold.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InconsolataMedium-regular.fntdata"/><Relationship Id="rId102" Type="http://schemas.openxmlformats.org/officeDocument/2006/relationships/font" Target="fonts/ProximaNovaSemibold-boldItalic.fntdata"/><Relationship Id="rId101" Type="http://schemas.openxmlformats.org/officeDocument/2006/relationships/font" Target="fonts/ProximaNovaSemibold-bold.fntdata"/><Relationship Id="rId100" Type="http://schemas.openxmlformats.org/officeDocument/2006/relationships/font" Target="fonts/ProximaNovaSemibold-regular.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AmaticSC-bold.fntdata"/><Relationship Id="rId94" Type="http://schemas.openxmlformats.org/officeDocument/2006/relationships/font" Target="fonts/AmaticSC-regular.fntdata"/><Relationship Id="rId97" Type="http://schemas.openxmlformats.org/officeDocument/2006/relationships/font" Target="fonts/Cabin-bold.fntdata"/><Relationship Id="rId96" Type="http://schemas.openxmlformats.org/officeDocument/2006/relationships/font" Target="fonts/Cabin-regular.fntdata"/><Relationship Id="rId11" Type="http://schemas.openxmlformats.org/officeDocument/2006/relationships/slide" Target="slides/slide4.xml"/><Relationship Id="rId99" Type="http://schemas.openxmlformats.org/officeDocument/2006/relationships/font" Target="fonts/Cabin-boldItalic.fntdata"/><Relationship Id="rId10" Type="http://schemas.openxmlformats.org/officeDocument/2006/relationships/slide" Target="slides/slide3.xml"/><Relationship Id="rId98" Type="http://schemas.openxmlformats.org/officeDocument/2006/relationships/font" Target="fonts/Cabin-italic.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RobotoMedium-boldItalic.fntdata"/><Relationship Id="rId90" Type="http://schemas.openxmlformats.org/officeDocument/2006/relationships/font" Target="fonts/RobotoMedium-italic.fntdata"/><Relationship Id="rId93" Type="http://schemas.openxmlformats.org/officeDocument/2006/relationships/font" Target="fonts/Inconsolata-bold.fntdata"/><Relationship Id="rId92" Type="http://schemas.openxmlformats.org/officeDocument/2006/relationships/font" Target="fonts/Inconsolata-regular.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ProximaNova-regular.fntdata"/><Relationship Id="rId83" Type="http://schemas.openxmlformats.org/officeDocument/2006/relationships/slide" Target="slides/slide76.xml"/><Relationship Id="rId86" Type="http://schemas.openxmlformats.org/officeDocument/2006/relationships/font" Target="fonts/ProximaNova-italic.fntdata"/><Relationship Id="rId85" Type="http://schemas.openxmlformats.org/officeDocument/2006/relationships/font" Target="fonts/ProximaNova-bold.fntdata"/><Relationship Id="rId88" Type="http://schemas.openxmlformats.org/officeDocument/2006/relationships/font" Target="fonts/RobotoMedium-regular.fntdata"/><Relationship Id="rId87" Type="http://schemas.openxmlformats.org/officeDocument/2006/relationships/font" Target="fonts/ProximaNova-boldItalic.fntdata"/><Relationship Id="rId89" Type="http://schemas.openxmlformats.org/officeDocument/2006/relationships/font" Target="fonts/RobotoMedium-bold.fntdata"/><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127ae41f31c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127ae41f31c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aeb8f32df7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aeb8f32df7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2aeb8f32df7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2aeb8f32df7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2aeb8f32df7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2aeb8f32df7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2aeb8f32df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2aeb8f32df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2aeb8f32df7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2aeb8f32df7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 name="Shape 578"/>
        <p:cNvGrpSpPr/>
        <p:nvPr/>
      </p:nvGrpSpPr>
      <p:grpSpPr>
        <a:xfrm>
          <a:off x="0" y="0"/>
          <a:ext cx="0" cy="0"/>
          <a:chOff x="0" y="0"/>
          <a:chExt cx="0" cy="0"/>
        </a:xfrm>
      </p:grpSpPr>
      <p:sp>
        <p:nvSpPr>
          <p:cNvPr id="579" name="Google Shape;579;g2aeb8f32df7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 name="Google Shape;580;g2aeb8f32df7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2aeb8f32df7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2aeb8f32df7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2aeb8f32df7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2aeb8f32df7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2aeb8f32df7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2aeb8f32df7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2aeb8f32df7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2aeb8f32df7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2aeb8f32df7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2aeb8f32df7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2aeb8f32df7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2aeb8f32df7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2aeb8f32df7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2aeb8f32df7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2aeb8f32df7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2aeb8f32df7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aeb8f32df7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aeb8f32df7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g2aeb8f32df7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2aeb8f32df7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2aeb8f32df7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2aeb8f32df7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2aeb8f32df7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2aeb8f32df7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2aeb8f32df7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2aeb8f32df7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 name="Shape 690"/>
        <p:cNvGrpSpPr/>
        <p:nvPr/>
      </p:nvGrpSpPr>
      <p:grpSpPr>
        <a:xfrm>
          <a:off x="0" y="0"/>
          <a:ext cx="0" cy="0"/>
          <a:chOff x="0" y="0"/>
          <a:chExt cx="0" cy="0"/>
        </a:xfrm>
      </p:grpSpPr>
      <p:sp>
        <p:nvSpPr>
          <p:cNvPr id="691" name="Google Shape;691;g2aeb8f32df7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 name="Google Shape;692;g2aeb8f32df7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2aeb8f32df7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2aeb8f32df7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2aeb8f32df7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2aeb8f32df7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 name="Shape 710"/>
        <p:cNvGrpSpPr/>
        <p:nvPr/>
      </p:nvGrpSpPr>
      <p:grpSpPr>
        <a:xfrm>
          <a:off x="0" y="0"/>
          <a:ext cx="0" cy="0"/>
          <a:chOff x="0" y="0"/>
          <a:chExt cx="0" cy="0"/>
        </a:xfrm>
      </p:grpSpPr>
      <p:sp>
        <p:nvSpPr>
          <p:cNvPr id="711" name="Google Shape;711;g2aeb8f32df7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2" name="Google Shape;712;g2aeb8f32df7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 name="Shape 716"/>
        <p:cNvGrpSpPr/>
        <p:nvPr/>
      </p:nvGrpSpPr>
      <p:grpSpPr>
        <a:xfrm>
          <a:off x="0" y="0"/>
          <a:ext cx="0" cy="0"/>
          <a:chOff x="0" y="0"/>
          <a:chExt cx="0" cy="0"/>
        </a:xfrm>
      </p:grpSpPr>
      <p:sp>
        <p:nvSpPr>
          <p:cNvPr id="717" name="Google Shape;717;g2aeb8f32df7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 name="Google Shape;718;g2aeb8f32df7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2aeb8f32df7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2aeb8f32df7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g2aeb8f32df7_0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 name="Google Shape;730;g2aeb8f32df7_0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 name="Shape 733"/>
        <p:cNvGrpSpPr/>
        <p:nvPr/>
      </p:nvGrpSpPr>
      <p:grpSpPr>
        <a:xfrm>
          <a:off x="0" y="0"/>
          <a:ext cx="0" cy="0"/>
          <a:chOff x="0" y="0"/>
          <a:chExt cx="0" cy="0"/>
        </a:xfrm>
      </p:grpSpPr>
      <p:sp>
        <p:nvSpPr>
          <p:cNvPr id="734" name="Google Shape;734;g2aeb8f32df7_0_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 name="Google Shape;735;g2aeb8f32df7_0_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 name="Shape 740"/>
        <p:cNvGrpSpPr/>
        <p:nvPr/>
      </p:nvGrpSpPr>
      <p:grpSpPr>
        <a:xfrm>
          <a:off x="0" y="0"/>
          <a:ext cx="0" cy="0"/>
          <a:chOff x="0" y="0"/>
          <a:chExt cx="0" cy="0"/>
        </a:xfrm>
      </p:grpSpPr>
      <p:sp>
        <p:nvSpPr>
          <p:cNvPr id="741" name="Google Shape;741;g2aeb8f32df7_0_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 name="Google Shape;742;g2aeb8f32df7_0_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2aeb8f32df7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2aeb8f32df7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2aeb8f32df7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2aeb8f32df7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aeb8f32df7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aeb8f32df7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2aeb8f32df7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2aeb8f32df7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aeb8f32df7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aeb8f32df7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 name="Shape 775"/>
        <p:cNvGrpSpPr/>
        <p:nvPr/>
      </p:nvGrpSpPr>
      <p:grpSpPr>
        <a:xfrm>
          <a:off x="0" y="0"/>
          <a:ext cx="0" cy="0"/>
          <a:chOff x="0" y="0"/>
          <a:chExt cx="0" cy="0"/>
        </a:xfrm>
      </p:grpSpPr>
      <p:sp>
        <p:nvSpPr>
          <p:cNvPr id="776" name="Google Shape;776;g2aeb8f32df7_0_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 name="Google Shape;777;g2aeb8f32df7_0_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 name="Shape 781"/>
        <p:cNvGrpSpPr/>
        <p:nvPr/>
      </p:nvGrpSpPr>
      <p:grpSpPr>
        <a:xfrm>
          <a:off x="0" y="0"/>
          <a:ext cx="0" cy="0"/>
          <a:chOff x="0" y="0"/>
          <a:chExt cx="0" cy="0"/>
        </a:xfrm>
      </p:grpSpPr>
      <p:sp>
        <p:nvSpPr>
          <p:cNvPr id="782" name="Google Shape;782;g2aeb8f32df7_0_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 name="Google Shape;783;g2aeb8f32df7_0_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2aeb8f32df7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2aeb8f32df7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23315420f41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23315420f41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 name="Shape 820"/>
        <p:cNvGrpSpPr/>
        <p:nvPr/>
      </p:nvGrpSpPr>
      <p:grpSpPr>
        <a:xfrm>
          <a:off x="0" y="0"/>
          <a:ext cx="0" cy="0"/>
          <a:chOff x="0" y="0"/>
          <a:chExt cx="0" cy="0"/>
        </a:xfrm>
      </p:grpSpPr>
      <p:sp>
        <p:nvSpPr>
          <p:cNvPr id="821" name="Google Shape;821;g99f2f57a71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 name="Google Shape;822;g99f2f57a71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13e65845f0e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13e65845f0e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g99f2f57a7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 name="Google Shape;845;g99f2f57a7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 name="Shape 858"/>
        <p:cNvGrpSpPr/>
        <p:nvPr/>
      </p:nvGrpSpPr>
      <p:grpSpPr>
        <a:xfrm>
          <a:off x="0" y="0"/>
          <a:ext cx="0" cy="0"/>
          <a:chOff x="0" y="0"/>
          <a:chExt cx="0" cy="0"/>
        </a:xfrm>
      </p:grpSpPr>
      <p:sp>
        <p:nvSpPr>
          <p:cNvPr id="859" name="Google Shape;859;g22ce3930b2b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0" name="Google Shape;860;g22ce3930b2b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 name="Shape 891"/>
        <p:cNvGrpSpPr/>
        <p:nvPr/>
      </p:nvGrpSpPr>
      <p:grpSpPr>
        <a:xfrm>
          <a:off x="0" y="0"/>
          <a:ext cx="0" cy="0"/>
          <a:chOff x="0" y="0"/>
          <a:chExt cx="0" cy="0"/>
        </a:xfrm>
      </p:grpSpPr>
      <p:sp>
        <p:nvSpPr>
          <p:cNvPr id="892" name="Google Shape;892;gbd6c00e730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 name="Google Shape;893;gbd6c00e730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1e4d34dcc8b_1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1e4d34dcc8b_1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22ce3930b2b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22ce3930b2b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 name="Shape 919"/>
        <p:cNvGrpSpPr/>
        <p:nvPr/>
      </p:nvGrpSpPr>
      <p:grpSpPr>
        <a:xfrm>
          <a:off x="0" y="0"/>
          <a:ext cx="0" cy="0"/>
          <a:chOff x="0" y="0"/>
          <a:chExt cx="0" cy="0"/>
        </a:xfrm>
      </p:grpSpPr>
      <p:sp>
        <p:nvSpPr>
          <p:cNvPr id="920" name="Google Shape;920;g22ce3930b2b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 name="Google Shape;921;g22ce3930b2b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1e4d34dcc8b_1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1e4d34dcc8b_1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13e65845f0e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13e65845f0e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 name="Shape 956"/>
        <p:cNvGrpSpPr/>
        <p:nvPr/>
      </p:nvGrpSpPr>
      <p:grpSpPr>
        <a:xfrm>
          <a:off x="0" y="0"/>
          <a:ext cx="0" cy="0"/>
          <a:chOff x="0" y="0"/>
          <a:chExt cx="0" cy="0"/>
        </a:xfrm>
      </p:grpSpPr>
      <p:sp>
        <p:nvSpPr>
          <p:cNvPr id="957" name="Google Shape;957;g13e65845f0e_1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 name="Google Shape;958;g13e65845f0e_1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gbd6c00e73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 name="Google Shape;975;gbd6c00e73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22ce3930b2b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22ce3930b2b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 name="Shape 1009"/>
        <p:cNvGrpSpPr/>
        <p:nvPr/>
      </p:nvGrpSpPr>
      <p:grpSpPr>
        <a:xfrm>
          <a:off x="0" y="0"/>
          <a:ext cx="0" cy="0"/>
          <a:chOff x="0" y="0"/>
          <a:chExt cx="0" cy="0"/>
        </a:xfrm>
      </p:grpSpPr>
      <p:sp>
        <p:nvSpPr>
          <p:cNvPr id="1010" name="Google Shape;1010;g22ce3930b2b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 name="Google Shape;1011;g22ce3930b2b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22ce3930b2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22ce3930b2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 name="Shape 1037"/>
        <p:cNvGrpSpPr/>
        <p:nvPr/>
      </p:nvGrpSpPr>
      <p:grpSpPr>
        <a:xfrm>
          <a:off x="0" y="0"/>
          <a:ext cx="0" cy="0"/>
          <a:chOff x="0" y="0"/>
          <a:chExt cx="0" cy="0"/>
        </a:xfrm>
      </p:grpSpPr>
      <p:sp>
        <p:nvSpPr>
          <p:cNvPr id="1038" name="Google Shape;1038;g22ce3930b2b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 name="Google Shape;1039;g22ce3930b2b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g99f2f57a71_0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 name="Google Shape;1045;g99f2f57a71_0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gf8f549bcb1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 name="Google Shape;1073;gf8f549bcb1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 name="Shape 1092"/>
        <p:cNvGrpSpPr/>
        <p:nvPr/>
      </p:nvGrpSpPr>
      <p:grpSpPr>
        <a:xfrm>
          <a:off x="0" y="0"/>
          <a:ext cx="0" cy="0"/>
          <a:chOff x="0" y="0"/>
          <a:chExt cx="0" cy="0"/>
        </a:xfrm>
      </p:grpSpPr>
      <p:sp>
        <p:nvSpPr>
          <p:cNvPr id="1093" name="Google Shape;1093;g133af9c8440_1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 name="Google Shape;1094;g133af9c8440_1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258a478b430_1_8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258a478b430_1_8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 name="Shape 1105"/>
        <p:cNvGrpSpPr/>
        <p:nvPr/>
      </p:nvGrpSpPr>
      <p:grpSpPr>
        <a:xfrm>
          <a:off x="0" y="0"/>
          <a:ext cx="0" cy="0"/>
          <a:chOff x="0" y="0"/>
          <a:chExt cx="0" cy="0"/>
        </a:xfrm>
      </p:grpSpPr>
      <p:sp>
        <p:nvSpPr>
          <p:cNvPr id="1106" name="Google Shape;1106;g258a478b430_1_8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 name="Google Shape;1107;g258a478b430_1_8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 name="Shape 1111"/>
        <p:cNvGrpSpPr/>
        <p:nvPr/>
      </p:nvGrpSpPr>
      <p:grpSpPr>
        <a:xfrm>
          <a:off x="0" y="0"/>
          <a:ext cx="0" cy="0"/>
          <a:chOff x="0" y="0"/>
          <a:chExt cx="0" cy="0"/>
        </a:xfrm>
      </p:grpSpPr>
      <p:sp>
        <p:nvSpPr>
          <p:cNvPr id="1112" name="Google Shape;1112;g258a478b430_1_8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 name="Google Shape;1113;g258a478b430_1_8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258a478b430_1_8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258a478b430_1_8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258a478b430_1_8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258a478b430_1_8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 name="Shape 1482"/>
        <p:cNvGrpSpPr/>
        <p:nvPr/>
      </p:nvGrpSpPr>
      <p:grpSpPr>
        <a:xfrm>
          <a:off x="0" y="0"/>
          <a:ext cx="0" cy="0"/>
          <a:chOff x="0" y="0"/>
          <a:chExt cx="0" cy="0"/>
        </a:xfrm>
      </p:grpSpPr>
      <p:sp>
        <p:nvSpPr>
          <p:cNvPr id="1483" name="Google Shape;1483;g258a478b430_1_9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4" name="Google Shape;1484;g258a478b430_1_9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3" name="Shape 3683"/>
        <p:cNvGrpSpPr/>
        <p:nvPr/>
      </p:nvGrpSpPr>
      <p:grpSpPr>
        <a:xfrm>
          <a:off x="0" y="0"/>
          <a:ext cx="0" cy="0"/>
          <a:chOff x="0" y="0"/>
          <a:chExt cx="0" cy="0"/>
        </a:xfrm>
      </p:grpSpPr>
      <p:sp>
        <p:nvSpPr>
          <p:cNvPr id="3684" name="Google Shape;3684;g258a478b430_1_11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5" name="Google Shape;3685;g258a478b430_1_11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0" name="Shape 4100"/>
        <p:cNvGrpSpPr/>
        <p:nvPr/>
      </p:nvGrpSpPr>
      <p:grpSpPr>
        <a:xfrm>
          <a:off x="0" y="0"/>
          <a:ext cx="0" cy="0"/>
          <a:chOff x="0" y="0"/>
          <a:chExt cx="0" cy="0"/>
        </a:xfrm>
      </p:grpSpPr>
      <p:sp>
        <p:nvSpPr>
          <p:cNvPr id="4101" name="Google Shape;4101;g258a478b430_1_11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2" name="Google Shape;4102;g258a478b430_1_11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0" name="Shape 4270"/>
        <p:cNvGrpSpPr/>
        <p:nvPr/>
      </p:nvGrpSpPr>
      <p:grpSpPr>
        <a:xfrm>
          <a:off x="0" y="0"/>
          <a:ext cx="0" cy="0"/>
          <a:chOff x="0" y="0"/>
          <a:chExt cx="0" cy="0"/>
        </a:xfrm>
      </p:grpSpPr>
      <p:sp>
        <p:nvSpPr>
          <p:cNvPr id="4271" name="Google Shape;4271;g258a478b430_1_11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2" name="Google Shape;4272;g258a478b430_1_11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5" name="Shape 4675"/>
        <p:cNvGrpSpPr/>
        <p:nvPr/>
      </p:nvGrpSpPr>
      <p:grpSpPr>
        <a:xfrm>
          <a:off x="0" y="0"/>
          <a:ext cx="0" cy="0"/>
          <a:chOff x="0" y="0"/>
          <a:chExt cx="0" cy="0"/>
        </a:xfrm>
      </p:grpSpPr>
      <p:sp>
        <p:nvSpPr>
          <p:cNvPr id="4676" name="Google Shape;4676;g258a478b430_1_12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7" name="Google Shape;4677;g258a478b430_1_12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5" name="Shape 5055"/>
        <p:cNvGrpSpPr/>
        <p:nvPr/>
      </p:nvGrpSpPr>
      <p:grpSpPr>
        <a:xfrm>
          <a:off x="0" y="0"/>
          <a:ext cx="0" cy="0"/>
          <a:chOff x="0" y="0"/>
          <a:chExt cx="0" cy="0"/>
        </a:xfrm>
      </p:grpSpPr>
      <p:sp>
        <p:nvSpPr>
          <p:cNvPr id="5056" name="Google Shape;5056;g258a478b430_1_1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7" name="Google Shape;5057;g258a478b430_1_1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1" name="Shape 5481"/>
        <p:cNvGrpSpPr/>
        <p:nvPr/>
      </p:nvGrpSpPr>
      <p:grpSpPr>
        <a:xfrm>
          <a:off x="0" y="0"/>
          <a:ext cx="0" cy="0"/>
          <a:chOff x="0" y="0"/>
          <a:chExt cx="0" cy="0"/>
        </a:xfrm>
      </p:grpSpPr>
      <p:sp>
        <p:nvSpPr>
          <p:cNvPr id="5482" name="Google Shape;5482;g258a478b430_1_13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3" name="Google Shape;5483;g258a478b430_1_13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2" name="Shape 5842"/>
        <p:cNvGrpSpPr/>
        <p:nvPr/>
      </p:nvGrpSpPr>
      <p:grpSpPr>
        <a:xfrm>
          <a:off x="0" y="0"/>
          <a:ext cx="0" cy="0"/>
          <a:chOff x="0" y="0"/>
          <a:chExt cx="0" cy="0"/>
        </a:xfrm>
      </p:grpSpPr>
      <p:sp>
        <p:nvSpPr>
          <p:cNvPr id="5843" name="Google Shape;5843;g258a478b430_1_13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4" name="Google Shape;5844;g258a478b430_1_13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2" name="Shape 6352"/>
        <p:cNvGrpSpPr/>
        <p:nvPr/>
      </p:nvGrpSpPr>
      <p:grpSpPr>
        <a:xfrm>
          <a:off x="0" y="0"/>
          <a:ext cx="0" cy="0"/>
          <a:chOff x="0" y="0"/>
          <a:chExt cx="0" cy="0"/>
        </a:xfrm>
      </p:grpSpPr>
      <p:sp>
        <p:nvSpPr>
          <p:cNvPr id="6353" name="Google Shape;6353;g258a478b430_1_13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4" name="Google Shape;6354;g258a478b430_1_13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2" name="Shape 6972"/>
        <p:cNvGrpSpPr/>
        <p:nvPr/>
      </p:nvGrpSpPr>
      <p:grpSpPr>
        <a:xfrm>
          <a:off x="0" y="0"/>
          <a:ext cx="0" cy="0"/>
          <a:chOff x="0" y="0"/>
          <a:chExt cx="0" cy="0"/>
        </a:xfrm>
      </p:grpSpPr>
      <p:sp>
        <p:nvSpPr>
          <p:cNvPr id="6973" name="Google Shape;6973;g258a478b430_1_14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4" name="Google Shape;6974;g258a478b430_1_14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6" name="Shape 7566"/>
        <p:cNvGrpSpPr/>
        <p:nvPr/>
      </p:nvGrpSpPr>
      <p:grpSpPr>
        <a:xfrm>
          <a:off x="0" y="0"/>
          <a:ext cx="0" cy="0"/>
          <a:chOff x="0" y="0"/>
          <a:chExt cx="0" cy="0"/>
        </a:xfrm>
      </p:grpSpPr>
      <p:sp>
        <p:nvSpPr>
          <p:cNvPr id="7567" name="Google Shape;7567;g258a478b430_1_15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8" name="Google Shape;7568;g258a478b430_1_15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7" name="Shape 7887"/>
        <p:cNvGrpSpPr/>
        <p:nvPr/>
      </p:nvGrpSpPr>
      <p:grpSpPr>
        <a:xfrm>
          <a:off x="0" y="0"/>
          <a:ext cx="0" cy="0"/>
          <a:chOff x="0" y="0"/>
          <a:chExt cx="0" cy="0"/>
        </a:xfrm>
      </p:grpSpPr>
      <p:sp>
        <p:nvSpPr>
          <p:cNvPr id="7888" name="Google Shape;7888;g258a478b430_1_15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9" name="Google Shape;7889;g258a478b430_1_15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5" name="Shape 8195"/>
        <p:cNvGrpSpPr/>
        <p:nvPr/>
      </p:nvGrpSpPr>
      <p:grpSpPr>
        <a:xfrm>
          <a:off x="0" y="0"/>
          <a:ext cx="0" cy="0"/>
          <a:chOff x="0" y="0"/>
          <a:chExt cx="0" cy="0"/>
        </a:xfrm>
      </p:grpSpPr>
      <p:sp>
        <p:nvSpPr>
          <p:cNvPr id="8196" name="Google Shape;8196;g258a478b430_1_17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7" name="Google Shape;8197;g258a478b430_1_17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 Id="rId4" Type="http://schemas.openxmlformats.org/officeDocument/2006/relationships/hyperlink" Target="https://bit.ly/3A1uf1Q" TargetMode="External"/><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0" y="0"/>
            <a:ext cx="9144003" cy="5143504"/>
            <a:chOff x="0" y="0"/>
            <a:chExt cx="9144003" cy="5143504"/>
          </a:xfrm>
        </p:grpSpPr>
        <p:pic>
          <p:nvPicPr>
            <p:cNvPr id="10" name="Google Shape;10;p2"/>
            <p:cNvPicPr preferRelativeResize="0"/>
            <p:nvPr/>
          </p:nvPicPr>
          <p:blipFill>
            <a:blip r:embed="rId2">
              <a:alphaModFix amt="90000"/>
            </a:blip>
            <a:stretch>
              <a:fillRect/>
            </a:stretch>
          </p:blipFill>
          <p:spPr>
            <a:xfrm>
              <a:off x="0" y="0"/>
              <a:ext cx="9144000" cy="5143500"/>
            </a:xfrm>
            <a:prstGeom prst="rect">
              <a:avLst/>
            </a:prstGeom>
            <a:noFill/>
            <a:ln>
              <a:noFill/>
            </a:ln>
          </p:spPr>
        </p:pic>
        <p:pic>
          <p:nvPicPr>
            <p:cNvPr id="11" name="Google Shape;11;p2"/>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2" name="Google Shape;12;p2"/>
          <p:cNvSpPr txBox="1"/>
          <p:nvPr>
            <p:ph type="ctrTitle"/>
          </p:nvPr>
        </p:nvSpPr>
        <p:spPr>
          <a:xfrm>
            <a:off x="713100" y="697838"/>
            <a:ext cx="5910000" cy="17073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3" name="Google Shape;13;p2"/>
          <p:cNvSpPr txBox="1"/>
          <p:nvPr>
            <p:ph idx="1" type="subTitle"/>
          </p:nvPr>
        </p:nvSpPr>
        <p:spPr>
          <a:xfrm>
            <a:off x="4651200" y="4027763"/>
            <a:ext cx="3779700" cy="4179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0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4" name="Google Shape;14;p2"/>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15" name="Google Shape;15;p2"/>
          <p:cNvGrpSpPr/>
          <p:nvPr/>
        </p:nvGrpSpPr>
        <p:grpSpPr>
          <a:xfrm rot="-1129765">
            <a:off x="7955184" y="-132768"/>
            <a:ext cx="1152521" cy="1115515"/>
            <a:chOff x="7245842" y="780332"/>
            <a:chExt cx="511029" cy="494621"/>
          </a:xfrm>
        </p:grpSpPr>
        <p:sp>
          <p:nvSpPr>
            <p:cNvPr id="16" name="Google Shape;16;p2"/>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 name="Google Shape;17;p2"/>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 name="Google Shape;18;p2"/>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grpSp>
        <p:nvGrpSpPr>
          <p:cNvPr id="21" name="Google Shape;21;p3"/>
          <p:cNvGrpSpPr/>
          <p:nvPr/>
        </p:nvGrpSpPr>
        <p:grpSpPr>
          <a:xfrm>
            <a:off x="0" y="0"/>
            <a:ext cx="9144003" cy="5143504"/>
            <a:chOff x="0" y="0"/>
            <a:chExt cx="9144003" cy="5143504"/>
          </a:xfrm>
        </p:grpSpPr>
        <p:pic>
          <p:nvPicPr>
            <p:cNvPr id="22" name="Google Shape;22;p3"/>
            <p:cNvPicPr preferRelativeResize="0"/>
            <p:nvPr/>
          </p:nvPicPr>
          <p:blipFill>
            <a:blip r:embed="rId2">
              <a:alphaModFix amt="67000"/>
            </a:blip>
            <a:stretch>
              <a:fillRect/>
            </a:stretch>
          </p:blipFill>
          <p:spPr>
            <a:xfrm flipH="1" rot="10800000">
              <a:off x="0" y="0"/>
              <a:ext cx="9144000" cy="5143500"/>
            </a:xfrm>
            <a:prstGeom prst="rect">
              <a:avLst/>
            </a:prstGeom>
            <a:noFill/>
            <a:ln>
              <a:noFill/>
            </a:ln>
          </p:spPr>
        </p:pic>
        <p:pic>
          <p:nvPicPr>
            <p:cNvPr id="23" name="Google Shape;23;p3"/>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24" name="Google Shape;24;p3"/>
          <p:cNvSpPr txBox="1"/>
          <p:nvPr>
            <p:ph type="title"/>
          </p:nvPr>
        </p:nvSpPr>
        <p:spPr>
          <a:xfrm>
            <a:off x="1146450" y="2607900"/>
            <a:ext cx="30756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25" name="Google Shape;25;p3"/>
          <p:cNvSpPr txBox="1"/>
          <p:nvPr>
            <p:ph hasCustomPrompt="1" idx="2" type="title"/>
          </p:nvPr>
        </p:nvSpPr>
        <p:spPr>
          <a:xfrm>
            <a:off x="3013350" y="1693802"/>
            <a:ext cx="1208700" cy="9429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6000"/>
              <a:buNone/>
              <a:defRPr sz="6000">
                <a:solidFill>
                  <a:schemeClr val="accent1"/>
                </a:solidFill>
              </a:defRPr>
            </a:lvl1pPr>
            <a:lvl2pPr lvl="1" rtl="0" algn="r">
              <a:spcBef>
                <a:spcPts val="0"/>
              </a:spcBef>
              <a:spcAft>
                <a:spcPts val="0"/>
              </a:spcAft>
              <a:buSzPts val="6000"/>
              <a:buNone/>
              <a:defRPr sz="6000"/>
            </a:lvl2pPr>
            <a:lvl3pPr lvl="2" rtl="0" algn="r">
              <a:spcBef>
                <a:spcPts val="0"/>
              </a:spcBef>
              <a:spcAft>
                <a:spcPts val="0"/>
              </a:spcAft>
              <a:buSzPts val="6000"/>
              <a:buNone/>
              <a:defRPr sz="6000"/>
            </a:lvl3pPr>
            <a:lvl4pPr lvl="3" rtl="0" algn="r">
              <a:spcBef>
                <a:spcPts val="0"/>
              </a:spcBef>
              <a:spcAft>
                <a:spcPts val="0"/>
              </a:spcAft>
              <a:buSzPts val="6000"/>
              <a:buNone/>
              <a:defRPr sz="6000"/>
            </a:lvl4pPr>
            <a:lvl5pPr lvl="4" rtl="0" algn="r">
              <a:spcBef>
                <a:spcPts val="0"/>
              </a:spcBef>
              <a:spcAft>
                <a:spcPts val="0"/>
              </a:spcAft>
              <a:buSzPts val="6000"/>
              <a:buNone/>
              <a:defRPr sz="6000"/>
            </a:lvl5pPr>
            <a:lvl6pPr lvl="5" rtl="0" algn="r">
              <a:spcBef>
                <a:spcPts val="0"/>
              </a:spcBef>
              <a:spcAft>
                <a:spcPts val="0"/>
              </a:spcAft>
              <a:buSzPts val="6000"/>
              <a:buNone/>
              <a:defRPr sz="6000"/>
            </a:lvl6pPr>
            <a:lvl7pPr lvl="6" rtl="0" algn="r">
              <a:spcBef>
                <a:spcPts val="0"/>
              </a:spcBef>
              <a:spcAft>
                <a:spcPts val="0"/>
              </a:spcAft>
              <a:buSzPts val="6000"/>
              <a:buNone/>
              <a:defRPr sz="6000"/>
            </a:lvl7pPr>
            <a:lvl8pPr lvl="7" rtl="0" algn="r">
              <a:spcBef>
                <a:spcPts val="0"/>
              </a:spcBef>
              <a:spcAft>
                <a:spcPts val="0"/>
              </a:spcAft>
              <a:buSzPts val="6000"/>
              <a:buNone/>
              <a:defRPr sz="6000"/>
            </a:lvl8pPr>
            <a:lvl9pPr lvl="8" rtl="0" algn="r">
              <a:spcBef>
                <a:spcPts val="0"/>
              </a:spcBef>
              <a:spcAft>
                <a:spcPts val="0"/>
              </a:spcAft>
              <a:buSzPts val="6000"/>
              <a:buNone/>
              <a:defRPr sz="6000"/>
            </a:lvl9pPr>
          </a:lstStyle>
          <a:p>
            <a:r>
              <a:t>xx%</a:t>
            </a:r>
          </a:p>
        </p:txBody>
      </p:sp>
      <p:grpSp>
        <p:nvGrpSpPr>
          <p:cNvPr id="26" name="Google Shape;26;p3"/>
          <p:cNvGrpSpPr/>
          <p:nvPr/>
        </p:nvGrpSpPr>
        <p:grpSpPr>
          <a:xfrm rot="2172616">
            <a:off x="5155545" y="-392026"/>
            <a:ext cx="841644" cy="841757"/>
            <a:chOff x="4610358" y="539437"/>
            <a:chExt cx="511051" cy="511051"/>
          </a:xfrm>
        </p:grpSpPr>
        <p:sp>
          <p:nvSpPr>
            <p:cNvPr id="27" name="Google Shape;27;p3"/>
            <p:cNvSpPr/>
            <p:nvPr/>
          </p:nvSpPr>
          <p:spPr>
            <a:xfrm>
              <a:off x="4790903" y="680225"/>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3"/>
            <p:cNvSpPr/>
            <p:nvPr/>
          </p:nvSpPr>
          <p:spPr>
            <a:xfrm>
              <a:off x="4903894" y="679297"/>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3"/>
            <p:cNvSpPr/>
            <p:nvPr/>
          </p:nvSpPr>
          <p:spPr>
            <a:xfrm>
              <a:off x="4610358" y="539437"/>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3"/>
            <p:cNvSpPr/>
            <p:nvPr/>
          </p:nvSpPr>
          <p:spPr>
            <a:xfrm>
              <a:off x="4678288" y="795845"/>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3"/>
            <p:cNvSpPr/>
            <p:nvPr/>
          </p:nvSpPr>
          <p:spPr>
            <a:xfrm>
              <a:off x="4992985" y="795845"/>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3"/>
            <p:cNvSpPr/>
            <p:nvPr/>
          </p:nvSpPr>
          <p:spPr>
            <a:xfrm>
              <a:off x="4702504" y="798228"/>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 name="Google Shape;33;p3"/>
          <p:cNvGrpSpPr/>
          <p:nvPr/>
        </p:nvGrpSpPr>
        <p:grpSpPr>
          <a:xfrm>
            <a:off x="4209807" y="74713"/>
            <a:ext cx="823551" cy="475800"/>
            <a:chOff x="10429632" y="553613"/>
            <a:chExt cx="823551" cy="475800"/>
          </a:xfrm>
        </p:grpSpPr>
        <p:sp>
          <p:nvSpPr>
            <p:cNvPr id="34" name="Google Shape;34;p3"/>
            <p:cNvSpPr/>
            <p:nvPr/>
          </p:nvSpPr>
          <p:spPr>
            <a:xfrm>
              <a:off x="11000582" y="7657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5" name="Google Shape;35;p3"/>
            <p:cNvSpPr/>
            <p:nvPr/>
          </p:nvSpPr>
          <p:spPr>
            <a:xfrm>
              <a:off x="10429632" y="553613"/>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6" name="Shape 36"/>
        <p:cNvGrpSpPr/>
        <p:nvPr/>
      </p:nvGrpSpPr>
      <p:grpSpPr>
        <a:xfrm>
          <a:off x="0" y="0"/>
          <a:ext cx="0" cy="0"/>
          <a:chOff x="0" y="0"/>
          <a:chExt cx="0" cy="0"/>
        </a:xfrm>
      </p:grpSpPr>
      <p:grpSp>
        <p:nvGrpSpPr>
          <p:cNvPr id="37" name="Google Shape;37;p4"/>
          <p:cNvGrpSpPr/>
          <p:nvPr/>
        </p:nvGrpSpPr>
        <p:grpSpPr>
          <a:xfrm>
            <a:off x="0" y="0"/>
            <a:ext cx="9144003" cy="5143504"/>
            <a:chOff x="0" y="0"/>
            <a:chExt cx="9144003" cy="5143504"/>
          </a:xfrm>
        </p:grpSpPr>
        <p:pic>
          <p:nvPicPr>
            <p:cNvPr id="38" name="Google Shape;38;p4"/>
            <p:cNvPicPr preferRelativeResize="0"/>
            <p:nvPr/>
          </p:nvPicPr>
          <p:blipFill>
            <a:blip r:embed="rId2">
              <a:alphaModFix amt="90000"/>
            </a:blip>
            <a:stretch>
              <a:fillRect/>
            </a:stretch>
          </p:blipFill>
          <p:spPr>
            <a:xfrm>
              <a:off x="0" y="0"/>
              <a:ext cx="9144000" cy="5143500"/>
            </a:xfrm>
            <a:prstGeom prst="rect">
              <a:avLst/>
            </a:prstGeom>
            <a:noFill/>
            <a:ln>
              <a:noFill/>
            </a:ln>
          </p:spPr>
        </p:pic>
        <p:pic>
          <p:nvPicPr>
            <p:cNvPr id="39" name="Google Shape;39;p4"/>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40" name="Google Shape;40;p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1" name="Google Shape;41;p4"/>
          <p:cNvSpPr txBox="1"/>
          <p:nvPr>
            <p:ph idx="1" type="body"/>
          </p:nvPr>
        </p:nvSpPr>
        <p:spPr>
          <a:xfrm>
            <a:off x="720000" y="1215750"/>
            <a:ext cx="7704000" cy="1416900"/>
          </a:xfrm>
          <a:prstGeom prst="rect">
            <a:avLst/>
          </a:prstGeom>
        </p:spPr>
        <p:txBody>
          <a:bodyPr anchorCtr="0" anchor="t" bIns="91425" lIns="91425" spcFirstLastPara="1" rIns="91425" wrap="square" tIns="91425">
            <a:noAutofit/>
          </a:bodyPr>
          <a:lstStyle>
            <a:lvl1pPr indent="-292100" lvl="0" marL="457200" rtl="0">
              <a:lnSpc>
                <a:spcPct val="100000"/>
              </a:lnSpc>
              <a:spcBef>
                <a:spcPts val="0"/>
              </a:spcBef>
              <a:spcAft>
                <a:spcPts val="0"/>
              </a:spcAft>
              <a:buSzPts val="1000"/>
              <a:buChar char="●"/>
              <a:defRPr sz="1200"/>
            </a:lvl1pPr>
            <a:lvl2pPr indent="-304800" lvl="1" marL="914400" rtl="0">
              <a:lnSpc>
                <a:spcPct val="115000"/>
              </a:lnSpc>
              <a:spcBef>
                <a:spcPts val="160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grpSp>
        <p:nvGrpSpPr>
          <p:cNvPr id="42" name="Google Shape;42;p4"/>
          <p:cNvGrpSpPr/>
          <p:nvPr/>
        </p:nvGrpSpPr>
        <p:grpSpPr>
          <a:xfrm rot="1169238">
            <a:off x="8472929" y="42805"/>
            <a:ext cx="872898" cy="872898"/>
            <a:chOff x="3221808" y="1274962"/>
            <a:chExt cx="511051" cy="511051"/>
          </a:xfrm>
        </p:grpSpPr>
        <p:sp>
          <p:nvSpPr>
            <p:cNvPr id="43" name="Google Shape;43;p4"/>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4"/>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4"/>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4"/>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 name="Google Shape;49;p4"/>
          <p:cNvGrpSpPr/>
          <p:nvPr/>
        </p:nvGrpSpPr>
        <p:grpSpPr>
          <a:xfrm>
            <a:off x="-290704" y="951900"/>
            <a:ext cx="9386536" cy="3287187"/>
            <a:chOff x="-290704" y="951900"/>
            <a:chExt cx="9386536" cy="3287187"/>
          </a:xfrm>
        </p:grpSpPr>
        <p:grpSp>
          <p:nvGrpSpPr>
            <p:cNvPr id="50" name="Google Shape;50;p4"/>
            <p:cNvGrpSpPr/>
            <p:nvPr/>
          </p:nvGrpSpPr>
          <p:grpSpPr>
            <a:xfrm>
              <a:off x="8495457" y="951900"/>
              <a:ext cx="600376" cy="695525"/>
              <a:chOff x="7261207" y="1534775"/>
              <a:chExt cx="600376" cy="695525"/>
            </a:xfrm>
          </p:grpSpPr>
          <p:sp>
            <p:nvSpPr>
              <p:cNvPr id="51" name="Google Shape;51;p4"/>
              <p:cNvSpPr/>
              <p:nvPr/>
            </p:nvSpPr>
            <p:spPr>
              <a:xfrm>
                <a:off x="7608982" y="19777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 name="Google Shape;52;p4"/>
              <p:cNvSpPr/>
              <p:nvPr/>
            </p:nvSpPr>
            <p:spPr>
              <a:xfrm>
                <a:off x="7261207" y="15347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53" name="Google Shape;53;p4"/>
            <p:cNvGrpSpPr/>
            <p:nvPr/>
          </p:nvGrpSpPr>
          <p:grpSpPr>
            <a:xfrm>
              <a:off x="-290704" y="2940751"/>
              <a:ext cx="849604" cy="1298336"/>
              <a:chOff x="27546" y="2568876"/>
              <a:chExt cx="849604" cy="1298336"/>
            </a:xfrm>
          </p:grpSpPr>
          <p:sp>
            <p:nvSpPr>
              <p:cNvPr id="54" name="Google Shape;54;p4"/>
              <p:cNvSpPr/>
              <p:nvPr/>
            </p:nvSpPr>
            <p:spPr>
              <a:xfrm>
                <a:off x="424157" y="27692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5" name="Google Shape;55;p4"/>
              <p:cNvSpPr/>
              <p:nvPr/>
            </p:nvSpPr>
            <p:spPr>
              <a:xfrm>
                <a:off x="676750" y="25688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6" name="Google Shape;56;p4"/>
              <p:cNvSpPr/>
              <p:nvPr/>
            </p:nvSpPr>
            <p:spPr>
              <a:xfrm>
                <a:off x="27546" y="3092012"/>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7" name="Shape 57"/>
        <p:cNvGrpSpPr/>
        <p:nvPr/>
      </p:nvGrpSpPr>
      <p:grpSpPr>
        <a:xfrm>
          <a:off x="0" y="0"/>
          <a:ext cx="0" cy="0"/>
          <a:chOff x="0" y="0"/>
          <a:chExt cx="0" cy="0"/>
        </a:xfrm>
      </p:grpSpPr>
      <p:grpSp>
        <p:nvGrpSpPr>
          <p:cNvPr id="58" name="Google Shape;58;p5"/>
          <p:cNvGrpSpPr/>
          <p:nvPr/>
        </p:nvGrpSpPr>
        <p:grpSpPr>
          <a:xfrm>
            <a:off x="0" y="0"/>
            <a:ext cx="9144003" cy="5143504"/>
            <a:chOff x="0" y="0"/>
            <a:chExt cx="9144003" cy="5143504"/>
          </a:xfrm>
        </p:grpSpPr>
        <p:pic>
          <p:nvPicPr>
            <p:cNvPr id="59" name="Google Shape;59;p5"/>
            <p:cNvPicPr preferRelativeResize="0"/>
            <p:nvPr/>
          </p:nvPicPr>
          <p:blipFill>
            <a:blip r:embed="rId2">
              <a:alphaModFix amt="33000"/>
            </a:blip>
            <a:stretch>
              <a:fillRect/>
            </a:stretch>
          </p:blipFill>
          <p:spPr>
            <a:xfrm flipH="1" rot="10800000">
              <a:off x="0" y="0"/>
              <a:ext cx="9144000" cy="5143500"/>
            </a:xfrm>
            <a:prstGeom prst="rect">
              <a:avLst/>
            </a:prstGeom>
            <a:noFill/>
            <a:ln>
              <a:noFill/>
            </a:ln>
          </p:spPr>
        </p:pic>
        <p:pic>
          <p:nvPicPr>
            <p:cNvPr id="60" name="Google Shape;60;p5"/>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61" name="Google Shape;61;p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62" name="Google Shape;62;p5"/>
          <p:cNvSpPr txBox="1"/>
          <p:nvPr>
            <p:ph idx="1" type="subTitle"/>
          </p:nvPr>
        </p:nvSpPr>
        <p:spPr>
          <a:xfrm>
            <a:off x="713100" y="2573648"/>
            <a:ext cx="3788100" cy="13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3" name="Google Shape;63;p5"/>
          <p:cNvSpPr txBox="1"/>
          <p:nvPr>
            <p:ph idx="2" type="subTitle"/>
          </p:nvPr>
        </p:nvSpPr>
        <p:spPr>
          <a:xfrm>
            <a:off x="4642792" y="2573633"/>
            <a:ext cx="3788100" cy="13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solidFill>
                  <a:schemeClr val="dk1"/>
                </a:solidFill>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64" name="Google Shape;64;p5"/>
          <p:cNvSpPr txBox="1"/>
          <p:nvPr>
            <p:ph idx="3" type="subTitle"/>
          </p:nvPr>
        </p:nvSpPr>
        <p:spPr>
          <a:xfrm>
            <a:off x="713100" y="2173929"/>
            <a:ext cx="3788100" cy="48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nSpc>
                <a:spcPct val="100000"/>
              </a:lnSpc>
              <a:spcBef>
                <a:spcPts val="0"/>
              </a:spcBef>
              <a:spcAft>
                <a:spcPts val="0"/>
              </a:spcAft>
              <a:buSzPts val="2200"/>
              <a:buNone/>
              <a:defRPr sz="2200"/>
            </a:lvl2pPr>
            <a:lvl3pPr lvl="2" rtl="0">
              <a:lnSpc>
                <a:spcPct val="100000"/>
              </a:lnSpc>
              <a:spcBef>
                <a:spcPts val="0"/>
              </a:spcBef>
              <a:spcAft>
                <a:spcPts val="0"/>
              </a:spcAft>
              <a:buSzPts val="2200"/>
              <a:buNone/>
              <a:defRPr sz="2200"/>
            </a:lvl3pPr>
            <a:lvl4pPr lvl="3" rtl="0">
              <a:lnSpc>
                <a:spcPct val="100000"/>
              </a:lnSpc>
              <a:spcBef>
                <a:spcPts val="0"/>
              </a:spcBef>
              <a:spcAft>
                <a:spcPts val="0"/>
              </a:spcAft>
              <a:buSzPts val="2200"/>
              <a:buNone/>
              <a:defRPr sz="2200"/>
            </a:lvl4pPr>
            <a:lvl5pPr lvl="4" rtl="0">
              <a:lnSpc>
                <a:spcPct val="100000"/>
              </a:lnSpc>
              <a:spcBef>
                <a:spcPts val="0"/>
              </a:spcBef>
              <a:spcAft>
                <a:spcPts val="0"/>
              </a:spcAft>
              <a:buSzPts val="2200"/>
              <a:buNone/>
              <a:defRPr sz="2200"/>
            </a:lvl5pPr>
            <a:lvl6pPr lvl="5" rtl="0">
              <a:lnSpc>
                <a:spcPct val="100000"/>
              </a:lnSpc>
              <a:spcBef>
                <a:spcPts val="0"/>
              </a:spcBef>
              <a:spcAft>
                <a:spcPts val="0"/>
              </a:spcAft>
              <a:buSzPts val="2200"/>
              <a:buNone/>
              <a:defRPr sz="2200"/>
            </a:lvl6pPr>
            <a:lvl7pPr lvl="6" rtl="0">
              <a:lnSpc>
                <a:spcPct val="100000"/>
              </a:lnSpc>
              <a:spcBef>
                <a:spcPts val="0"/>
              </a:spcBef>
              <a:spcAft>
                <a:spcPts val="0"/>
              </a:spcAft>
              <a:buSzPts val="2200"/>
              <a:buNone/>
              <a:defRPr sz="2200"/>
            </a:lvl7pPr>
            <a:lvl8pPr lvl="7" rtl="0">
              <a:lnSpc>
                <a:spcPct val="100000"/>
              </a:lnSpc>
              <a:spcBef>
                <a:spcPts val="0"/>
              </a:spcBef>
              <a:spcAft>
                <a:spcPts val="0"/>
              </a:spcAft>
              <a:buSzPts val="2200"/>
              <a:buNone/>
              <a:defRPr sz="2200"/>
            </a:lvl8pPr>
            <a:lvl9pPr lvl="8" rtl="0">
              <a:lnSpc>
                <a:spcPct val="100000"/>
              </a:lnSpc>
              <a:spcBef>
                <a:spcPts val="0"/>
              </a:spcBef>
              <a:spcAft>
                <a:spcPts val="0"/>
              </a:spcAft>
              <a:buSzPts val="2200"/>
              <a:buNone/>
              <a:defRPr sz="2200"/>
            </a:lvl9pPr>
          </a:lstStyle>
          <a:p/>
        </p:txBody>
      </p:sp>
      <p:sp>
        <p:nvSpPr>
          <p:cNvPr id="65" name="Google Shape;65;p5"/>
          <p:cNvSpPr txBox="1"/>
          <p:nvPr>
            <p:ph idx="4" type="subTitle"/>
          </p:nvPr>
        </p:nvSpPr>
        <p:spPr>
          <a:xfrm>
            <a:off x="4642806" y="2173921"/>
            <a:ext cx="3788100" cy="48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r">
              <a:lnSpc>
                <a:spcPct val="100000"/>
              </a:lnSpc>
              <a:spcBef>
                <a:spcPts val="0"/>
              </a:spcBef>
              <a:spcAft>
                <a:spcPts val="0"/>
              </a:spcAft>
              <a:buSzPts val="2200"/>
              <a:buNone/>
              <a:defRPr sz="2200"/>
            </a:lvl2pPr>
            <a:lvl3pPr lvl="2" rtl="0" algn="r">
              <a:lnSpc>
                <a:spcPct val="100000"/>
              </a:lnSpc>
              <a:spcBef>
                <a:spcPts val="0"/>
              </a:spcBef>
              <a:spcAft>
                <a:spcPts val="0"/>
              </a:spcAft>
              <a:buSzPts val="2200"/>
              <a:buNone/>
              <a:defRPr sz="2200"/>
            </a:lvl3pPr>
            <a:lvl4pPr lvl="3" rtl="0" algn="r">
              <a:lnSpc>
                <a:spcPct val="100000"/>
              </a:lnSpc>
              <a:spcBef>
                <a:spcPts val="0"/>
              </a:spcBef>
              <a:spcAft>
                <a:spcPts val="0"/>
              </a:spcAft>
              <a:buSzPts val="2200"/>
              <a:buNone/>
              <a:defRPr sz="2200"/>
            </a:lvl4pPr>
            <a:lvl5pPr lvl="4" rtl="0" algn="r">
              <a:lnSpc>
                <a:spcPct val="100000"/>
              </a:lnSpc>
              <a:spcBef>
                <a:spcPts val="0"/>
              </a:spcBef>
              <a:spcAft>
                <a:spcPts val="0"/>
              </a:spcAft>
              <a:buSzPts val="2200"/>
              <a:buNone/>
              <a:defRPr sz="2200"/>
            </a:lvl5pPr>
            <a:lvl6pPr lvl="5" rtl="0" algn="r">
              <a:lnSpc>
                <a:spcPct val="100000"/>
              </a:lnSpc>
              <a:spcBef>
                <a:spcPts val="0"/>
              </a:spcBef>
              <a:spcAft>
                <a:spcPts val="0"/>
              </a:spcAft>
              <a:buSzPts val="2200"/>
              <a:buNone/>
              <a:defRPr sz="2200"/>
            </a:lvl6pPr>
            <a:lvl7pPr lvl="6" rtl="0" algn="r">
              <a:lnSpc>
                <a:spcPct val="100000"/>
              </a:lnSpc>
              <a:spcBef>
                <a:spcPts val="0"/>
              </a:spcBef>
              <a:spcAft>
                <a:spcPts val="0"/>
              </a:spcAft>
              <a:buSzPts val="2200"/>
              <a:buNone/>
              <a:defRPr sz="2200"/>
            </a:lvl7pPr>
            <a:lvl8pPr lvl="7" rtl="0" algn="r">
              <a:lnSpc>
                <a:spcPct val="100000"/>
              </a:lnSpc>
              <a:spcBef>
                <a:spcPts val="0"/>
              </a:spcBef>
              <a:spcAft>
                <a:spcPts val="0"/>
              </a:spcAft>
              <a:buSzPts val="2200"/>
              <a:buNone/>
              <a:defRPr sz="2200"/>
            </a:lvl8pPr>
            <a:lvl9pPr lvl="8" rtl="0" algn="r">
              <a:lnSpc>
                <a:spcPct val="100000"/>
              </a:lnSpc>
              <a:spcBef>
                <a:spcPts val="0"/>
              </a:spcBef>
              <a:spcAft>
                <a:spcPts val="0"/>
              </a:spcAft>
              <a:buSzPts val="2200"/>
              <a:buNone/>
              <a:defRPr sz="2200"/>
            </a:lvl9pPr>
          </a:lstStyle>
          <a:p/>
        </p:txBody>
      </p:sp>
      <p:grpSp>
        <p:nvGrpSpPr>
          <p:cNvPr id="66" name="Google Shape;66;p5"/>
          <p:cNvGrpSpPr/>
          <p:nvPr/>
        </p:nvGrpSpPr>
        <p:grpSpPr>
          <a:xfrm>
            <a:off x="2937740" y="4510600"/>
            <a:ext cx="3070092" cy="1025562"/>
            <a:chOff x="2937740" y="4510600"/>
            <a:chExt cx="3070092" cy="1025562"/>
          </a:xfrm>
        </p:grpSpPr>
        <p:sp>
          <p:nvSpPr>
            <p:cNvPr id="67" name="Google Shape;67;p5"/>
            <p:cNvSpPr/>
            <p:nvPr/>
          </p:nvSpPr>
          <p:spPr>
            <a:xfrm>
              <a:off x="5532032" y="451060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68" name="Google Shape;68;p5"/>
            <p:cNvGrpSpPr/>
            <p:nvPr/>
          </p:nvGrpSpPr>
          <p:grpSpPr>
            <a:xfrm>
              <a:off x="2937740" y="4648301"/>
              <a:ext cx="2505018" cy="887861"/>
              <a:chOff x="3255990" y="4276426"/>
              <a:chExt cx="2505018" cy="887861"/>
            </a:xfrm>
          </p:grpSpPr>
          <p:sp>
            <p:nvSpPr>
              <p:cNvPr id="69" name="Google Shape;69;p5"/>
              <p:cNvSpPr/>
              <p:nvPr/>
            </p:nvSpPr>
            <p:spPr>
              <a:xfrm>
                <a:off x="5508407" y="44603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70" name="Google Shape;70;p5"/>
              <p:cNvSpPr/>
              <p:nvPr/>
            </p:nvSpPr>
            <p:spPr>
              <a:xfrm>
                <a:off x="4071712" y="42764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71" name="Google Shape;71;p5"/>
              <p:cNvSpPr/>
              <p:nvPr/>
            </p:nvSpPr>
            <p:spPr>
              <a:xfrm>
                <a:off x="3255990" y="43890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72" name="Google Shape;72;p5"/>
          <p:cNvSpPr/>
          <p:nvPr/>
        </p:nvSpPr>
        <p:spPr>
          <a:xfrm rot="1463910">
            <a:off x="4135659" y="4522184"/>
            <a:ext cx="872696" cy="872693"/>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3" name="Shape 73"/>
        <p:cNvGrpSpPr/>
        <p:nvPr/>
      </p:nvGrpSpPr>
      <p:grpSpPr>
        <a:xfrm>
          <a:off x="0" y="0"/>
          <a:ext cx="0" cy="0"/>
          <a:chOff x="0" y="0"/>
          <a:chExt cx="0" cy="0"/>
        </a:xfrm>
      </p:grpSpPr>
      <p:grpSp>
        <p:nvGrpSpPr>
          <p:cNvPr id="74" name="Google Shape;74;p6"/>
          <p:cNvGrpSpPr/>
          <p:nvPr/>
        </p:nvGrpSpPr>
        <p:grpSpPr>
          <a:xfrm>
            <a:off x="0" y="0"/>
            <a:ext cx="9144003" cy="5143504"/>
            <a:chOff x="0" y="0"/>
            <a:chExt cx="9144003" cy="5143504"/>
          </a:xfrm>
        </p:grpSpPr>
        <p:pic>
          <p:nvPicPr>
            <p:cNvPr id="75" name="Google Shape;75;p6"/>
            <p:cNvPicPr preferRelativeResize="0"/>
            <p:nvPr/>
          </p:nvPicPr>
          <p:blipFill>
            <a:blip r:embed="rId2">
              <a:alphaModFix amt="30000"/>
            </a:blip>
            <a:stretch>
              <a:fillRect/>
            </a:stretch>
          </p:blipFill>
          <p:spPr>
            <a:xfrm>
              <a:off x="0" y="0"/>
              <a:ext cx="9144000" cy="5143500"/>
            </a:xfrm>
            <a:prstGeom prst="rect">
              <a:avLst/>
            </a:prstGeom>
            <a:noFill/>
            <a:ln>
              <a:noFill/>
            </a:ln>
          </p:spPr>
        </p:pic>
        <p:pic>
          <p:nvPicPr>
            <p:cNvPr id="76" name="Google Shape;76;p6"/>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77" name="Google Shape;77;p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78" name="Google Shape;78;p6"/>
          <p:cNvGrpSpPr/>
          <p:nvPr/>
        </p:nvGrpSpPr>
        <p:grpSpPr>
          <a:xfrm>
            <a:off x="75207" y="1859701"/>
            <a:ext cx="9465951" cy="3232324"/>
            <a:chOff x="75207" y="1859701"/>
            <a:chExt cx="9465951" cy="3232324"/>
          </a:xfrm>
        </p:grpSpPr>
        <p:grpSp>
          <p:nvGrpSpPr>
            <p:cNvPr id="79" name="Google Shape;79;p6"/>
            <p:cNvGrpSpPr/>
            <p:nvPr/>
          </p:nvGrpSpPr>
          <p:grpSpPr>
            <a:xfrm>
              <a:off x="75207" y="4115875"/>
              <a:ext cx="497249" cy="976150"/>
              <a:chOff x="7201582" y="747350"/>
              <a:chExt cx="497249" cy="976150"/>
            </a:xfrm>
          </p:grpSpPr>
          <p:sp>
            <p:nvSpPr>
              <p:cNvPr id="80" name="Google Shape;80;p6"/>
              <p:cNvSpPr/>
              <p:nvPr/>
            </p:nvSpPr>
            <p:spPr>
              <a:xfrm>
                <a:off x="7201582" y="7473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1" name="Google Shape;81;p6"/>
              <p:cNvSpPr/>
              <p:nvPr/>
            </p:nvSpPr>
            <p:spPr>
              <a:xfrm>
                <a:off x="7223032" y="124770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82" name="Google Shape;82;p6"/>
            <p:cNvGrpSpPr/>
            <p:nvPr/>
          </p:nvGrpSpPr>
          <p:grpSpPr>
            <a:xfrm>
              <a:off x="8571550" y="1859701"/>
              <a:ext cx="969608" cy="1424099"/>
              <a:chOff x="210175" y="1005826"/>
              <a:chExt cx="969608" cy="1424099"/>
            </a:xfrm>
          </p:grpSpPr>
          <p:sp>
            <p:nvSpPr>
              <p:cNvPr id="83" name="Google Shape;83;p6"/>
              <p:cNvSpPr/>
              <p:nvPr/>
            </p:nvSpPr>
            <p:spPr>
              <a:xfrm>
                <a:off x="471482" y="21773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4" name="Google Shape;84;p6"/>
              <p:cNvSpPr/>
              <p:nvPr/>
            </p:nvSpPr>
            <p:spPr>
              <a:xfrm>
                <a:off x="210175" y="10058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5" name="Google Shape;85;p6"/>
              <p:cNvSpPr/>
              <p:nvPr/>
            </p:nvSpPr>
            <p:spPr>
              <a:xfrm>
                <a:off x="404583" y="13289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86" name="Google Shape;86;p6"/>
          <p:cNvGrpSpPr/>
          <p:nvPr/>
        </p:nvGrpSpPr>
        <p:grpSpPr>
          <a:xfrm rot="-549805">
            <a:off x="-229090" y="2635694"/>
            <a:ext cx="872874" cy="872874"/>
            <a:chOff x="3221808" y="1274962"/>
            <a:chExt cx="511051" cy="511051"/>
          </a:xfrm>
        </p:grpSpPr>
        <p:sp>
          <p:nvSpPr>
            <p:cNvPr id="87" name="Google Shape;87;p6"/>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6"/>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6"/>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6"/>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6"/>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6"/>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3" name="Shape 93"/>
        <p:cNvGrpSpPr/>
        <p:nvPr/>
      </p:nvGrpSpPr>
      <p:grpSpPr>
        <a:xfrm>
          <a:off x="0" y="0"/>
          <a:ext cx="0" cy="0"/>
          <a:chOff x="0" y="0"/>
          <a:chExt cx="0" cy="0"/>
        </a:xfrm>
      </p:grpSpPr>
      <p:grpSp>
        <p:nvGrpSpPr>
          <p:cNvPr id="94" name="Google Shape;94;p7"/>
          <p:cNvGrpSpPr/>
          <p:nvPr/>
        </p:nvGrpSpPr>
        <p:grpSpPr>
          <a:xfrm>
            <a:off x="0" y="0"/>
            <a:ext cx="9144003" cy="5143504"/>
            <a:chOff x="0" y="0"/>
            <a:chExt cx="9144003" cy="5143504"/>
          </a:xfrm>
        </p:grpSpPr>
        <p:pic>
          <p:nvPicPr>
            <p:cNvPr id="95" name="Google Shape;95;p7"/>
            <p:cNvPicPr preferRelativeResize="0"/>
            <p:nvPr/>
          </p:nvPicPr>
          <p:blipFill>
            <a:blip r:embed="rId2">
              <a:alphaModFix amt="32000"/>
            </a:blip>
            <a:stretch>
              <a:fillRect/>
            </a:stretch>
          </p:blipFill>
          <p:spPr>
            <a:xfrm>
              <a:off x="0" y="0"/>
              <a:ext cx="9144000" cy="5143500"/>
            </a:xfrm>
            <a:prstGeom prst="rect">
              <a:avLst/>
            </a:prstGeom>
            <a:noFill/>
            <a:ln>
              <a:noFill/>
            </a:ln>
          </p:spPr>
        </p:pic>
        <p:pic>
          <p:nvPicPr>
            <p:cNvPr id="96" name="Google Shape;96;p7"/>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97" name="Google Shape;97;p7"/>
          <p:cNvSpPr txBox="1"/>
          <p:nvPr>
            <p:ph idx="1" type="body"/>
          </p:nvPr>
        </p:nvSpPr>
        <p:spPr>
          <a:xfrm>
            <a:off x="2978550" y="1627500"/>
            <a:ext cx="5147700" cy="25653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1600"/>
              </a:spcBef>
              <a:spcAft>
                <a:spcPts val="0"/>
              </a:spcAft>
              <a:buSzPts val="1200"/>
              <a:buChar char="■"/>
              <a:defRPr/>
            </a:lvl3pPr>
            <a:lvl4pPr indent="-304800" lvl="3" marL="1828800" rtl="0">
              <a:lnSpc>
                <a:spcPct val="115000"/>
              </a:lnSpc>
              <a:spcBef>
                <a:spcPts val="1600"/>
              </a:spcBef>
              <a:spcAft>
                <a:spcPts val="0"/>
              </a:spcAft>
              <a:buSzPts val="1200"/>
              <a:buChar char="●"/>
              <a:defRPr/>
            </a:lvl4pPr>
            <a:lvl5pPr indent="-304800" lvl="4" marL="2286000" rtl="0">
              <a:lnSpc>
                <a:spcPct val="115000"/>
              </a:lnSpc>
              <a:spcBef>
                <a:spcPts val="1600"/>
              </a:spcBef>
              <a:spcAft>
                <a:spcPts val="0"/>
              </a:spcAft>
              <a:buSzPts val="1200"/>
              <a:buChar char="○"/>
              <a:defRPr/>
            </a:lvl5pPr>
            <a:lvl6pPr indent="-304800" lvl="5" marL="2743200" rtl="0">
              <a:lnSpc>
                <a:spcPct val="115000"/>
              </a:lnSpc>
              <a:spcBef>
                <a:spcPts val="1600"/>
              </a:spcBef>
              <a:spcAft>
                <a:spcPts val="0"/>
              </a:spcAft>
              <a:buSzPts val="1200"/>
              <a:buChar char="■"/>
              <a:defRPr/>
            </a:lvl6pPr>
            <a:lvl7pPr indent="-304800" lvl="6" marL="3200400" rtl="0">
              <a:lnSpc>
                <a:spcPct val="115000"/>
              </a:lnSpc>
              <a:spcBef>
                <a:spcPts val="1600"/>
              </a:spcBef>
              <a:spcAft>
                <a:spcPts val="0"/>
              </a:spcAft>
              <a:buSzPts val="1200"/>
              <a:buChar char="●"/>
              <a:defRPr/>
            </a:lvl7pPr>
            <a:lvl8pPr indent="-304800" lvl="7" marL="3657600" rtl="0">
              <a:lnSpc>
                <a:spcPct val="115000"/>
              </a:lnSpc>
              <a:spcBef>
                <a:spcPts val="1600"/>
              </a:spcBef>
              <a:spcAft>
                <a:spcPts val="0"/>
              </a:spcAft>
              <a:buSzPts val="1200"/>
              <a:buChar char="○"/>
              <a:defRPr/>
            </a:lvl8pPr>
            <a:lvl9pPr indent="-304800" lvl="8" marL="4114800" rtl="0">
              <a:lnSpc>
                <a:spcPct val="115000"/>
              </a:lnSpc>
              <a:spcBef>
                <a:spcPts val="1600"/>
              </a:spcBef>
              <a:spcAft>
                <a:spcPts val="1600"/>
              </a:spcAft>
              <a:buSzPts val="1200"/>
              <a:buChar char="■"/>
              <a:defRPr/>
            </a:lvl9pPr>
          </a:lstStyle>
          <a:p/>
        </p:txBody>
      </p:sp>
      <p:sp>
        <p:nvSpPr>
          <p:cNvPr id="98" name="Google Shape;98;p7"/>
          <p:cNvSpPr txBox="1"/>
          <p:nvPr>
            <p:ph type="title"/>
          </p:nvPr>
        </p:nvSpPr>
        <p:spPr>
          <a:xfrm>
            <a:off x="2978550" y="950700"/>
            <a:ext cx="5147700" cy="6768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99" name="Google Shape;99;p7"/>
          <p:cNvGrpSpPr/>
          <p:nvPr/>
        </p:nvGrpSpPr>
        <p:grpSpPr>
          <a:xfrm>
            <a:off x="7261057" y="4603950"/>
            <a:ext cx="1170000" cy="475800"/>
            <a:chOff x="8015682" y="132150"/>
            <a:chExt cx="1170000" cy="475800"/>
          </a:xfrm>
        </p:grpSpPr>
        <p:sp>
          <p:nvSpPr>
            <p:cNvPr id="100" name="Google Shape;100;p7"/>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101" name="Google Shape;101;p7"/>
            <p:cNvGrpSpPr/>
            <p:nvPr/>
          </p:nvGrpSpPr>
          <p:grpSpPr>
            <a:xfrm>
              <a:off x="8457282" y="132150"/>
              <a:ext cx="728401" cy="475800"/>
              <a:chOff x="7223032" y="715025"/>
              <a:chExt cx="728401" cy="475800"/>
            </a:xfrm>
          </p:grpSpPr>
          <p:sp>
            <p:nvSpPr>
              <p:cNvPr id="102" name="Google Shape;102;p7"/>
              <p:cNvSpPr/>
              <p:nvPr/>
            </p:nvSpPr>
            <p:spPr>
              <a:xfrm>
                <a:off x="7698832" y="715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03" name="Google Shape;103;p7"/>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104" name="Google Shape;104;p7"/>
          <p:cNvGrpSpPr/>
          <p:nvPr/>
        </p:nvGrpSpPr>
        <p:grpSpPr>
          <a:xfrm rot="1865772">
            <a:off x="8501691" y="756872"/>
            <a:ext cx="1152514" cy="1115508"/>
            <a:chOff x="7245842" y="780332"/>
            <a:chExt cx="511029" cy="494621"/>
          </a:xfrm>
        </p:grpSpPr>
        <p:sp>
          <p:nvSpPr>
            <p:cNvPr id="105" name="Google Shape;105;p7"/>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7"/>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7"/>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7"/>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9" name="Shape 109"/>
        <p:cNvGrpSpPr/>
        <p:nvPr/>
      </p:nvGrpSpPr>
      <p:grpSpPr>
        <a:xfrm>
          <a:off x="0" y="0"/>
          <a:ext cx="0" cy="0"/>
          <a:chOff x="0" y="0"/>
          <a:chExt cx="0" cy="0"/>
        </a:xfrm>
      </p:grpSpPr>
      <p:grpSp>
        <p:nvGrpSpPr>
          <p:cNvPr id="110" name="Google Shape;110;p8"/>
          <p:cNvGrpSpPr/>
          <p:nvPr/>
        </p:nvGrpSpPr>
        <p:grpSpPr>
          <a:xfrm>
            <a:off x="0" y="0"/>
            <a:ext cx="9144003" cy="5143504"/>
            <a:chOff x="0" y="0"/>
            <a:chExt cx="9144003" cy="5143504"/>
          </a:xfrm>
        </p:grpSpPr>
        <p:pic>
          <p:nvPicPr>
            <p:cNvPr id="111" name="Google Shape;111;p8"/>
            <p:cNvPicPr preferRelativeResize="0"/>
            <p:nvPr/>
          </p:nvPicPr>
          <p:blipFill>
            <a:blip r:embed="rId2">
              <a:alphaModFix amt="50000"/>
            </a:blip>
            <a:stretch>
              <a:fillRect/>
            </a:stretch>
          </p:blipFill>
          <p:spPr>
            <a:xfrm>
              <a:off x="0" y="0"/>
              <a:ext cx="9144000" cy="5143500"/>
            </a:xfrm>
            <a:prstGeom prst="rect">
              <a:avLst/>
            </a:prstGeom>
            <a:noFill/>
            <a:ln>
              <a:noFill/>
            </a:ln>
          </p:spPr>
        </p:pic>
        <p:pic>
          <p:nvPicPr>
            <p:cNvPr id="112" name="Google Shape;112;p8"/>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13" name="Google Shape;113;p8"/>
          <p:cNvSpPr txBox="1"/>
          <p:nvPr>
            <p:ph type="title"/>
          </p:nvPr>
        </p:nvSpPr>
        <p:spPr>
          <a:xfrm>
            <a:off x="2317950" y="1450550"/>
            <a:ext cx="4508100" cy="22425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14" name="Google Shape;114;p8"/>
          <p:cNvGrpSpPr/>
          <p:nvPr/>
        </p:nvGrpSpPr>
        <p:grpSpPr>
          <a:xfrm rot="1169238">
            <a:off x="-159671" y="42805"/>
            <a:ext cx="872898" cy="872898"/>
            <a:chOff x="3221808" y="1274962"/>
            <a:chExt cx="511051" cy="511051"/>
          </a:xfrm>
        </p:grpSpPr>
        <p:sp>
          <p:nvSpPr>
            <p:cNvPr id="115" name="Google Shape;115;p8"/>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8"/>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8"/>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8"/>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8"/>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8"/>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 name="Google Shape;121;p8"/>
          <p:cNvGrpSpPr/>
          <p:nvPr/>
        </p:nvGrpSpPr>
        <p:grpSpPr>
          <a:xfrm>
            <a:off x="38882" y="924325"/>
            <a:ext cx="9039393" cy="4133038"/>
            <a:chOff x="38882" y="924325"/>
            <a:chExt cx="9039393" cy="4133038"/>
          </a:xfrm>
        </p:grpSpPr>
        <p:grpSp>
          <p:nvGrpSpPr>
            <p:cNvPr id="122" name="Google Shape;122;p8"/>
            <p:cNvGrpSpPr/>
            <p:nvPr/>
          </p:nvGrpSpPr>
          <p:grpSpPr>
            <a:xfrm>
              <a:off x="38882" y="924325"/>
              <a:ext cx="609676" cy="728400"/>
              <a:chOff x="-1195368" y="1507200"/>
              <a:chExt cx="609676" cy="728400"/>
            </a:xfrm>
          </p:grpSpPr>
          <p:sp>
            <p:nvSpPr>
              <p:cNvPr id="123" name="Google Shape;123;p8"/>
              <p:cNvSpPr/>
              <p:nvPr/>
            </p:nvSpPr>
            <p:spPr>
              <a:xfrm>
                <a:off x="-838293" y="15072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24" name="Google Shape;124;p8"/>
              <p:cNvSpPr/>
              <p:nvPr/>
            </p:nvSpPr>
            <p:spPr>
              <a:xfrm>
                <a:off x="-1195368" y="175980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125" name="Google Shape;125;p8"/>
            <p:cNvGrpSpPr/>
            <p:nvPr/>
          </p:nvGrpSpPr>
          <p:grpSpPr>
            <a:xfrm>
              <a:off x="8303071" y="3759026"/>
              <a:ext cx="775204" cy="1298336"/>
              <a:chOff x="8621321" y="3387151"/>
              <a:chExt cx="775204" cy="1298336"/>
            </a:xfrm>
          </p:grpSpPr>
          <p:sp>
            <p:nvSpPr>
              <p:cNvPr id="126" name="Google Shape;126;p8"/>
              <p:cNvSpPr/>
              <p:nvPr/>
            </p:nvSpPr>
            <p:spPr>
              <a:xfrm>
                <a:off x="8943532" y="35875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27" name="Google Shape;127;p8"/>
              <p:cNvSpPr/>
              <p:nvPr/>
            </p:nvSpPr>
            <p:spPr>
              <a:xfrm>
                <a:off x="9196125" y="338715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28" name="Google Shape;128;p8"/>
              <p:cNvSpPr/>
              <p:nvPr/>
            </p:nvSpPr>
            <p:spPr>
              <a:xfrm>
                <a:off x="8621321" y="39102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9" name="Shape 129"/>
        <p:cNvGrpSpPr/>
        <p:nvPr/>
      </p:nvGrpSpPr>
      <p:grpSpPr>
        <a:xfrm>
          <a:off x="0" y="0"/>
          <a:ext cx="0" cy="0"/>
          <a:chOff x="0" y="0"/>
          <a:chExt cx="0" cy="0"/>
        </a:xfrm>
      </p:grpSpPr>
      <p:grpSp>
        <p:nvGrpSpPr>
          <p:cNvPr id="130" name="Google Shape;130;p9"/>
          <p:cNvGrpSpPr/>
          <p:nvPr/>
        </p:nvGrpSpPr>
        <p:grpSpPr>
          <a:xfrm>
            <a:off x="0" y="0"/>
            <a:ext cx="9144003" cy="5143504"/>
            <a:chOff x="0" y="0"/>
            <a:chExt cx="9144003" cy="5143504"/>
          </a:xfrm>
        </p:grpSpPr>
        <p:pic>
          <p:nvPicPr>
            <p:cNvPr id="131" name="Google Shape;131;p9"/>
            <p:cNvPicPr preferRelativeResize="0"/>
            <p:nvPr/>
          </p:nvPicPr>
          <p:blipFill>
            <a:blip r:embed="rId2">
              <a:alphaModFix amt="40000"/>
            </a:blip>
            <a:stretch>
              <a:fillRect/>
            </a:stretch>
          </p:blipFill>
          <p:spPr>
            <a:xfrm>
              <a:off x="0" y="0"/>
              <a:ext cx="9144000" cy="5143500"/>
            </a:xfrm>
            <a:prstGeom prst="rect">
              <a:avLst/>
            </a:prstGeom>
            <a:noFill/>
            <a:ln>
              <a:noFill/>
            </a:ln>
          </p:spPr>
        </p:pic>
        <p:pic>
          <p:nvPicPr>
            <p:cNvPr id="132" name="Google Shape;132;p9"/>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33" name="Google Shape;133;p9"/>
          <p:cNvSpPr txBox="1"/>
          <p:nvPr>
            <p:ph type="title"/>
          </p:nvPr>
        </p:nvSpPr>
        <p:spPr>
          <a:xfrm>
            <a:off x="2241450" y="1520250"/>
            <a:ext cx="46611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4" name="Google Shape;134;p9"/>
          <p:cNvSpPr txBox="1"/>
          <p:nvPr>
            <p:ph idx="1" type="subTitle"/>
          </p:nvPr>
        </p:nvSpPr>
        <p:spPr>
          <a:xfrm>
            <a:off x="2241550" y="2362050"/>
            <a:ext cx="4661100" cy="126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sz="1400"/>
            </a:lvl2pPr>
            <a:lvl3pPr lvl="2" rtl="0" algn="ctr">
              <a:lnSpc>
                <a:spcPct val="100000"/>
              </a:lnSpc>
              <a:spcBef>
                <a:spcPts val="1600"/>
              </a:spcBef>
              <a:spcAft>
                <a:spcPts val="0"/>
              </a:spcAft>
              <a:buSzPts val="1400"/>
              <a:buNone/>
              <a:defRPr sz="1400"/>
            </a:lvl3pPr>
            <a:lvl4pPr lvl="3" rtl="0" algn="ctr">
              <a:lnSpc>
                <a:spcPct val="100000"/>
              </a:lnSpc>
              <a:spcBef>
                <a:spcPts val="1600"/>
              </a:spcBef>
              <a:spcAft>
                <a:spcPts val="0"/>
              </a:spcAft>
              <a:buSzPts val="1400"/>
              <a:buNone/>
              <a:defRPr sz="1400"/>
            </a:lvl4pPr>
            <a:lvl5pPr lvl="4" rtl="0" algn="ctr">
              <a:lnSpc>
                <a:spcPct val="100000"/>
              </a:lnSpc>
              <a:spcBef>
                <a:spcPts val="1600"/>
              </a:spcBef>
              <a:spcAft>
                <a:spcPts val="0"/>
              </a:spcAft>
              <a:buSzPts val="1400"/>
              <a:buNone/>
              <a:defRPr sz="1400"/>
            </a:lvl5pPr>
            <a:lvl6pPr lvl="5" rtl="0" algn="ctr">
              <a:lnSpc>
                <a:spcPct val="100000"/>
              </a:lnSpc>
              <a:spcBef>
                <a:spcPts val="1600"/>
              </a:spcBef>
              <a:spcAft>
                <a:spcPts val="0"/>
              </a:spcAft>
              <a:buSzPts val="1400"/>
              <a:buNone/>
              <a:defRPr sz="1400"/>
            </a:lvl6pPr>
            <a:lvl7pPr lvl="6" rtl="0" algn="ctr">
              <a:lnSpc>
                <a:spcPct val="100000"/>
              </a:lnSpc>
              <a:spcBef>
                <a:spcPts val="1600"/>
              </a:spcBef>
              <a:spcAft>
                <a:spcPts val="0"/>
              </a:spcAft>
              <a:buSzPts val="1400"/>
              <a:buNone/>
              <a:defRPr sz="1400"/>
            </a:lvl7pPr>
            <a:lvl8pPr lvl="7" rtl="0" algn="ctr">
              <a:lnSpc>
                <a:spcPct val="100000"/>
              </a:lnSpc>
              <a:spcBef>
                <a:spcPts val="1600"/>
              </a:spcBef>
              <a:spcAft>
                <a:spcPts val="0"/>
              </a:spcAft>
              <a:buSzPts val="1400"/>
              <a:buNone/>
              <a:defRPr sz="1400"/>
            </a:lvl8pPr>
            <a:lvl9pPr lvl="8" rtl="0" algn="ctr">
              <a:lnSpc>
                <a:spcPct val="100000"/>
              </a:lnSpc>
              <a:spcBef>
                <a:spcPts val="1600"/>
              </a:spcBef>
              <a:spcAft>
                <a:spcPts val="1600"/>
              </a:spcAft>
              <a:buSzPts val="1400"/>
              <a:buNone/>
              <a:defRPr sz="1400"/>
            </a:lvl9pPr>
          </a:lstStyle>
          <a:p/>
        </p:txBody>
      </p:sp>
      <p:grpSp>
        <p:nvGrpSpPr>
          <p:cNvPr id="135" name="Google Shape;135;p9"/>
          <p:cNvGrpSpPr/>
          <p:nvPr/>
        </p:nvGrpSpPr>
        <p:grpSpPr>
          <a:xfrm>
            <a:off x="5457332" y="4603950"/>
            <a:ext cx="1170000" cy="475800"/>
            <a:chOff x="8015682" y="132150"/>
            <a:chExt cx="1170000" cy="475800"/>
          </a:xfrm>
        </p:grpSpPr>
        <p:sp>
          <p:nvSpPr>
            <p:cNvPr id="136" name="Google Shape;136;p9"/>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137" name="Google Shape;137;p9"/>
            <p:cNvGrpSpPr/>
            <p:nvPr/>
          </p:nvGrpSpPr>
          <p:grpSpPr>
            <a:xfrm>
              <a:off x="8457282" y="132150"/>
              <a:ext cx="728401" cy="475800"/>
              <a:chOff x="7223032" y="715025"/>
              <a:chExt cx="728401" cy="475800"/>
            </a:xfrm>
          </p:grpSpPr>
          <p:sp>
            <p:nvSpPr>
              <p:cNvPr id="138" name="Google Shape;138;p9"/>
              <p:cNvSpPr/>
              <p:nvPr/>
            </p:nvSpPr>
            <p:spPr>
              <a:xfrm>
                <a:off x="7698832" y="715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39" name="Google Shape;139;p9"/>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140" name="Google Shape;140;p9"/>
          <p:cNvGrpSpPr/>
          <p:nvPr/>
        </p:nvGrpSpPr>
        <p:grpSpPr>
          <a:xfrm rot="1865772">
            <a:off x="7448853" y="4488247"/>
            <a:ext cx="1152514" cy="1115508"/>
            <a:chOff x="7245842" y="780332"/>
            <a:chExt cx="511029" cy="494621"/>
          </a:xfrm>
        </p:grpSpPr>
        <p:sp>
          <p:nvSpPr>
            <p:cNvPr id="141" name="Google Shape;141;p9"/>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9"/>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9"/>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9"/>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5" name="Shape 145"/>
        <p:cNvGrpSpPr/>
        <p:nvPr/>
      </p:nvGrpSpPr>
      <p:grpSpPr>
        <a:xfrm>
          <a:off x="0" y="0"/>
          <a:ext cx="0" cy="0"/>
          <a:chOff x="0" y="0"/>
          <a:chExt cx="0" cy="0"/>
        </a:xfrm>
      </p:grpSpPr>
      <p:sp>
        <p:nvSpPr>
          <p:cNvPr id="146" name="Google Shape;146;p10"/>
          <p:cNvSpPr/>
          <p:nvPr>
            <p:ph idx="2" type="pic"/>
          </p:nvPr>
        </p:nvSpPr>
        <p:spPr>
          <a:xfrm>
            <a:off x="0" y="0"/>
            <a:ext cx="9144000" cy="5143500"/>
          </a:xfrm>
          <a:prstGeom prst="rect">
            <a:avLst/>
          </a:prstGeom>
          <a:noFill/>
          <a:ln>
            <a:noFill/>
          </a:ln>
        </p:spPr>
      </p:sp>
      <p:sp>
        <p:nvSpPr>
          <p:cNvPr id="147" name="Google Shape;147;p10"/>
          <p:cNvSpPr txBox="1"/>
          <p:nvPr>
            <p:ph type="title"/>
          </p:nvPr>
        </p:nvSpPr>
        <p:spPr>
          <a:xfrm>
            <a:off x="713100" y="4128325"/>
            <a:ext cx="7717500" cy="475500"/>
          </a:xfrm>
          <a:prstGeom prst="rect">
            <a:avLst/>
          </a:prstGeom>
          <a:solidFill>
            <a:schemeClr val="lt1"/>
          </a:solidFill>
        </p:spPr>
        <p:txBody>
          <a:bodyPr anchorCtr="0" anchor="b" bIns="91425" lIns="91425" spcFirstLastPara="1" rIns="91425" wrap="square" tIns="91425">
            <a:noAutofit/>
          </a:bodyPr>
          <a:lstStyle>
            <a:lvl1pPr lvl="0" rtl="0" algn="ctr">
              <a:spcBef>
                <a:spcPts val="0"/>
              </a:spcBef>
              <a:spcAft>
                <a:spcPts val="0"/>
              </a:spcAft>
              <a:buSzPts val="3200"/>
              <a:buNone/>
              <a:defRPr sz="20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8" name="Shape 148"/>
        <p:cNvGrpSpPr/>
        <p:nvPr/>
      </p:nvGrpSpPr>
      <p:grpSpPr>
        <a:xfrm>
          <a:off x="0" y="0"/>
          <a:ext cx="0" cy="0"/>
          <a:chOff x="0" y="0"/>
          <a:chExt cx="0" cy="0"/>
        </a:xfrm>
      </p:grpSpPr>
      <p:grpSp>
        <p:nvGrpSpPr>
          <p:cNvPr id="149" name="Google Shape;149;p11"/>
          <p:cNvGrpSpPr/>
          <p:nvPr/>
        </p:nvGrpSpPr>
        <p:grpSpPr>
          <a:xfrm>
            <a:off x="0" y="0"/>
            <a:ext cx="9144003" cy="5143504"/>
            <a:chOff x="0" y="0"/>
            <a:chExt cx="9144003" cy="5143504"/>
          </a:xfrm>
        </p:grpSpPr>
        <p:pic>
          <p:nvPicPr>
            <p:cNvPr id="150" name="Google Shape;150;p11"/>
            <p:cNvPicPr preferRelativeResize="0"/>
            <p:nvPr/>
          </p:nvPicPr>
          <p:blipFill>
            <a:blip r:embed="rId2">
              <a:alphaModFix amt="92000"/>
            </a:blip>
            <a:stretch>
              <a:fillRect/>
            </a:stretch>
          </p:blipFill>
          <p:spPr>
            <a:xfrm flipH="1" rot="10800000">
              <a:off x="0" y="0"/>
              <a:ext cx="9144000" cy="5143500"/>
            </a:xfrm>
            <a:prstGeom prst="rect">
              <a:avLst/>
            </a:prstGeom>
            <a:noFill/>
            <a:ln>
              <a:noFill/>
            </a:ln>
          </p:spPr>
        </p:pic>
        <p:pic>
          <p:nvPicPr>
            <p:cNvPr id="151" name="Google Shape;151;p11"/>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52" name="Google Shape;152;p11"/>
          <p:cNvSpPr txBox="1"/>
          <p:nvPr>
            <p:ph hasCustomPrompt="1" type="title"/>
          </p:nvPr>
        </p:nvSpPr>
        <p:spPr>
          <a:xfrm>
            <a:off x="5139350" y="1129250"/>
            <a:ext cx="3291600" cy="1003800"/>
          </a:xfrm>
          <a:prstGeom prst="rect">
            <a:avLst/>
          </a:prstGeom>
        </p:spPr>
        <p:txBody>
          <a:bodyPr anchorCtr="0" anchor="b" bIns="91425" lIns="91425" spcFirstLastPara="1" rIns="91425" wrap="square" tIns="91425">
            <a:noAutofit/>
          </a:bodyPr>
          <a:lstStyle>
            <a:lvl1pPr lvl="0" algn="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3" name="Google Shape;153;p11"/>
          <p:cNvSpPr txBox="1"/>
          <p:nvPr>
            <p:ph idx="1" type="subTitle"/>
          </p:nvPr>
        </p:nvSpPr>
        <p:spPr>
          <a:xfrm>
            <a:off x="713100" y="3394750"/>
            <a:ext cx="2248500" cy="61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sz="1400"/>
            </a:lvl2pPr>
            <a:lvl3pPr lvl="2" rtl="0" algn="ctr">
              <a:lnSpc>
                <a:spcPct val="100000"/>
              </a:lnSpc>
              <a:spcBef>
                <a:spcPts val="1600"/>
              </a:spcBef>
              <a:spcAft>
                <a:spcPts val="0"/>
              </a:spcAft>
              <a:buSzPts val="1400"/>
              <a:buNone/>
              <a:defRPr sz="1400"/>
            </a:lvl3pPr>
            <a:lvl4pPr lvl="3" rtl="0" algn="ctr">
              <a:lnSpc>
                <a:spcPct val="100000"/>
              </a:lnSpc>
              <a:spcBef>
                <a:spcPts val="1600"/>
              </a:spcBef>
              <a:spcAft>
                <a:spcPts val="0"/>
              </a:spcAft>
              <a:buSzPts val="1400"/>
              <a:buNone/>
              <a:defRPr sz="1400"/>
            </a:lvl4pPr>
            <a:lvl5pPr lvl="4" rtl="0" algn="ctr">
              <a:lnSpc>
                <a:spcPct val="100000"/>
              </a:lnSpc>
              <a:spcBef>
                <a:spcPts val="1600"/>
              </a:spcBef>
              <a:spcAft>
                <a:spcPts val="0"/>
              </a:spcAft>
              <a:buSzPts val="1400"/>
              <a:buNone/>
              <a:defRPr sz="1400"/>
            </a:lvl5pPr>
            <a:lvl6pPr lvl="5" rtl="0" algn="ctr">
              <a:lnSpc>
                <a:spcPct val="100000"/>
              </a:lnSpc>
              <a:spcBef>
                <a:spcPts val="1600"/>
              </a:spcBef>
              <a:spcAft>
                <a:spcPts val="0"/>
              </a:spcAft>
              <a:buSzPts val="1400"/>
              <a:buNone/>
              <a:defRPr sz="1400"/>
            </a:lvl6pPr>
            <a:lvl7pPr lvl="6" rtl="0" algn="ctr">
              <a:lnSpc>
                <a:spcPct val="100000"/>
              </a:lnSpc>
              <a:spcBef>
                <a:spcPts val="1600"/>
              </a:spcBef>
              <a:spcAft>
                <a:spcPts val="0"/>
              </a:spcAft>
              <a:buSzPts val="1400"/>
              <a:buNone/>
              <a:defRPr sz="1400"/>
            </a:lvl7pPr>
            <a:lvl8pPr lvl="7" rtl="0" algn="ctr">
              <a:lnSpc>
                <a:spcPct val="100000"/>
              </a:lnSpc>
              <a:spcBef>
                <a:spcPts val="1600"/>
              </a:spcBef>
              <a:spcAft>
                <a:spcPts val="0"/>
              </a:spcAft>
              <a:buSzPts val="1400"/>
              <a:buNone/>
              <a:defRPr sz="1400"/>
            </a:lvl8pPr>
            <a:lvl9pPr lvl="8" rtl="0" algn="ctr">
              <a:lnSpc>
                <a:spcPct val="100000"/>
              </a:lnSpc>
              <a:spcBef>
                <a:spcPts val="1600"/>
              </a:spcBef>
              <a:spcAft>
                <a:spcPts val="1600"/>
              </a:spcAft>
              <a:buSzPts val="1400"/>
              <a:buNone/>
              <a:defRPr sz="1400"/>
            </a:lvl9pPr>
          </a:lstStyle>
          <a:p/>
        </p:txBody>
      </p:sp>
      <p:grpSp>
        <p:nvGrpSpPr>
          <p:cNvPr id="154" name="Google Shape;154;p11"/>
          <p:cNvGrpSpPr/>
          <p:nvPr/>
        </p:nvGrpSpPr>
        <p:grpSpPr>
          <a:xfrm>
            <a:off x="8400682" y="2989975"/>
            <a:ext cx="497249" cy="976150"/>
            <a:chOff x="7201582" y="214675"/>
            <a:chExt cx="497249" cy="976150"/>
          </a:xfrm>
        </p:grpSpPr>
        <p:sp>
          <p:nvSpPr>
            <p:cNvPr id="155" name="Google Shape;155;p11"/>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56" name="Google Shape;156;p11"/>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1"/>
        </a:solidFill>
      </p:bgPr>
    </p:bg>
    <p:spTree>
      <p:nvGrpSpPr>
        <p:cNvPr id="157" name="Shape 1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_1">
    <p:spTree>
      <p:nvGrpSpPr>
        <p:cNvPr id="158" name="Shape 158"/>
        <p:cNvGrpSpPr/>
        <p:nvPr/>
      </p:nvGrpSpPr>
      <p:grpSpPr>
        <a:xfrm>
          <a:off x="0" y="0"/>
          <a:ext cx="0" cy="0"/>
          <a:chOff x="0" y="0"/>
          <a:chExt cx="0" cy="0"/>
        </a:xfrm>
      </p:grpSpPr>
      <p:grpSp>
        <p:nvGrpSpPr>
          <p:cNvPr id="159" name="Google Shape;159;p13"/>
          <p:cNvGrpSpPr/>
          <p:nvPr/>
        </p:nvGrpSpPr>
        <p:grpSpPr>
          <a:xfrm>
            <a:off x="0" y="0"/>
            <a:ext cx="9144003" cy="5143504"/>
            <a:chOff x="0" y="0"/>
            <a:chExt cx="9144003" cy="5143504"/>
          </a:xfrm>
        </p:grpSpPr>
        <p:pic>
          <p:nvPicPr>
            <p:cNvPr id="160" name="Google Shape;160;p13"/>
            <p:cNvPicPr preferRelativeResize="0"/>
            <p:nvPr/>
          </p:nvPicPr>
          <p:blipFill>
            <a:blip r:embed="rId2">
              <a:alphaModFix amt="80000"/>
            </a:blip>
            <a:stretch>
              <a:fillRect/>
            </a:stretch>
          </p:blipFill>
          <p:spPr>
            <a:xfrm>
              <a:off x="0" y="0"/>
              <a:ext cx="9144000" cy="5143500"/>
            </a:xfrm>
            <a:prstGeom prst="rect">
              <a:avLst/>
            </a:prstGeom>
            <a:noFill/>
            <a:ln>
              <a:noFill/>
            </a:ln>
          </p:spPr>
        </p:pic>
        <p:pic>
          <p:nvPicPr>
            <p:cNvPr id="161" name="Google Shape;161;p13"/>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62" name="Google Shape;162;p1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63" name="Google Shape;163;p13"/>
          <p:cNvSpPr txBox="1"/>
          <p:nvPr>
            <p:ph hasCustomPrompt="1" idx="2" type="title"/>
          </p:nvPr>
        </p:nvSpPr>
        <p:spPr>
          <a:xfrm>
            <a:off x="1081350" y="161235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4" name="Google Shape;164;p13"/>
          <p:cNvSpPr txBox="1"/>
          <p:nvPr>
            <p:ph hasCustomPrompt="1" idx="3" type="title"/>
          </p:nvPr>
        </p:nvSpPr>
        <p:spPr>
          <a:xfrm>
            <a:off x="1081350" y="312700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5" name="Google Shape;165;p13"/>
          <p:cNvSpPr txBox="1"/>
          <p:nvPr>
            <p:ph hasCustomPrompt="1" idx="4" type="title"/>
          </p:nvPr>
        </p:nvSpPr>
        <p:spPr>
          <a:xfrm>
            <a:off x="3408450" y="161235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6" name="Google Shape;166;p13"/>
          <p:cNvSpPr txBox="1"/>
          <p:nvPr>
            <p:ph hasCustomPrompt="1" idx="5" type="title"/>
          </p:nvPr>
        </p:nvSpPr>
        <p:spPr>
          <a:xfrm>
            <a:off x="3408450" y="312700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 name="Google Shape;167;p13"/>
          <p:cNvSpPr txBox="1"/>
          <p:nvPr>
            <p:ph idx="1" type="subTitle"/>
          </p:nvPr>
        </p:nvSpPr>
        <p:spPr>
          <a:xfrm>
            <a:off x="1081350" y="2155775"/>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sp>
        <p:nvSpPr>
          <p:cNvPr id="168" name="Google Shape;168;p13"/>
          <p:cNvSpPr txBox="1"/>
          <p:nvPr>
            <p:ph idx="6" type="subTitle"/>
          </p:nvPr>
        </p:nvSpPr>
        <p:spPr>
          <a:xfrm>
            <a:off x="3402900" y="2155775"/>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sp>
        <p:nvSpPr>
          <p:cNvPr id="169" name="Google Shape;169;p13"/>
          <p:cNvSpPr txBox="1"/>
          <p:nvPr>
            <p:ph idx="7" type="subTitle"/>
          </p:nvPr>
        </p:nvSpPr>
        <p:spPr>
          <a:xfrm>
            <a:off x="1081350" y="3670150"/>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sp>
        <p:nvSpPr>
          <p:cNvPr id="170" name="Google Shape;170;p13"/>
          <p:cNvSpPr txBox="1"/>
          <p:nvPr>
            <p:ph idx="8" type="subTitle"/>
          </p:nvPr>
        </p:nvSpPr>
        <p:spPr>
          <a:xfrm>
            <a:off x="3402900" y="3670150"/>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sp>
        <p:nvSpPr>
          <p:cNvPr id="171" name="Google Shape;171;p13"/>
          <p:cNvSpPr txBox="1"/>
          <p:nvPr>
            <p:ph hasCustomPrompt="1" idx="9" type="title"/>
          </p:nvPr>
        </p:nvSpPr>
        <p:spPr>
          <a:xfrm>
            <a:off x="5741100" y="161235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72" name="Google Shape;172;p13"/>
          <p:cNvSpPr txBox="1"/>
          <p:nvPr>
            <p:ph hasCustomPrompt="1" idx="13" type="title"/>
          </p:nvPr>
        </p:nvSpPr>
        <p:spPr>
          <a:xfrm>
            <a:off x="5741100" y="3127000"/>
            <a:ext cx="666000" cy="543300"/>
          </a:xfrm>
          <a:prstGeom prst="rect">
            <a:avLst/>
          </a:prstGeom>
          <a:solidFill>
            <a:schemeClr val="lt2"/>
          </a:solidFill>
        </p:spPr>
        <p:txBody>
          <a:bodyPr anchorCtr="0" anchor="b" bIns="91425" lIns="91425" spcFirstLastPara="1" rIns="91425" wrap="square" tIns="91425">
            <a:noAutofit/>
          </a:bodyPr>
          <a:lstStyle>
            <a:lvl1pPr lvl="0" rtl="0" algn="ctr">
              <a:spcBef>
                <a:spcPts val="0"/>
              </a:spcBef>
              <a:spcAft>
                <a:spcPts val="0"/>
              </a:spcAft>
              <a:buSzPts val="2400"/>
              <a:buNone/>
              <a:defRPr sz="25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73" name="Google Shape;173;p13"/>
          <p:cNvSpPr txBox="1"/>
          <p:nvPr>
            <p:ph idx="14" type="subTitle"/>
          </p:nvPr>
        </p:nvSpPr>
        <p:spPr>
          <a:xfrm>
            <a:off x="5735550" y="2155775"/>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sp>
        <p:nvSpPr>
          <p:cNvPr id="174" name="Google Shape;174;p13"/>
          <p:cNvSpPr txBox="1"/>
          <p:nvPr>
            <p:ph idx="15" type="subTitle"/>
          </p:nvPr>
        </p:nvSpPr>
        <p:spPr>
          <a:xfrm>
            <a:off x="5735550" y="3670150"/>
            <a:ext cx="2327100" cy="7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None/>
              <a:defRPr b="1" sz="2000">
                <a:solidFill>
                  <a:schemeClr val="dk1"/>
                </a:solidFill>
              </a:defRPr>
            </a:lvl1pPr>
            <a:lvl2pPr lvl="1" rtl="0">
              <a:lnSpc>
                <a:spcPct val="100000"/>
              </a:lnSpc>
              <a:spcBef>
                <a:spcPts val="0"/>
              </a:spcBef>
              <a:spcAft>
                <a:spcPts val="0"/>
              </a:spcAft>
              <a:buSzPts val="2000"/>
              <a:buNone/>
              <a:defRPr sz="2000"/>
            </a:lvl2pPr>
            <a:lvl3pPr lvl="2" rtl="0">
              <a:lnSpc>
                <a:spcPct val="100000"/>
              </a:lnSpc>
              <a:spcBef>
                <a:spcPts val="0"/>
              </a:spcBef>
              <a:spcAft>
                <a:spcPts val="0"/>
              </a:spcAft>
              <a:buSzPts val="2000"/>
              <a:buNone/>
              <a:defRPr sz="2000"/>
            </a:lvl3pPr>
            <a:lvl4pPr lvl="3" rtl="0">
              <a:lnSpc>
                <a:spcPct val="100000"/>
              </a:lnSpc>
              <a:spcBef>
                <a:spcPts val="0"/>
              </a:spcBef>
              <a:spcAft>
                <a:spcPts val="0"/>
              </a:spcAft>
              <a:buSzPts val="2000"/>
              <a:buNone/>
              <a:defRPr sz="2000"/>
            </a:lvl4pPr>
            <a:lvl5pPr lvl="4" rtl="0">
              <a:lnSpc>
                <a:spcPct val="100000"/>
              </a:lnSpc>
              <a:spcBef>
                <a:spcPts val="0"/>
              </a:spcBef>
              <a:spcAft>
                <a:spcPts val="0"/>
              </a:spcAft>
              <a:buSzPts val="2000"/>
              <a:buNone/>
              <a:defRPr sz="2000"/>
            </a:lvl5pPr>
            <a:lvl6pPr lvl="5" rtl="0">
              <a:lnSpc>
                <a:spcPct val="100000"/>
              </a:lnSpc>
              <a:spcBef>
                <a:spcPts val="0"/>
              </a:spcBef>
              <a:spcAft>
                <a:spcPts val="0"/>
              </a:spcAft>
              <a:buSzPts val="2000"/>
              <a:buNone/>
              <a:defRPr sz="2000"/>
            </a:lvl6pPr>
            <a:lvl7pPr lvl="6" rtl="0">
              <a:lnSpc>
                <a:spcPct val="100000"/>
              </a:lnSpc>
              <a:spcBef>
                <a:spcPts val="0"/>
              </a:spcBef>
              <a:spcAft>
                <a:spcPts val="0"/>
              </a:spcAft>
              <a:buSzPts val="2000"/>
              <a:buNone/>
              <a:defRPr sz="2000"/>
            </a:lvl7pPr>
            <a:lvl8pPr lvl="7" rtl="0">
              <a:lnSpc>
                <a:spcPct val="100000"/>
              </a:lnSpc>
              <a:spcBef>
                <a:spcPts val="0"/>
              </a:spcBef>
              <a:spcAft>
                <a:spcPts val="0"/>
              </a:spcAft>
              <a:buSzPts val="2000"/>
              <a:buNone/>
              <a:defRPr sz="2000"/>
            </a:lvl8pPr>
            <a:lvl9pPr lvl="8" rtl="0">
              <a:lnSpc>
                <a:spcPct val="100000"/>
              </a:lnSpc>
              <a:spcBef>
                <a:spcPts val="0"/>
              </a:spcBef>
              <a:spcAft>
                <a:spcPts val="0"/>
              </a:spcAft>
              <a:buSzPts val="2000"/>
              <a:buNone/>
              <a:defRPr sz="2000"/>
            </a:lvl9pPr>
          </a:lstStyle>
          <a:p/>
        </p:txBody>
      </p:sp>
      <p:grpSp>
        <p:nvGrpSpPr>
          <p:cNvPr id="175" name="Google Shape;175;p13"/>
          <p:cNvGrpSpPr/>
          <p:nvPr/>
        </p:nvGrpSpPr>
        <p:grpSpPr>
          <a:xfrm>
            <a:off x="-388872" y="132150"/>
            <a:ext cx="9321954" cy="3584300"/>
            <a:chOff x="-388872" y="132150"/>
            <a:chExt cx="9321954" cy="3584300"/>
          </a:xfrm>
        </p:grpSpPr>
        <p:grpSp>
          <p:nvGrpSpPr>
            <p:cNvPr id="176" name="Google Shape;176;p13"/>
            <p:cNvGrpSpPr/>
            <p:nvPr/>
          </p:nvGrpSpPr>
          <p:grpSpPr>
            <a:xfrm>
              <a:off x="8015682" y="132150"/>
              <a:ext cx="917400" cy="890800"/>
              <a:chOff x="8015682" y="132150"/>
              <a:chExt cx="917400" cy="890800"/>
            </a:xfrm>
          </p:grpSpPr>
          <p:sp>
            <p:nvSpPr>
              <p:cNvPr id="177" name="Google Shape;177;p13"/>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178" name="Google Shape;178;p13"/>
              <p:cNvGrpSpPr/>
              <p:nvPr/>
            </p:nvGrpSpPr>
            <p:grpSpPr>
              <a:xfrm>
                <a:off x="8457282" y="132150"/>
                <a:ext cx="475801" cy="890800"/>
                <a:chOff x="7223032" y="715025"/>
                <a:chExt cx="475801" cy="890800"/>
              </a:xfrm>
            </p:grpSpPr>
            <p:sp>
              <p:nvSpPr>
                <p:cNvPr id="179" name="Google Shape;179;p13"/>
                <p:cNvSpPr/>
                <p:nvPr/>
              </p:nvSpPr>
              <p:spPr>
                <a:xfrm>
                  <a:off x="7446232" y="13532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80" name="Google Shape;180;p13"/>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181" name="Google Shape;181;p13"/>
            <p:cNvGrpSpPr/>
            <p:nvPr/>
          </p:nvGrpSpPr>
          <p:grpSpPr>
            <a:xfrm>
              <a:off x="-388872" y="2400262"/>
              <a:ext cx="995097" cy="1316187"/>
              <a:chOff x="-70622" y="2028387"/>
              <a:chExt cx="995097" cy="1316187"/>
            </a:xfrm>
          </p:grpSpPr>
          <p:sp>
            <p:nvSpPr>
              <p:cNvPr id="182" name="Google Shape;182;p13"/>
              <p:cNvSpPr/>
              <p:nvPr/>
            </p:nvSpPr>
            <p:spPr>
              <a:xfrm>
                <a:off x="431307" y="30919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83" name="Google Shape;183;p13"/>
              <p:cNvSpPr/>
              <p:nvPr/>
            </p:nvSpPr>
            <p:spPr>
              <a:xfrm>
                <a:off x="724075" y="28035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84" name="Google Shape;184;p13"/>
              <p:cNvSpPr/>
              <p:nvPr/>
            </p:nvSpPr>
            <p:spPr>
              <a:xfrm>
                <a:off x="-70622" y="20283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185" name="Google Shape;185;p13"/>
          <p:cNvSpPr/>
          <p:nvPr/>
        </p:nvSpPr>
        <p:spPr>
          <a:xfrm rot="1593903">
            <a:off x="8552000" y="4408121"/>
            <a:ext cx="872412" cy="872409"/>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
    <p:spTree>
      <p:nvGrpSpPr>
        <p:cNvPr id="186" name="Shape 186"/>
        <p:cNvGrpSpPr/>
        <p:nvPr/>
      </p:nvGrpSpPr>
      <p:grpSpPr>
        <a:xfrm>
          <a:off x="0" y="0"/>
          <a:ext cx="0" cy="0"/>
          <a:chOff x="0" y="0"/>
          <a:chExt cx="0" cy="0"/>
        </a:xfrm>
      </p:grpSpPr>
      <p:grpSp>
        <p:nvGrpSpPr>
          <p:cNvPr id="187" name="Google Shape;187;p14"/>
          <p:cNvGrpSpPr/>
          <p:nvPr/>
        </p:nvGrpSpPr>
        <p:grpSpPr>
          <a:xfrm>
            <a:off x="0" y="0"/>
            <a:ext cx="9144003" cy="5143504"/>
            <a:chOff x="0" y="0"/>
            <a:chExt cx="9144003" cy="5143504"/>
          </a:xfrm>
        </p:grpSpPr>
        <p:pic>
          <p:nvPicPr>
            <p:cNvPr id="188" name="Google Shape;188;p14"/>
            <p:cNvPicPr preferRelativeResize="0"/>
            <p:nvPr/>
          </p:nvPicPr>
          <p:blipFill>
            <a:blip r:embed="rId2">
              <a:alphaModFix amt="40000"/>
            </a:blip>
            <a:stretch>
              <a:fillRect/>
            </a:stretch>
          </p:blipFill>
          <p:spPr>
            <a:xfrm>
              <a:off x="0" y="0"/>
              <a:ext cx="9144000" cy="5143500"/>
            </a:xfrm>
            <a:prstGeom prst="rect">
              <a:avLst/>
            </a:prstGeom>
            <a:noFill/>
            <a:ln>
              <a:noFill/>
            </a:ln>
          </p:spPr>
        </p:pic>
        <p:pic>
          <p:nvPicPr>
            <p:cNvPr id="189" name="Google Shape;189;p14"/>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190" name="Google Shape;190;p14"/>
          <p:cNvSpPr/>
          <p:nvPr>
            <p:ph idx="2" type="pic"/>
          </p:nvPr>
        </p:nvSpPr>
        <p:spPr>
          <a:xfrm>
            <a:off x="4926400" y="612600"/>
            <a:ext cx="3204900" cy="3918300"/>
          </a:xfrm>
          <a:prstGeom prst="rect">
            <a:avLst/>
          </a:prstGeom>
          <a:noFill/>
          <a:ln cap="flat" cmpd="sng" w="19050">
            <a:solidFill>
              <a:schemeClr val="lt2"/>
            </a:solidFill>
            <a:prstDash val="solid"/>
            <a:round/>
            <a:headEnd len="sm" w="sm" type="none"/>
            <a:tailEnd len="sm" w="sm" type="none"/>
          </a:ln>
        </p:spPr>
      </p:sp>
      <p:sp>
        <p:nvSpPr>
          <p:cNvPr id="191" name="Google Shape;191;p14"/>
          <p:cNvSpPr/>
          <p:nvPr>
            <p:ph idx="3" type="pic"/>
          </p:nvPr>
        </p:nvSpPr>
        <p:spPr>
          <a:xfrm>
            <a:off x="1012725" y="612600"/>
            <a:ext cx="3776100" cy="2517300"/>
          </a:xfrm>
          <a:prstGeom prst="rect">
            <a:avLst/>
          </a:prstGeom>
          <a:noFill/>
          <a:ln cap="flat" cmpd="sng" w="19050">
            <a:solidFill>
              <a:schemeClr val="lt2"/>
            </a:solidFill>
            <a:prstDash val="solid"/>
            <a:round/>
            <a:headEnd len="sm" w="sm" type="none"/>
            <a:tailEnd len="sm" w="sm" type="none"/>
          </a:ln>
        </p:spPr>
      </p:sp>
      <p:sp>
        <p:nvSpPr>
          <p:cNvPr id="192" name="Google Shape;192;p14"/>
          <p:cNvSpPr txBox="1"/>
          <p:nvPr>
            <p:ph type="title"/>
          </p:nvPr>
        </p:nvSpPr>
        <p:spPr>
          <a:xfrm>
            <a:off x="1243063" y="3234125"/>
            <a:ext cx="3315300" cy="636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93" name="Google Shape;193;p14"/>
          <p:cNvSpPr txBox="1"/>
          <p:nvPr>
            <p:ph idx="1" type="subTitle"/>
          </p:nvPr>
        </p:nvSpPr>
        <p:spPr>
          <a:xfrm>
            <a:off x="1243063" y="3793700"/>
            <a:ext cx="3315300" cy="73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grpSp>
        <p:nvGrpSpPr>
          <p:cNvPr id="194" name="Google Shape;194;p14"/>
          <p:cNvGrpSpPr/>
          <p:nvPr/>
        </p:nvGrpSpPr>
        <p:grpSpPr>
          <a:xfrm>
            <a:off x="-296706" y="1180500"/>
            <a:ext cx="9374663" cy="3287187"/>
            <a:chOff x="-296706" y="951900"/>
            <a:chExt cx="9374663" cy="3287187"/>
          </a:xfrm>
        </p:grpSpPr>
        <p:grpSp>
          <p:nvGrpSpPr>
            <p:cNvPr id="195" name="Google Shape;195;p14"/>
            <p:cNvGrpSpPr/>
            <p:nvPr/>
          </p:nvGrpSpPr>
          <p:grpSpPr>
            <a:xfrm>
              <a:off x="8495457" y="951900"/>
              <a:ext cx="582501" cy="695525"/>
              <a:chOff x="7261207" y="1534775"/>
              <a:chExt cx="582501" cy="695525"/>
            </a:xfrm>
          </p:grpSpPr>
          <p:sp>
            <p:nvSpPr>
              <p:cNvPr id="196" name="Google Shape;196;p14"/>
              <p:cNvSpPr/>
              <p:nvPr/>
            </p:nvSpPr>
            <p:spPr>
              <a:xfrm>
                <a:off x="7591107" y="19777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97" name="Google Shape;197;p14"/>
              <p:cNvSpPr/>
              <p:nvPr/>
            </p:nvSpPr>
            <p:spPr>
              <a:xfrm>
                <a:off x="7261207" y="15347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198" name="Google Shape;198;p14"/>
            <p:cNvGrpSpPr/>
            <p:nvPr/>
          </p:nvGrpSpPr>
          <p:grpSpPr>
            <a:xfrm>
              <a:off x="-296706" y="2940751"/>
              <a:ext cx="855606" cy="1298336"/>
              <a:chOff x="21544" y="2568876"/>
              <a:chExt cx="855606" cy="1298336"/>
            </a:xfrm>
          </p:grpSpPr>
          <p:sp>
            <p:nvSpPr>
              <p:cNvPr id="199" name="Google Shape;199;p14"/>
              <p:cNvSpPr/>
              <p:nvPr/>
            </p:nvSpPr>
            <p:spPr>
              <a:xfrm>
                <a:off x="424157" y="27692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00" name="Google Shape;200;p14"/>
              <p:cNvSpPr/>
              <p:nvPr/>
            </p:nvSpPr>
            <p:spPr>
              <a:xfrm>
                <a:off x="676750" y="25688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01" name="Google Shape;201;p14"/>
              <p:cNvSpPr/>
              <p:nvPr/>
            </p:nvSpPr>
            <p:spPr>
              <a:xfrm>
                <a:off x="21544" y="3092012"/>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202" name="Google Shape;202;p14"/>
          <p:cNvGrpSpPr/>
          <p:nvPr/>
        </p:nvGrpSpPr>
        <p:grpSpPr>
          <a:xfrm rot="1865772">
            <a:off x="8399416" y="-143178"/>
            <a:ext cx="1152514" cy="1115508"/>
            <a:chOff x="7245842" y="780332"/>
            <a:chExt cx="511029" cy="494621"/>
          </a:xfrm>
        </p:grpSpPr>
        <p:sp>
          <p:nvSpPr>
            <p:cNvPr id="203" name="Google Shape;203;p14"/>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4"/>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14"/>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14"/>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3_1">
    <p:spTree>
      <p:nvGrpSpPr>
        <p:cNvPr id="207" name="Shape 207"/>
        <p:cNvGrpSpPr/>
        <p:nvPr/>
      </p:nvGrpSpPr>
      <p:grpSpPr>
        <a:xfrm>
          <a:off x="0" y="0"/>
          <a:ext cx="0" cy="0"/>
          <a:chOff x="0" y="0"/>
          <a:chExt cx="0" cy="0"/>
        </a:xfrm>
      </p:grpSpPr>
      <p:grpSp>
        <p:nvGrpSpPr>
          <p:cNvPr id="208" name="Google Shape;208;p15"/>
          <p:cNvGrpSpPr/>
          <p:nvPr/>
        </p:nvGrpSpPr>
        <p:grpSpPr>
          <a:xfrm>
            <a:off x="0" y="0"/>
            <a:ext cx="9144003" cy="5143504"/>
            <a:chOff x="0" y="0"/>
            <a:chExt cx="9144003" cy="5143504"/>
          </a:xfrm>
        </p:grpSpPr>
        <p:pic>
          <p:nvPicPr>
            <p:cNvPr id="209" name="Google Shape;209;p15"/>
            <p:cNvPicPr preferRelativeResize="0"/>
            <p:nvPr/>
          </p:nvPicPr>
          <p:blipFill>
            <a:blip r:embed="rId2">
              <a:alphaModFix amt="80000"/>
            </a:blip>
            <a:stretch>
              <a:fillRect/>
            </a:stretch>
          </p:blipFill>
          <p:spPr>
            <a:xfrm>
              <a:off x="0" y="0"/>
              <a:ext cx="9144000" cy="5143500"/>
            </a:xfrm>
            <a:prstGeom prst="rect">
              <a:avLst/>
            </a:prstGeom>
            <a:noFill/>
            <a:ln>
              <a:noFill/>
            </a:ln>
          </p:spPr>
        </p:pic>
        <p:pic>
          <p:nvPicPr>
            <p:cNvPr id="210" name="Google Shape;210;p15"/>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211" name="Google Shape;211;p15"/>
          <p:cNvSpPr txBox="1"/>
          <p:nvPr>
            <p:ph type="title"/>
          </p:nvPr>
        </p:nvSpPr>
        <p:spPr>
          <a:xfrm>
            <a:off x="5346900" y="2836050"/>
            <a:ext cx="3084000" cy="57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12" name="Google Shape;212;p15"/>
          <p:cNvSpPr txBox="1"/>
          <p:nvPr>
            <p:ph idx="1" type="subTitle"/>
          </p:nvPr>
        </p:nvSpPr>
        <p:spPr>
          <a:xfrm>
            <a:off x="5346900" y="3338250"/>
            <a:ext cx="3084000" cy="105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213" name="Google Shape;213;p15"/>
          <p:cNvSpPr/>
          <p:nvPr>
            <p:ph idx="2" type="pic"/>
          </p:nvPr>
        </p:nvSpPr>
        <p:spPr>
          <a:xfrm>
            <a:off x="5346900" y="748350"/>
            <a:ext cx="3084000" cy="2011500"/>
          </a:xfrm>
          <a:prstGeom prst="rect">
            <a:avLst/>
          </a:prstGeom>
          <a:noFill/>
          <a:ln cap="flat" cmpd="sng" w="19050">
            <a:solidFill>
              <a:schemeClr val="lt2"/>
            </a:solidFill>
            <a:prstDash val="solid"/>
            <a:round/>
            <a:headEnd len="sm" w="sm" type="none"/>
            <a:tailEnd len="sm" w="sm" type="none"/>
          </a:ln>
        </p:spPr>
      </p:sp>
      <p:sp>
        <p:nvSpPr>
          <p:cNvPr id="214" name="Google Shape;214;p15"/>
          <p:cNvSpPr/>
          <p:nvPr>
            <p:ph idx="3" type="pic"/>
          </p:nvPr>
        </p:nvSpPr>
        <p:spPr>
          <a:xfrm>
            <a:off x="713100" y="748350"/>
            <a:ext cx="2193900" cy="3646800"/>
          </a:xfrm>
          <a:prstGeom prst="rect">
            <a:avLst/>
          </a:prstGeom>
          <a:noFill/>
          <a:ln cap="flat" cmpd="sng" w="19050">
            <a:solidFill>
              <a:schemeClr val="lt2"/>
            </a:solidFill>
            <a:prstDash val="solid"/>
            <a:round/>
            <a:headEnd len="sm" w="sm" type="none"/>
            <a:tailEnd len="sm" w="sm" type="none"/>
          </a:ln>
        </p:spPr>
      </p:sp>
      <p:sp>
        <p:nvSpPr>
          <p:cNvPr id="215" name="Google Shape;215;p15"/>
          <p:cNvSpPr/>
          <p:nvPr>
            <p:ph idx="4" type="pic"/>
          </p:nvPr>
        </p:nvSpPr>
        <p:spPr>
          <a:xfrm>
            <a:off x="3028459" y="748350"/>
            <a:ext cx="2193900" cy="3646800"/>
          </a:xfrm>
          <a:prstGeom prst="rect">
            <a:avLst/>
          </a:prstGeom>
          <a:noFill/>
          <a:ln cap="flat" cmpd="sng" w="19050">
            <a:solidFill>
              <a:schemeClr val="lt2"/>
            </a:solidFill>
            <a:prstDash val="solid"/>
            <a:round/>
            <a:headEnd len="sm" w="sm" type="none"/>
            <a:tailEnd len="sm" w="sm" type="none"/>
          </a:ln>
        </p:spPr>
      </p:sp>
      <p:grpSp>
        <p:nvGrpSpPr>
          <p:cNvPr id="216" name="Google Shape;216;p15"/>
          <p:cNvGrpSpPr/>
          <p:nvPr/>
        </p:nvGrpSpPr>
        <p:grpSpPr>
          <a:xfrm>
            <a:off x="7143336" y="4295646"/>
            <a:ext cx="2074805" cy="1180644"/>
            <a:chOff x="7143336" y="4295646"/>
            <a:chExt cx="2074805" cy="1180644"/>
          </a:xfrm>
        </p:grpSpPr>
        <p:grpSp>
          <p:nvGrpSpPr>
            <p:cNvPr id="217" name="Google Shape;217;p15"/>
            <p:cNvGrpSpPr/>
            <p:nvPr/>
          </p:nvGrpSpPr>
          <p:grpSpPr>
            <a:xfrm rot="-1215430">
              <a:off x="7263033" y="4514830"/>
              <a:ext cx="841630" cy="841792"/>
              <a:chOff x="4610358" y="539437"/>
              <a:chExt cx="511051" cy="511051"/>
            </a:xfrm>
          </p:grpSpPr>
          <p:sp>
            <p:nvSpPr>
              <p:cNvPr id="218" name="Google Shape;218;p15"/>
              <p:cNvSpPr/>
              <p:nvPr/>
            </p:nvSpPr>
            <p:spPr>
              <a:xfrm>
                <a:off x="4790903" y="680225"/>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15"/>
              <p:cNvSpPr/>
              <p:nvPr/>
            </p:nvSpPr>
            <p:spPr>
              <a:xfrm>
                <a:off x="4903894" y="679297"/>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15"/>
              <p:cNvSpPr/>
              <p:nvPr/>
            </p:nvSpPr>
            <p:spPr>
              <a:xfrm>
                <a:off x="4610358" y="539437"/>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15"/>
              <p:cNvSpPr/>
              <p:nvPr/>
            </p:nvSpPr>
            <p:spPr>
              <a:xfrm>
                <a:off x="4678288" y="795845"/>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15"/>
              <p:cNvSpPr/>
              <p:nvPr/>
            </p:nvSpPr>
            <p:spPr>
              <a:xfrm>
                <a:off x="4992985" y="795845"/>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15"/>
              <p:cNvSpPr/>
              <p:nvPr/>
            </p:nvSpPr>
            <p:spPr>
              <a:xfrm>
                <a:off x="4702504" y="798228"/>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4" name="Google Shape;224;p15"/>
            <p:cNvSpPr/>
            <p:nvPr/>
          </p:nvSpPr>
          <p:spPr>
            <a:xfrm rot="1450482">
              <a:off x="8241338" y="4431044"/>
              <a:ext cx="841418" cy="841445"/>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 name="Google Shape;225;p15"/>
          <p:cNvGrpSpPr/>
          <p:nvPr/>
        </p:nvGrpSpPr>
        <p:grpSpPr>
          <a:xfrm>
            <a:off x="-394054" y="109062"/>
            <a:ext cx="9364436" cy="4980613"/>
            <a:chOff x="-394054" y="109062"/>
            <a:chExt cx="9364436" cy="4980613"/>
          </a:xfrm>
        </p:grpSpPr>
        <p:grpSp>
          <p:nvGrpSpPr>
            <p:cNvPr id="226" name="Google Shape;226;p15"/>
            <p:cNvGrpSpPr/>
            <p:nvPr/>
          </p:nvGrpSpPr>
          <p:grpSpPr>
            <a:xfrm>
              <a:off x="6624607" y="4084200"/>
              <a:ext cx="2345776" cy="1005475"/>
              <a:chOff x="10737432" y="84850"/>
              <a:chExt cx="2345776" cy="1005475"/>
            </a:xfrm>
          </p:grpSpPr>
          <p:sp>
            <p:nvSpPr>
              <p:cNvPr id="227" name="Google Shape;227;p15"/>
              <p:cNvSpPr/>
              <p:nvPr/>
            </p:nvSpPr>
            <p:spPr>
              <a:xfrm>
                <a:off x="12830607" y="848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28" name="Google Shape;228;p15"/>
              <p:cNvSpPr/>
              <p:nvPr/>
            </p:nvSpPr>
            <p:spPr>
              <a:xfrm>
                <a:off x="10737432" y="6145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229" name="Google Shape;229;p15"/>
            <p:cNvGrpSpPr/>
            <p:nvPr/>
          </p:nvGrpSpPr>
          <p:grpSpPr>
            <a:xfrm>
              <a:off x="-394054" y="109062"/>
              <a:ext cx="950311" cy="891887"/>
              <a:chOff x="-75804" y="2239687"/>
              <a:chExt cx="950311" cy="891887"/>
            </a:xfrm>
          </p:grpSpPr>
          <p:sp>
            <p:nvSpPr>
              <p:cNvPr id="230" name="Google Shape;230;p15"/>
              <p:cNvSpPr/>
              <p:nvPr/>
            </p:nvSpPr>
            <p:spPr>
              <a:xfrm>
                <a:off x="621907" y="28789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31" name="Google Shape;231;p15"/>
              <p:cNvSpPr/>
              <p:nvPr/>
            </p:nvSpPr>
            <p:spPr>
              <a:xfrm>
                <a:off x="-75804" y="2239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2">
    <p:spTree>
      <p:nvGrpSpPr>
        <p:cNvPr id="232" name="Shape 232"/>
        <p:cNvGrpSpPr/>
        <p:nvPr/>
      </p:nvGrpSpPr>
      <p:grpSpPr>
        <a:xfrm>
          <a:off x="0" y="0"/>
          <a:ext cx="0" cy="0"/>
          <a:chOff x="0" y="0"/>
          <a:chExt cx="0" cy="0"/>
        </a:xfrm>
      </p:grpSpPr>
      <p:grpSp>
        <p:nvGrpSpPr>
          <p:cNvPr id="233" name="Google Shape;233;p16"/>
          <p:cNvGrpSpPr/>
          <p:nvPr/>
        </p:nvGrpSpPr>
        <p:grpSpPr>
          <a:xfrm>
            <a:off x="0" y="0"/>
            <a:ext cx="9144003" cy="5143504"/>
            <a:chOff x="0" y="0"/>
            <a:chExt cx="9144003" cy="5143504"/>
          </a:xfrm>
        </p:grpSpPr>
        <p:pic>
          <p:nvPicPr>
            <p:cNvPr id="234" name="Google Shape;234;p16"/>
            <p:cNvPicPr preferRelativeResize="0"/>
            <p:nvPr/>
          </p:nvPicPr>
          <p:blipFill>
            <a:blip r:embed="rId2">
              <a:alphaModFix amt="50000"/>
            </a:blip>
            <a:stretch>
              <a:fillRect/>
            </a:stretch>
          </p:blipFill>
          <p:spPr>
            <a:xfrm flipH="1">
              <a:off x="0" y="0"/>
              <a:ext cx="9144000" cy="5143500"/>
            </a:xfrm>
            <a:prstGeom prst="rect">
              <a:avLst/>
            </a:prstGeom>
            <a:noFill/>
            <a:ln>
              <a:noFill/>
            </a:ln>
          </p:spPr>
        </p:pic>
        <p:pic>
          <p:nvPicPr>
            <p:cNvPr id="235" name="Google Shape;235;p16"/>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236" name="Google Shape;236;p16"/>
          <p:cNvSpPr txBox="1"/>
          <p:nvPr>
            <p:ph type="title"/>
          </p:nvPr>
        </p:nvSpPr>
        <p:spPr>
          <a:xfrm>
            <a:off x="1028050" y="539400"/>
            <a:ext cx="4917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37" name="Google Shape;237;p16"/>
          <p:cNvSpPr txBox="1"/>
          <p:nvPr>
            <p:ph idx="1" type="body"/>
          </p:nvPr>
        </p:nvSpPr>
        <p:spPr>
          <a:xfrm>
            <a:off x="1028050" y="1318875"/>
            <a:ext cx="7049100" cy="2804100"/>
          </a:xfrm>
          <a:prstGeom prst="rect">
            <a:avLst/>
          </a:prstGeom>
        </p:spPr>
        <p:txBody>
          <a:bodyPr anchorCtr="0" anchor="t" bIns="91425" lIns="91425" spcFirstLastPara="1" rIns="91425" wrap="square" tIns="91425">
            <a:noAutofit/>
          </a:bodyPr>
          <a:lstStyle>
            <a:lvl1pPr indent="-292100" lvl="0" marL="457200" rtl="0">
              <a:lnSpc>
                <a:spcPct val="100000"/>
              </a:lnSpc>
              <a:spcBef>
                <a:spcPts val="0"/>
              </a:spcBef>
              <a:spcAft>
                <a:spcPts val="0"/>
              </a:spcAft>
              <a:buClr>
                <a:schemeClr val="dk1"/>
              </a:buClr>
              <a:buSzPts val="1000"/>
              <a:buChar char="●"/>
              <a:defRPr sz="1200">
                <a:solidFill>
                  <a:schemeClr val="dk1"/>
                </a:solidFill>
              </a:defRPr>
            </a:lvl1pPr>
            <a:lvl2pPr indent="-304800" lvl="1" marL="914400" rtl="0">
              <a:lnSpc>
                <a:spcPct val="115000"/>
              </a:lnSpc>
              <a:spcBef>
                <a:spcPts val="1600"/>
              </a:spcBef>
              <a:spcAft>
                <a:spcPts val="0"/>
              </a:spcAft>
              <a:buClr>
                <a:schemeClr val="dk1"/>
              </a:buClr>
              <a:buSzPts val="1200"/>
              <a:buFont typeface="Roboto Condensed Light"/>
              <a:buChar char="○"/>
              <a:defRPr>
                <a:solidFill>
                  <a:schemeClr val="dk1"/>
                </a:solidFill>
              </a:defRPr>
            </a:lvl2pPr>
            <a:lvl3pPr indent="-304800" lvl="2" marL="1371600" rtl="0">
              <a:lnSpc>
                <a:spcPct val="115000"/>
              </a:lnSpc>
              <a:spcBef>
                <a:spcPts val="1600"/>
              </a:spcBef>
              <a:spcAft>
                <a:spcPts val="0"/>
              </a:spcAft>
              <a:buClr>
                <a:schemeClr val="dk1"/>
              </a:buClr>
              <a:buSzPts val="1200"/>
              <a:buFont typeface="Roboto Condensed Light"/>
              <a:buChar char="■"/>
              <a:defRPr>
                <a:solidFill>
                  <a:schemeClr val="dk1"/>
                </a:solidFill>
              </a:defRPr>
            </a:lvl3pPr>
            <a:lvl4pPr indent="-304800" lvl="3" marL="1828800" rtl="0">
              <a:lnSpc>
                <a:spcPct val="115000"/>
              </a:lnSpc>
              <a:spcBef>
                <a:spcPts val="1600"/>
              </a:spcBef>
              <a:spcAft>
                <a:spcPts val="0"/>
              </a:spcAft>
              <a:buClr>
                <a:schemeClr val="dk1"/>
              </a:buClr>
              <a:buSzPts val="1200"/>
              <a:buFont typeface="Roboto Condensed Light"/>
              <a:buChar char="●"/>
              <a:defRPr>
                <a:solidFill>
                  <a:schemeClr val="dk1"/>
                </a:solidFill>
              </a:defRPr>
            </a:lvl4pPr>
            <a:lvl5pPr indent="-304800" lvl="4" marL="2286000" rtl="0">
              <a:lnSpc>
                <a:spcPct val="115000"/>
              </a:lnSpc>
              <a:spcBef>
                <a:spcPts val="1600"/>
              </a:spcBef>
              <a:spcAft>
                <a:spcPts val="0"/>
              </a:spcAft>
              <a:buClr>
                <a:schemeClr val="dk1"/>
              </a:buClr>
              <a:buSzPts val="1200"/>
              <a:buFont typeface="Roboto Condensed Light"/>
              <a:buChar char="○"/>
              <a:defRPr>
                <a:solidFill>
                  <a:schemeClr val="dk1"/>
                </a:solidFill>
              </a:defRPr>
            </a:lvl5pPr>
            <a:lvl6pPr indent="-304800" lvl="5" marL="2743200" rtl="0">
              <a:lnSpc>
                <a:spcPct val="115000"/>
              </a:lnSpc>
              <a:spcBef>
                <a:spcPts val="1600"/>
              </a:spcBef>
              <a:spcAft>
                <a:spcPts val="0"/>
              </a:spcAft>
              <a:buClr>
                <a:schemeClr val="dk1"/>
              </a:buClr>
              <a:buSzPts val="1200"/>
              <a:buFont typeface="Roboto Condensed Light"/>
              <a:buChar char="■"/>
              <a:defRPr>
                <a:solidFill>
                  <a:schemeClr val="dk1"/>
                </a:solidFill>
              </a:defRPr>
            </a:lvl6pPr>
            <a:lvl7pPr indent="-304800" lvl="6" marL="3200400" rtl="0">
              <a:lnSpc>
                <a:spcPct val="115000"/>
              </a:lnSpc>
              <a:spcBef>
                <a:spcPts val="1600"/>
              </a:spcBef>
              <a:spcAft>
                <a:spcPts val="0"/>
              </a:spcAft>
              <a:buClr>
                <a:schemeClr val="dk1"/>
              </a:buClr>
              <a:buSzPts val="1200"/>
              <a:buFont typeface="Roboto Condensed Light"/>
              <a:buChar char="●"/>
              <a:defRPr>
                <a:solidFill>
                  <a:schemeClr val="dk1"/>
                </a:solidFill>
              </a:defRPr>
            </a:lvl7pPr>
            <a:lvl8pPr indent="-304800" lvl="7" marL="3657600" rtl="0">
              <a:lnSpc>
                <a:spcPct val="115000"/>
              </a:lnSpc>
              <a:spcBef>
                <a:spcPts val="1600"/>
              </a:spcBef>
              <a:spcAft>
                <a:spcPts val="0"/>
              </a:spcAft>
              <a:buClr>
                <a:schemeClr val="dk1"/>
              </a:buClr>
              <a:buSzPts val="1200"/>
              <a:buFont typeface="Roboto Condensed Light"/>
              <a:buChar char="○"/>
              <a:defRPr>
                <a:solidFill>
                  <a:schemeClr val="dk1"/>
                </a:solidFill>
              </a:defRPr>
            </a:lvl8pPr>
            <a:lvl9pPr indent="-304800" lvl="8" marL="4114800" rtl="0">
              <a:lnSpc>
                <a:spcPct val="115000"/>
              </a:lnSpc>
              <a:spcBef>
                <a:spcPts val="1600"/>
              </a:spcBef>
              <a:spcAft>
                <a:spcPts val="1600"/>
              </a:spcAft>
              <a:buClr>
                <a:schemeClr val="dk1"/>
              </a:buClr>
              <a:buSzPts val="1200"/>
              <a:buFont typeface="Roboto Condensed Light"/>
              <a:buChar char="■"/>
              <a:defRPr>
                <a:solidFill>
                  <a:schemeClr val="dk1"/>
                </a:solidFill>
              </a:defRPr>
            </a:lvl9pPr>
          </a:lstStyle>
          <a:p/>
        </p:txBody>
      </p:sp>
      <p:grpSp>
        <p:nvGrpSpPr>
          <p:cNvPr id="238" name="Google Shape;238;p16"/>
          <p:cNvGrpSpPr/>
          <p:nvPr/>
        </p:nvGrpSpPr>
        <p:grpSpPr>
          <a:xfrm>
            <a:off x="75207" y="3503401"/>
            <a:ext cx="9399932" cy="1424099"/>
            <a:chOff x="75207" y="3503401"/>
            <a:chExt cx="9399932" cy="1424099"/>
          </a:xfrm>
        </p:grpSpPr>
        <p:grpSp>
          <p:nvGrpSpPr>
            <p:cNvPr id="239" name="Google Shape;239;p16"/>
            <p:cNvGrpSpPr/>
            <p:nvPr/>
          </p:nvGrpSpPr>
          <p:grpSpPr>
            <a:xfrm>
              <a:off x="75207" y="3583200"/>
              <a:ext cx="497249" cy="976150"/>
              <a:chOff x="7201582" y="214675"/>
              <a:chExt cx="497249" cy="976150"/>
            </a:xfrm>
          </p:grpSpPr>
          <p:sp>
            <p:nvSpPr>
              <p:cNvPr id="240" name="Google Shape;240;p16"/>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41" name="Google Shape;241;p16"/>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242" name="Google Shape;242;p16"/>
            <p:cNvGrpSpPr/>
            <p:nvPr/>
          </p:nvGrpSpPr>
          <p:grpSpPr>
            <a:xfrm>
              <a:off x="8571550" y="3503401"/>
              <a:ext cx="903589" cy="1424099"/>
              <a:chOff x="210175" y="2649526"/>
              <a:chExt cx="903589" cy="1424099"/>
            </a:xfrm>
          </p:grpSpPr>
          <p:sp>
            <p:nvSpPr>
              <p:cNvPr id="243" name="Google Shape;243;p16"/>
              <p:cNvSpPr/>
              <p:nvPr/>
            </p:nvSpPr>
            <p:spPr>
              <a:xfrm>
                <a:off x="471482" y="3821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44" name="Google Shape;244;p16"/>
              <p:cNvSpPr/>
              <p:nvPr/>
            </p:nvSpPr>
            <p:spPr>
              <a:xfrm>
                <a:off x="210175" y="26495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45" name="Google Shape;245;p16"/>
              <p:cNvSpPr/>
              <p:nvPr/>
            </p:nvSpPr>
            <p:spPr>
              <a:xfrm>
                <a:off x="338564"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246" name="Google Shape;246;p16"/>
          <p:cNvGrpSpPr/>
          <p:nvPr/>
        </p:nvGrpSpPr>
        <p:grpSpPr>
          <a:xfrm rot="-549805">
            <a:off x="-246059" y="2503369"/>
            <a:ext cx="872874" cy="872874"/>
            <a:chOff x="3221808" y="1274962"/>
            <a:chExt cx="511051" cy="511051"/>
          </a:xfrm>
        </p:grpSpPr>
        <p:sp>
          <p:nvSpPr>
            <p:cNvPr id="247" name="Google Shape;247;p16"/>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16"/>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16"/>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16"/>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16"/>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16"/>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_3">
    <p:spTree>
      <p:nvGrpSpPr>
        <p:cNvPr id="253" name="Shape 253"/>
        <p:cNvGrpSpPr/>
        <p:nvPr/>
      </p:nvGrpSpPr>
      <p:grpSpPr>
        <a:xfrm>
          <a:off x="0" y="0"/>
          <a:ext cx="0" cy="0"/>
          <a:chOff x="0" y="0"/>
          <a:chExt cx="0" cy="0"/>
        </a:xfrm>
      </p:grpSpPr>
      <p:grpSp>
        <p:nvGrpSpPr>
          <p:cNvPr id="254" name="Google Shape;254;p17"/>
          <p:cNvGrpSpPr/>
          <p:nvPr/>
        </p:nvGrpSpPr>
        <p:grpSpPr>
          <a:xfrm>
            <a:off x="0" y="0"/>
            <a:ext cx="9144003" cy="5143504"/>
            <a:chOff x="0" y="0"/>
            <a:chExt cx="9144003" cy="5143504"/>
          </a:xfrm>
        </p:grpSpPr>
        <p:pic>
          <p:nvPicPr>
            <p:cNvPr id="255" name="Google Shape;255;p17"/>
            <p:cNvPicPr preferRelativeResize="0"/>
            <p:nvPr/>
          </p:nvPicPr>
          <p:blipFill>
            <a:blip r:embed="rId2">
              <a:alphaModFix amt="50000"/>
            </a:blip>
            <a:stretch>
              <a:fillRect/>
            </a:stretch>
          </p:blipFill>
          <p:spPr>
            <a:xfrm flipH="1" rot="10800000">
              <a:off x="0" y="0"/>
              <a:ext cx="9144000" cy="5143500"/>
            </a:xfrm>
            <a:prstGeom prst="rect">
              <a:avLst/>
            </a:prstGeom>
            <a:noFill/>
            <a:ln>
              <a:noFill/>
            </a:ln>
          </p:spPr>
        </p:pic>
        <p:pic>
          <p:nvPicPr>
            <p:cNvPr id="256" name="Google Shape;256;p17"/>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257" name="Google Shape;257;p17"/>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58" name="Google Shape;258;p17"/>
          <p:cNvSpPr txBox="1"/>
          <p:nvPr>
            <p:ph idx="1" type="subTitle"/>
          </p:nvPr>
        </p:nvSpPr>
        <p:spPr>
          <a:xfrm>
            <a:off x="719950" y="2766626"/>
            <a:ext cx="2305500" cy="140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259" name="Google Shape;259;p17"/>
          <p:cNvSpPr txBox="1"/>
          <p:nvPr>
            <p:ph idx="2" type="subTitle"/>
          </p:nvPr>
        </p:nvSpPr>
        <p:spPr>
          <a:xfrm>
            <a:off x="3419261" y="2766626"/>
            <a:ext cx="2305500" cy="140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260" name="Google Shape;260;p17"/>
          <p:cNvSpPr txBox="1"/>
          <p:nvPr>
            <p:ph idx="3" type="subTitle"/>
          </p:nvPr>
        </p:nvSpPr>
        <p:spPr>
          <a:xfrm>
            <a:off x="6118573" y="2766626"/>
            <a:ext cx="2305500" cy="140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261" name="Google Shape;261;p17"/>
          <p:cNvSpPr txBox="1"/>
          <p:nvPr>
            <p:ph idx="4" type="subTitle"/>
          </p:nvPr>
        </p:nvSpPr>
        <p:spPr>
          <a:xfrm>
            <a:off x="719950" y="2108110"/>
            <a:ext cx="2305500" cy="746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262" name="Google Shape;262;p17"/>
          <p:cNvSpPr txBox="1"/>
          <p:nvPr>
            <p:ph idx="5" type="subTitle"/>
          </p:nvPr>
        </p:nvSpPr>
        <p:spPr>
          <a:xfrm>
            <a:off x="3419261" y="2108110"/>
            <a:ext cx="2305500" cy="746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263" name="Google Shape;263;p17"/>
          <p:cNvSpPr txBox="1"/>
          <p:nvPr>
            <p:ph idx="6" type="subTitle"/>
          </p:nvPr>
        </p:nvSpPr>
        <p:spPr>
          <a:xfrm>
            <a:off x="6118573" y="2108110"/>
            <a:ext cx="2305500" cy="746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grpSp>
        <p:nvGrpSpPr>
          <p:cNvPr id="264" name="Google Shape;264;p17"/>
          <p:cNvGrpSpPr/>
          <p:nvPr/>
        </p:nvGrpSpPr>
        <p:grpSpPr>
          <a:xfrm rot="1169238">
            <a:off x="-242690" y="102955"/>
            <a:ext cx="872898" cy="872898"/>
            <a:chOff x="3221808" y="1274962"/>
            <a:chExt cx="511051" cy="511051"/>
          </a:xfrm>
        </p:grpSpPr>
        <p:sp>
          <p:nvSpPr>
            <p:cNvPr id="265" name="Google Shape;265;p17"/>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17"/>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17"/>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17"/>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17"/>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17"/>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 name="Google Shape;271;p17"/>
          <p:cNvGrpSpPr/>
          <p:nvPr/>
        </p:nvGrpSpPr>
        <p:grpSpPr>
          <a:xfrm>
            <a:off x="38882" y="924325"/>
            <a:ext cx="9497190" cy="4133038"/>
            <a:chOff x="38882" y="924325"/>
            <a:chExt cx="9497190" cy="4133038"/>
          </a:xfrm>
        </p:grpSpPr>
        <p:grpSp>
          <p:nvGrpSpPr>
            <p:cNvPr id="272" name="Google Shape;272;p17"/>
            <p:cNvGrpSpPr/>
            <p:nvPr/>
          </p:nvGrpSpPr>
          <p:grpSpPr>
            <a:xfrm>
              <a:off x="38882" y="924325"/>
              <a:ext cx="609676" cy="728400"/>
              <a:chOff x="-1195368" y="1507200"/>
              <a:chExt cx="609676" cy="728400"/>
            </a:xfrm>
          </p:grpSpPr>
          <p:sp>
            <p:nvSpPr>
              <p:cNvPr id="273" name="Google Shape;273;p17"/>
              <p:cNvSpPr/>
              <p:nvPr/>
            </p:nvSpPr>
            <p:spPr>
              <a:xfrm>
                <a:off x="-838293" y="15072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74" name="Google Shape;274;p17"/>
              <p:cNvSpPr/>
              <p:nvPr/>
            </p:nvSpPr>
            <p:spPr>
              <a:xfrm>
                <a:off x="-1195368" y="175980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275" name="Google Shape;275;p17"/>
            <p:cNvGrpSpPr/>
            <p:nvPr/>
          </p:nvGrpSpPr>
          <p:grpSpPr>
            <a:xfrm>
              <a:off x="8625282" y="3759026"/>
              <a:ext cx="910789" cy="1298336"/>
              <a:chOff x="8943532" y="3387151"/>
              <a:chExt cx="910789" cy="1298336"/>
            </a:xfrm>
          </p:grpSpPr>
          <p:sp>
            <p:nvSpPr>
              <p:cNvPr id="276" name="Google Shape;276;p17"/>
              <p:cNvSpPr/>
              <p:nvPr/>
            </p:nvSpPr>
            <p:spPr>
              <a:xfrm>
                <a:off x="8943532" y="35875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77" name="Google Shape;277;p17"/>
              <p:cNvSpPr/>
              <p:nvPr/>
            </p:nvSpPr>
            <p:spPr>
              <a:xfrm>
                <a:off x="9196125" y="338715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78" name="Google Shape;278;p17"/>
              <p:cNvSpPr/>
              <p:nvPr/>
            </p:nvSpPr>
            <p:spPr>
              <a:xfrm>
                <a:off x="9079121" y="39102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1">
    <p:spTree>
      <p:nvGrpSpPr>
        <p:cNvPr id="279" name="Shape 279"/>
        <p:cNvGrpSpPr/>
        <p:nvPr/>
      </p:nvGrpSpPr>
      <p:grpSpPr>
        <a:xfrm>
          <a:off x="0" y="0"/>
          <a:ext cx="0" cy="0"/>
          <a:chOff x="0" y="0"/>
          <a:chExt cx="0" cy="0"/>
        </a:xfrm>
      </p:grpSpPr>
      <p:grpSp>
        <p:nvGrpSpPr>
          <p:cNvPr id="280" name="Google Shape;280;p18"/>
          <p:cNvGrpSpPr/>
          <p:nvPr/>
        </p:nvGrpSpPr>
        <p:grpSpPr>
          <a:xfrm>
            <a:off x="0" y="0"/>
            <a:ext cx="9144003" cy="5143504"/>
            <a:chOff x="0" y="0"/>
            <a:chExt cx="9144003" cy="5143504"/>
          </a:xfrm>
        </p:grpSpPr>
        <p:pic>
          <p:nvPicPr>
            <p:cNvPr id="281" name="Google Shape;281;p18"/>
            <p:cNvPicPr preferRelativeResize="0"/>
            <p:nvPr/>
          </p:nvPicPr>
          <p:blipFill>
            <a:blip r:embed="rId2">
              <a:alphaModFix amt="40000"/>
            </a:blip>
            <a:stretch>
              <a:fillRect/>
            </a:stretch>
          </p:blipFill>
          <p:spPr>
            <a:xfrm>
              <a:off x="0" y="0"/>
              <a:ext cx="9144000" cy="5143500"/>
            </a:xfrm>
            <a:prstGeom prst="rect">
              <a:avLst/>
            </a:prstGeom>
            <a:noFill/>
            <a:ln>
              <a:noFill/>
            </a:ln>
          </p:spPr>
        </p:pic>
        <p:pic>
          <p:nvPicPr>
            <p:cNvPr id="282" name="Google Shape;282;p18"/>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283" name="Google Shape;283;p18"/>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84" name="Google Shape;284;p18"/>
          <p:cNvSpPr txBox="1"/>
          <p:nvPr>
            <p:ph idx="1" type="body"/>
          </p:nvPr>
        </p:nvSpPr>
        <p:spPr>
          <a:xfrm>
            <a:off x="713100" y="1224575"/>
            <a:ext cx="3858900" cy="3379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Char char="●"/>
              <a:defRPr>
                <a:solidFill>
                  <a:schemeClr val="dk1"/>
                </a:solidFill>
              </a:defRPr>
            </a:lvl1pPr>
            <a:lvl2pPr indent="-304800" lvl="1" marL="914400" rtl="0">
              <a:lnSpc>
                <a:spcPct val="115000"/>
              </a:lnSpc>
              <a:spcBef>
                <a:spcPts val="0"/>
              </a:spcBef>
              <a:spcAft>
                <a:spcPts val="0"/>
              </a:spcAft>
              <a:buClr>
                <a:schemeClr val="dk1"/>
              </a:buClr>
              <a:buSzPts val="1200"/>
              <a:buChar char="○"/>
              <a:defRPr>
                <a:solidFill>
                  <a:schemeClr val="dk1"/>
                </a:solidFill>
              </a:defRPr>
            </a:lvl2pPr>
            <a:lvl3pPr indent="-304800" lvl="2" marL="1371600" rtl="0">
              <a:lnSpc>
                <a:spcPct val="115000"/>
              </a:lnSpc>
              <a:spcBef>
                <a:spcPts val="1600"/>
              </a:spcBef>
              <a:spcAft>
                <a:spcPts val="0"/>
              </a:spcAft>
              <a:buClr>
                <a:schemeClr val="dk1"/>
              </a:buClr>
              <a:buSzPts val="1200"/>
              <a:buChar char="■"/>
              <a:defRPr>
                <a:solidFill>
                  <a:schemeClr val="dk1"/>
                </a:solidFill>
              </a:defRPr>
            </a:lvl3pPr>
            <a:lvl4pPr indent="-304800" lvl="3" marL="1828800" rtl="0">
              <a:lnSpc>
                <a:spcPct val="115000"/>
              </a:lnSpc>
              <a:spcBef>
                <a:spcPts val="1600"/>
              </a:spcBef>
              <a:spcAft>
                <a:spcPts val="0"/>
              </a:spcAft>
              <a:buClr>
                <a:schemeClr val="dk1"/>
              </a:buClr>
              <a:buSzPts val="1200"/>
              <a:buChar char="●"/>
              <a:defRPr>
                <a:solidFill>
                  <a:schemeClr val="dk1"/>
                </a:solidFill>
              </a:defRPr>
            </a:lvl4pPr>
            <a:lvl5pPr indent="-304800" lvl="4" marL="2286000" rtl="0">
              <a:lnSpc>
                <a:spcPct val="115000"/>
              </a:lnSpc>
              <a:spcBef>
                <a:spcPts val="1600"/>
              </a:spcBef>
              <a:spcAft>
                <a:spcPts val="0"/>
              </a:spcAft>
              <a:buClr>
                <a:schemeClr val="dk1"/>
              </a:buClr>
              <a:buSzPts val="1200"/>
              <a:buChar char="○"/>
              <a:defRPr>
                <a:solidFill>
                  <a:schemeClr val="dk1"/>
                </a:solidFill>
              </a:defRPr>
            </a:lvl5pPr>
            <a:lvl6pPr indent="-304800" lvl="5" marL="2743200" rtl="0">
              <a:lnSpc>
                <a:spcPct val="115000"/>
              </a:lnSpc>
              <a:spcBef>
                <a:spcPts val="1600"/>
              </a:spcBef>
              <a:spcAft>
                <a:spcPts val="0"/>
              </a:spcAft>
              <a:buClr>
                <a:schemeClr val="dk1"/>
              </a:buClr>
              <a:buSzPts val="1200"/>
              <a:buChar char="■"/>
              <a:defRPr>
                <a:solidFill>
                  <a:schemeClr val="dk1"/>
                </a:solidFill>
              </a:defRPr>
            </a:lvl6pPr>
            <a:lvl7pPr indent="-304800" lvl="6" marL="3200400" rtl="0">
              <a:lnSpc>
                <a:spcPct val="115000"/>
              </a:lnSpc>
              <a:spcBef>
                <a:spcPts val="1600"/>
              </a:spcBef>
              <a:spcAft>
                <a:spcPts val="0"/>
              </a:spcAft>
              <a:buClr>
                <a:schemeClr val="dk1"/>
              </a:buClr>
              <a:buSzPts val="1200"/>
              <a:buChar char="●"/>
              <a:defRPr>
                <a:solidFill>
                  <a:schemeClr val="dk1"/>
                </a:solidFill>
              </a:defRPr>
            </a:lvl7pPr>
            <a:lvl8pPr indent="-304800" lvl="7" marL="3657600" rtl="0">
              <a:lnSpc>
                <a:spcPct val="115000"/>
              </a:lnSpc>
              <a:spcBef>
                <a:spcPts val="1600"/>
              </a:spcBef>
              <a:spcAft>
                <a:spcPts val="0"/>
              </a:spcAft>
              <a:buClr>
                <a:schemeClr val="dk1"/>
              </a:buClr>
              <a:buSzPts val="1200"/>
              <a:buChar char="○"/>
              <a:defRPr>
                <a:solidFill>
                  <a:schemeClr val="dk1"/>
                </a:solidFill>
              </a:defRPr>
            </a:lvl8pPr>
            <a:lvl9pPr indent="-304800" lvl="8" marL="4114800" rtl="0">
              <a:lnSpc>
                <a:spcPct val="115000"/>
              </a:lnSpc>
              <a:spcBef>
                <a:spcPts val="1600"/>
              </a:spcBef>
              <a:spcAft>
                <a:spcPts val="1600"/>
              </a:spcAft>
              <a:buClr>
                <a:schemeClr val="dk1"/>
              </a:buClr>
              <a:buSzPts val="1200"/>
              <a:buChar char="■"/>
              <a:defRPr>
                <a:solidFill>
                  <a:schemeClr val="dk1"/>
                </a:solidFill>
              </a:defRPr>
            </a:lvl9pPr>
          </a:lstStyle>
          <a:p/>
        </p:txBody>
      </p:sp>
      <p:sp>
        <p:nvSpPr>
          <p:cNvPr id="285" name="Google Shape;285;p18"/>
          <p:cNvSpPr txBox="1"/>
          <p:nvPr>
            <p:ph idx="2" type="body"/>
          </p:nvPr>
        </p:nvSpPr>
        <p:spPr>
          <a:xfrm>
            <a:off x="4572000" y="1224575"/>
            <a:ext cx="3858900" cy="3379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Char char="●"/>
              <a:defRPr>
                <a:solidFill>
                  <a:schemeClr val="dk1"/>
                </a:solidFill>
              </a:defRPr>
            </a:lvl1pPr>
            <a:lvl2pPr indent="-304800" lvl="1" marL="914400" rtl="0">
              <a:lnSpc>
                <a:spcPct val="115000"/>
              </a:lnSpc>
              <a:spcBef>
                <a:spcPts val="0"/>
              </a:spcBef>
              <a:spcAft>
                <a:spcPts val="0"/>
              </a:spcAft>
              <a:buClr>
                <a:schemeClr val="dk1"/>
              </a:buClr>
              <a:buSzPts val="1200"/>
              <a:buChar char="○"/>
              <a:defRPr>
                <a:solidFill>
                  <a:schemeClr val="dk1"/>
                </a:solidFill>
              </a:defRPr>
            </a:lvl2pPr>
            <a:lvl3pPr indent="-304800" lvl="2" marL="1371600" rtl="0">
              <a:lnSpc>
                <a:spcPct val="115000"/>
              </a:lnSpc>
              <a:spcBef>
                <a:spcPts val="1600"/>
              </a:spcBef>
              <a:spcAft>
                <a:spcPts val="0"/>
              </a:spcAft>
              <a:buClr>
                <a:schemeClr val="dk1"/>
              </a:buClr>
              <a:buSzPts val="1200"/>
              <a:buChar char="■"/>
              <a:defRPr>
                <a:solidFill>
                  <a:schemeClr val="dk1"/>
                </a:solidFill>
              </a:defRPr>
            </a:lvl3pPr>
            <a:lvl4pPr indent="-304800" lvl="3" marL="1828800" rtl="0">
              <a:lnSpc>
                <a:spcPct val="115000"/>
              </a:lnSpc>
              <a:spcBef>
                <a:spcPts val="1600"/>
              </a:spcBef>
              <a:spcAft>
                <a:spcPts val="0"/>
              </a:spcAft>
              <a:buClr>
                <a:schemeClr val="dk1"/>
              </a:buClr>
              <a:buSzPts val="1200"/>
              <a:buChar char="●"/>
              <a:defRPr>
                <a:solidFill>
                  <a:schemeClr val="dk1"/>
                </a:solidFill>
              </a:defRPr>
            </a:lvl4pPr>
            <a:lvl5pPr indent="-304800" lvl="4" marL="2286000" rtl="0">
              <a:lnSpc>
                <a:spcPct val="115000"/>
              </a:lnSpc>
              <a:spcBef>
                <a:spcPts val="1600"/>
              </a:spcBef>
              <a:spcAft>
                <a:spcPts val="0"/>
              </a:spcAft>
              <a:buClr>
                <a:schemeClr val="dk1"/>
              </a:buClr>
              <a:buSzPts val="1200"/>
              <a:buChar char="○"/>
              <a:defRPr>
                <a:solidFill>
                  <a:schemeClr val="dk1"/>
                </a:solidFill>
              </a:defRPr>
            </a:lvl5pPr>
            <a:lvl6pPr indent="-304800" lvl="5" marL="2743200" rtl="0">
              <a:lnSpc>
                <a:spcPct val="115000"/>
              </a:lnSpc>
              <a:spcBef>
                <a:spcPts val="1600"/>
              </a:spcBef>
              <a:spcAft>
                <a:spcPts val="0"/>
              </a:spcAft>
              <a:buClr>
                <a:schemeClr val="dk1"/>
              </a:buClr>
              <a:buSzPts val="1200"/>
              <a:buChar char="■"/>
              <a:defRPr>
                <a:solidFill>
                  <a:schemeClr val="dk1"/>
                </a:solidFill>
              </a:defRPr>
            </a:lvl6pPr>
            <a:lvl7pPr indent="-304800" lvl="6" marL="3200400" rtl="0">
              <a:lnSpc>
                <a:spcPct val="115000"/>
              </a:lnSpc>
              <a:spcBef>
                <a:spcPts val="1600"/>
              </a:spcBef>
              <a:spcAft>
                <a:spcPts val="0"/>
              </a:spcAft>
              <a:buClr>
                <a:schemeClr val="dk1"/>
              </a:buClr>
              <a:buSzPts val="1200"/>
              <a:buChar char="●"/>
              <a:defRPr>
                <a:solidFill>
                  <a:schemeClr val="dk1"/>
                </a:solidFill>
              </a:defRPr>
            </a:lvl7pPr>
            <a:lvl8pPr indent="-304800" lvl="7" marL="3657600" rtl="0">
              <a:lnSpc>
                <a:spcPct val="115000"/>
              </a:lnSpc>
              <a:spcBef>
                <a:spcPts val="1600"/>
              </a:spcBef>
              <a:spcAft>
                <a:spcPts val="0"/>
              </a:spcAft>
              <a:buClr>
                <a:schemeClr val="dk1"/>
              </a:buClr>
              <a:buSzPts val="1200"/>
              <a:buChar char="○"/>
              <a:defRPr>
                <a:solidFill>
                  <a:schemeClr val="dk1"/>
                </a:solidFill>
              </a:defRPr>
            </a:lvl8pPr>
            <a:lvl9pPr indent="-304800" lvl="8" marL="4114800" rtl="0">
              <a:lnSpc>
                <a:spcPct val="115000"/>
              </a:lnSpc>
              <a:spcBef>
                <a:spcPts val="1600"/>
              </a:spcBef>
              <a:spcAft>
                <a:spcPts val="1600"/>
              </a:spcAft>
              <a:buClr>
                <a:schemeClr val="dk1"/>
              </a:buClr>
              <a:buSzPts val="1200"/>
              <a:buChar char="■"/>
              <a:defRPr>
                <a:solidFill>
                  <a:schemeClr val="dk1"/>
                </a:solidFill>
              </a:defRPr>
            </a:lvl9pPr>
          </a:lstStyle>
          <a:p/>
        </p:txBody>
      </p:sp>
      <p:grpSp>
        <p:nvGrpSpPr>
          <p:cNvPr id="286" name="Google Shape;286;p18"/>
          <p:cNvGrpSpPr/>
          <p:nvPr/>
        </p:nvGrpSpPr>
        <p:grpSpPr>
          <a:xfrm>
            <a:off x="75207" y="3503401"/>
            <a:ext cx="9405934" cy="1424099"/>
            <a:chOff x="75207" y="3503401"/>
            <a:chExt cx="9405934" cy="1424099"/>
          </a:xfrm>
        </p:grpSpPr>
        <p:grpSp>
          <p:nvGrpSpPr>
            <p:cNvPr id="287" name="Google Shape;287;p18"/>
            <p:cNvGrpSpPr/>
            <p:nvPr/>
          </p:nvGrpSpPr>
          <p:grpSpPr>
            <a:xfrm>
              <a:off x="75207" y="3583200"/>
              <a:ext cx="497249" cy="976150"/>
              <a:chOff x="7201582" y="214675"/>
              <a:chExt cx="497249" cy="976150"/>
            </a:xfrm>
          </p:grpSpPr>
          <p:sp>
            <p:nvSpPr>
              <p:cNvPr id="288" name="Google Shape;288;p18"/>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89" name="Google Shape;289;p18"/>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290" name="Google Shape;290;p18"/>
            <p:cNvGrpSpPr/>
            <p:nvPr/>
          </p:nvGrpSpPr>
          <p:grpSpPr>
            <a:xfrm>
              <a:off x="8571550" y="3503401"/>
              <a:ext cx="909591" cy="1424099"/>
              <a:chOff x="210175" y="2649526"/>
              <a:chExt cx="909591" cy="1424099"/>
            </a:xfrm>
          </p:grpSpPr>
          <p:sp>
            <p:nvSpPr>
              <p:cNvPr id="291" name="Google Shape;291;p18"/>
              <p:cNvSpPr/>
              <p:nvPr/>
            </p:nvSpPr>
            <p:spPr>
              <a:xfrm>
                <a:off x="471482" y="3821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92" name="Google Shape;292;p18"/>
              <p:cNvSpPr/>
              <p:nvPr/>
            </p:nvSpPr>
            <p:spPr>
              <a:xfrm>
                <a:off x="210175" y="26495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293" name="Google Shape;293;p18"/>
              <p:cNvSpPr/>
              <p:nvPr/>
            </p:nvSpPr>
            <p:spPr>
              <a:xfrm>
                <a:off x="344566"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294" name="Google Shape;294;p18"/>
          <p:cNvGrpSpPr/>
          <p:nvPr/>
        </p:nvGrpSpPr>
        <p:grpSpPr>
          <a:xfrm rot="-549805">
            <a:off x="-229970" y="2579569"/>
            <a:ext cx="872874" cy="872874"/>
            <a:chOff x="3221808" y="1274962"/>
            <a:chExt cx="511051" cy="511051"/>
          </a:xfrm>
        </p:grpSpPr>
        <p:sp>
          <p:nvSpPr>
            <p:cNvPr id="295" name="Google Shape;295;p18"/>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18"/>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18"/>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8"/>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18"/>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18"/>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_1">
    <p:spTree>
      <p:nvGrpSpPr>
        <p:cNvPr id="301" name="Shape 301"/>
        <p:cNvGrpSpPr/>
        <p:nvPr/>
      </p:nvGrpSpPr>
      <p:grpSpPr>
        <a:xfrm>
          <a:off x="0" y="0"/>
          <a:ext cx="0" cy="0"/>
          <a:chOff x="0" y="0"/>
          <a:chExt cx="0" cy="0"/>
        </a:xfrm>
      </p:grpSpPr>
      <p:grpSp>
        <p:nvGrpSpPr>
          <p:cNvPr id="302" name="Google Shape;302;p19"/>
          <p:cNvGrpSpPr/>
          <p:nvPr/>
        </p:nvGrpSpPr>
        <p:grpSpPr>
          <a:xfrm>
            <a:off x="0" y="0"/>
            <a:ext cx="9144003" cy="5143504"/>
            <a:chOff x="0" y="0"/>
            <a:chExt cx="9144003" cy="5143504"/>
          </a:xfrm>
        </p:grpSpPr>
        <p:pic>
          <p:nvPicPr>
            <p:cNvPr id="303" name="Google Shape;303;p19"/>
            <p:cNvPicPr preferRelativeResize="0"/>
            <p:nvPr/>
          </p:nvPicPr>
          <p:blipFill>
            <a:blip r:embed="rId2">
              <a:alphaModFix amt="50000"/>
            </a:blip>
            <a:stretch>
              <a:fillRect/>
            </a:stretch>
          </p:blipFill>
          <p:spPr>
            <a:xfrm rot="10800000">
              <a:off x="0" y="0"/>
              <a:ext cx="9144000" cy="5143500"/>
            </a:xfrm>
            <a:prstGeom prst="rect">
              <a:avLst/>
            </a:prstGeom>
            <a:noFill/>
            <a:ln>
              <a:noFill/>
            </a:ln>
          </p:spPr>
        </p:pic>
        <p:pic>
          <p:nvPicPr>
            <p:cNvPr id="304" name="Google Shape;304;p19"/>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305" name="Google Shape;305;p1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06" name="Google Shape;306;p19"/>
          <p:cNvSpPr txBox="1"/>
          <p:nvPr>
            <p:ph idx="1" type="subTitle"/>
          </p:nvPr>
        </p:nvSpPr>
        <p:spPr>
          <a:xfrm>
            <a:off x="720000" y="1780825"/>
            <a:ext cx="3432000" cy="85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nSpc>
                <a:spcPct val="100000"/>
              </a:lnSpc>
              <a:spcBef>
                <a:spcPts val="0"/>
              </a:spcBef>
              <a:spcAft>
                <a:spcPts val="0"/>
              </a:spcAft>
              <a:buClr>
                <a:schemeClr val="dk1"/>
              </a:buClr>
              <a:buSzPts val="1200"/>
              <a:buNone/>
              <a:defRPr>
                <a:solidFill>
                  <a:schemeClr val="dk1"/>
                </a:solidFill>
              </a:defRPr>
            </a:lvl2pPr>
            <a:lvl3pPr lvl="2" rtl="0">
              <a:lnSpc>
                <a:spcPct val="100000"/>
              </a:lnSpc>
              <a:spcBef>
                <a:spcPts val="1600"/>
              </a:spcBef>
              <a:spcAft>
                <a:spcPts val="0"/>
              </a:spcAft>
              <a:buClr>
                <a:schemeClr val="dk1"/>
              </a:buClr>
              <a:buSzPts val="1200"/>
              <a:buNone/>
              <a:defRPr>
                <a:solidFill>
                  <a:schemeClr val="dk1"/>
                </a:solidFill>
              </a:defRPr>
            </a:lvl3pPr>
            <a:lvl4pPr lvl="3" rtl="0">
              <a:lnSpc>
                <a:spcPct val="100000"/>
              </a:lnSpc>
              <a:spcBef>
                <a:spcPts val="1600"/>
              </a:spcBef>
              <a:spcAft>
                <a:spcPts val="0"/>
              </a:spcAft>
              <a:buClr>
                <a:schemeClr val="dk1"/>
              </a:buClr>
              <a:buSzPts val="1200"/>
              <a:buNone/>
              <a:defRPr>
                <a:solidFill>
                  <a:schemeClr val="dk1"/>
                </a:solidFill>
              </a:defRPr>
            </a:lvl4pPr>
            <a:lvl5pPr lvl="4" rtl="0">
              <a:lnSpc>
                <a:spcPct val="100000"/>
              </a:lnSpc>
              <a:spcBef>
                <a:spcPts val="1600"/>
              </a:spcBef>
              <a:spcAft>
                <a:spcPts val="0"/>
              </a:spcAft>
              <a:buClr>
                <a:schemeClr val="dk1"/>
              </a:buClr>
              <a:buSzPts val="1200"/>
              <a:buNone/>
              <a:defRPr>
                <a:solidFill>
                  <a:schemeClr val="dk1"/>
                </a:solidFill>
              </a:defRPr>
            </a:lvl5pPr>
            <a:lvl6pPr lvl="5" rtl="0">
              <a:lnSpc>
                <a:spcPct val="100000"/>
              </a:lnSpc>
              <a:spcBef>
                <a:spcPts val="1600"/>
              </a:spcBef>
              <a:spcAft>
                <a:spcPts val="0"/>
              </a:spcAft>
              <a:buClr>
                <a:schemeClr val="dk1"/>
              </a:buClr>
              <a:buSzPts val="1200"/>
              <a:buNone/>
              <a:defRPr>
                <a:solidFill>
                  <a:schemeClr val="dk1"/>
                </a:solidFill>
              </a:defRPr>
            </a:lvl6pPr>
            <a:lvl7pPr lvl="6" rtl="0">
              <a:lnSpc>
                <a:spcPct val="100000"/>
              </a:lnSpc>
              <a:spcBef>
                <a:spcPts val="1600"/>
              </a:spcBef>
              <a:spcAft>
                <a:spcPts val="0"/>
              </a:spcAft>
              <a:buClr>
                <a:schemeClr val="dk1"/>
              </a:buClr>
              <a:buSzPts val="1200"/>
              <a:buNone/>
              <a:defRPr>
                <a:solidFill>
                  <a:schemeClr val="dk1"/>
                </a:solidFill>
              </a:defRPr>
            </a:lvl7pPr>
            <a:lvl8pPr lvl="7" rtl="0">
              <a:lnSpc>
                <a:spcPct val="100000"/>
              </a:lnSpc>
              <a:spcBef>
                <a:spcPts val="1600"/>
              </a:spcBef>
              <a:spcAft>
                <a:spcPts val="0"/>
              </a:spcAft>
              <a:buClr>
                <a:schemeClr val="dk1"/>
              </a:buClr>
              <a:buSzPts val="1200"/>
              <a:buNone/>
              <a:defRPr>
                <a:solidFill>
                  <a:schemeClr val="dk1"/>
                </a:solidFill>
              </a:defRPr>
            </a:lvl8pPr>
            <a:lvl9pPr lvl="8" rtl="0">
              <a:lnSpc>
                <a:spcPct val="100000"/>
              </a:lnSpc>
              <a:spcBef>
                <a:spcPts val="1600"/>
              </a:spcBef>
              <a:spcAft>
                <a:spcPts val="1600"/>
              </a:spcAft>
              <a:buClr>
                <a:schemeClr val="dk1"/>
              </a:buClr>
              <a:buSzPts val="1200"/>
              <a:buNone/>
              <a:defRPr>
                <a:solidFill>
                  <a:schemeClr val="dk1"/>
                </a:solidFill>
              </a:defRPr>
            </a:lvl9pPr>
          </a:lstStyle>
          <a:p/>
        </p:txBody>
      </p:sp>
      <p:sp>
        <p:nvSpPr>
          <p:cNvPr id="307" name="Google Shape;307;p19"/>
          <p:cNvSpPr txBox="1"/>
          <p:nvPr>
            <p:ph idx="2" type="subTitle"/>
          </p:nvPr>
        </p:nvSpPr>
        <p:spPr>
          <a:xfrm>
            <a:off x="4992001" y="1780825"/>
            <a:ext cx="3432000" cy="85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r">
              <a:lnSpc>
                <a:spcPct val="100000"/>
              </a:lnSpc>
              <a:spcBef>
                <a:spcPts val="0"/>
              </a:spcBef>
              <a:spcAft>
                <a:spcPts val="0"/>
              </a:spcAft>
              <a:buClr>
                <a:schemeClr val="dk1"/>
              </a:buClr>
              <a:buSzPts val="1200"/>
              <a:buNone/>
              <a:defRPr>
                <a:solidFill>
                  <a:schemeClr val="dk1"/>
                </a:solidFill>
              </a:defRPr>
            </a:lvl2pPr>
            <a:lvl3pPr lvl="2" rtl="0" algn="r">
              <a:lnSpc>
                <a:spcPct val="100000"/>
              </a:lnSpc>
              <a:spcBef>
                <a:spcPts val="1600"/>
              </a:spcBef>
              <a:spcAft>
                <a:spcPts val="0"/>
              </a:spcAft>
              <a:buClr>
                <a:schemeClr val="dk1"/>
              </a:buClr>
              <a:buSzPts val="1200"/>
              <a:buNone/>
              <a:defRPr>
                <a:solidFill>
                  <a:schemeClr val="dk1"/>
                </a:solidFill>
              </a:defRPr>
            </a:lvl3pPr>
            <a:lvl4pPr lvl="3" rtl="0" algn="r">
              <a:lnSpc>
                <a:spcPct val="100000"/>
              </a:lnSpc>
              <a:spcBef>
                <a:spcPts val="1600"/>
              </a:spcBef>
              <a:spcAft>
                <a:spcPts val="0"/>
              </a:spcAft>
              <a:buClr>
                <a:schemeClr val="dk1"/>
              </a:buClr>
              <a:buSzPts val="1200"/>
              <a:buNone/>
              <a:defRPr>
                <a:solidFill>
                  <a:schemeClr val="dk1"/>
                </a:solidFill>
              </a:defRPr>
            </a:lvl4pPr>
            <a:lvl5pPr lvl="4" rtl="0" algn="r">
              <a:lnSpc>
                <a:spcPct val="100000"/>
              </a:lnSpc>
              <a:spcBef>
                <a:spcPts val="1600"/>
              </a:spcBef>
              <a:spcAft>
                <a:spcPts val="0"/>
              </a:spcAft>
              <a:buClr>
                <a:schemeClr val="dk1"/>
              </a:buClr>
              <a:buSzPts val="1200"/>
              <a:buNone/>
              <a:defRPr>
                <a:solidFill>
                  <a:schemeClr val="dk1"/>
                </a:solidFill>
              </a:defRPr>
            </a:lvl5pPr>
            <a:lvl6pPr lvl="5" rtl="0" algn="r">
              <a:lnSpc>
                <a:spcPct val="100000"/>
              </a:lnSpc>
              <a:spcBef>
                <a:spcPts val="1600"/>
              </a:spcBef>
              <a:spcAft>
                <a:spcPts val="0"/>
              </a:spcAft>
              <a:buClr>
                <a:schemeClr val="dk1"/>
              </a:buClr>
              <a:buSzPts val="1200"/>
              <a:buNone/>
              <a:defRPr>
                <a:solidFill>
                  <a:schemeClr val="dk1"/>
                </a:solidFill>
              </a:defRPr>
            </a:lvl6pPr>
            <a:lvl7pPr lvl="6" rtl="0" algn="r">
              <a:lnSpc>
                <a:spcPct val="100000"/>
              </a:lnSpc>
              <a:spcBef>
                <a:spcPts val="1600"/>
              </a:spcBef>
              <a:spcAft>
                <a:spcPts val="0"/>
              </a:spcAft>
              <a:buClr>
                <a:schemeClr val="dk1"/>
              </a:buClr>
              <a:buSzPts val="1200"/>
              <a:buNone/>
              <a:defRPr>
                <a:solidFill>
                  <a:schemeClr val="dk1"/>
                </a:solidFill>
              </a:defRPr>
            </a:lvl7pPr>
            <a:lvl8pPr lvl="7" rtl="0" algn="r">
              <a:lnSpc>
                <a:spcPct val="100000"/>
              </a:lnSpc>
              <a:spcBef>
                <a:spcPts val="1600"/>
              </a:spcBef>
              <a:spcAft>
                <a:spcPts val="0"/>
              </a:spcAft>
              <a:buClr>
                <a:schemeClr val="dk1"/>
              </a:buClr>
              <a:buSzPts val="1200"/>
              <a:buNone/>
              <a:defRPr>
                <a:solidFill>
                  <a:schemeClr val="dk1"/>
                </a:solidFill>
              </a:defRPr>
            </a:lvl8pPr>
            <a:lvl9pPr lvl="8" rtl="0" algn="r">
              <a:lnSpc>
                <a:spcPct val="100000"/>
              </a:lnSpc>
              <a:spcBef>
                <a:spcPts val="1600"/>
              </a:spcBef>
              <a:spcAft>
                <a:spcPts val="1600"/>
              </a:spcAft>
              <a:buClr>
                <a:schemeClr val="dk1"/>
              </a:buClr>
              <a:buSzPts val="1200"/>
              <a:buNone/>
              <a:defRPr>
                <a:solidFill>
                  <a:schemeClr val="dk1"/>
                </a:solidFill>
              </a:defRPr>
            </a:lvl9pPr>
          </a:lstStyle>
          <a:p/>
        </p:txBody>
      </p:sp>
      <p:sp>
        <p:nvSpPr>
          <p:cNvPr id="308" name="Google Shape;308;p19"/>
          <p:cNvSpPr txBox="1"/>
          <p:nvPr>
            <p:ph idx="3" type="subTitle"/>
          </p:nvPr>
        </p:nvSpPr>
        <p:spPr>
          <a:xfrm>
            <a:off x="720000" y="3593592"/>
            <a:ext cx="3432000" cy="85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nSpc>
                <a:spcPct val="100000"/>
              </a:lnSpc>
              <a:spcBef>
                <a:spcPts val="0"/>
              </a:spcBef>
              <a:spcAft>
                <a:spcPts val="0"/>
              </a:spcAft>
              <a:buClr>
                <a:schemeClr val="dk1"/>
              </a:buClr>
              <a:buSzPts val="1200"/>
              <a:buNone/>
              <a:defRPr>
                <a:solidFill>
                  <a:schemeClr val="dk1"/>
                </a:solidFill>
              </a:defRPr>
            </a:lvl2pPr>
            <a:lvl3pPr lvl="2" rtl="0">
              <a:lnSpc>
                <a:spcPct val="100000"/>
              </a:lnSpc>
              <a:spcBef>
                <a:spcPts val="1600"/>
              </a:spcBef>
              <a:spcAft>
                <a:spcPts val="0"/>
              </a:spcAft>
              <a:buClr>
                <a:schemeClr val="dk1"/>
              </a:buClr>
              <a:buSzPts val="1200"/>
              <a:buNone/>
              <a:defRPr>
                <a:solidFill>
                  <a:schemeClr val="dk1"/>
                </a:solidFill>
              </a:defRPr>
            </a:lvl3pPr>
            <a:lvl4pPr lvl="3" rtl="0">
              <a:lnSpc>
                <a:spcPct val="100000"/>
              </a:lnSpc>
              <a:spcBef>
                <a:spcPts val="1600"/>
              </a:spcBef>
              <a:spcAft>
                <a:spcPts val="0"/>
              </a:spcAft>
              <a:buClr>
                <a:schemeClr val="dk1"/>
              </a:buClr>
              <a:buSzPts val="1200"/>
              <a:buNone/>
              <a:defRPr>
                <a:solidFill>
                  <a:schemeClr val="dk1"/>
                </a:solidFill>
              </a:defRPr>
            </a:lvl4pPr>
            <a:lvl5pPr lvl="4" rtl="0">
              <a:lnSpc>
                <a:spcPct val="100000"/>
              </a:lnSpc>
              <a:spcBef>
                <a:spcPts val="1600"/>
              </a:spcBef>
              <a:spcAft>
                <a:spcPts val="0"/>
              </a:spcAft>
              <a:buClr>
                <a:schemeClr val="dk1"/>
              </a:buClr>
              <a:buSzPts val="1200"/>
              <a:buNone/>
              <a:defRPr>
                <a:solidFill>
                  <a:schemeClr val="dk1"/>
                </a:solidFill>
              </a:defRPr>
            </a:lvl5pPr>
            <a:lvl6pPr lvl="5" rtl="0">
              <a:lnSpc>
                <a:spcPct val="100000"/>
              </a:lnSpc>
              <a:spcBef>
                <a:spcPts val="1600"/>
              </a:spcBef>
              <a:spcAft>
                <a:spcPts val="0"/>
              </a:spcAft>
              <a:buClr>
                <a:schemeClr val="dk1"/>
              </a:buClr>
              <a:buSzPts val="1200"/>
              <a:buNone/>
              <a:defRPr>
                <a:solidFill>
                  <a:schemeClr val="dk1"/>
                </a:solidFill>
              </a:defRPr>
            </a:lvl6pPr>
            <a:lvl7pPr lvl="6" rtl="0">
              <a:lnSpc>
                <a:spcPct val="100000"/>
              </a:lnSpc>
              <a:spcBef>
                <a:spcPts val="1600"/>
              </a:spcBef>
              <a:spcAft>
                <a:spcPts val="0"/>
              </a:spcAft>
              <a:buClr>
                <a:schemeClr val="dk1"/>
              </a:buClr>
              <a:buSzPts val="1200"/>
              <a:buNone/>
              <a:defRPr>
                <a:solidFill>
                  <a:schemeClr val="dk1"/>
                </a:solidFill>
              </a:defRPr>
            </a:lvl7pPr>
            <a:lvl8pPr lvl="7" rtl="0">
              <a:lnSpc>
                <a:spcPct val="100000"/>
              </a:lnSpc>
              <a:spcBef>
                <a:spcPts val="1600"/>
              </a:spcBef>
              <a:spcAft>
                <a:spcPts val="0"/>
              </a:spcAft>
              <a:buClr>
                <a:schemeClr val="dk1"/>
              </a:buClr>
              <a:buSzPts val="1200"/>
              <a:buNone/>
              <a:defRPr>
                <a:solidFill>
                  <a:schemeClr val="dk1"/>
                </a:solidFill>
              </a:defRPr>
            </a:lvl8pPr>
            <a:lvl9pPr lvl="8" rtl="0">
              <a:lnSpc>
                <a:spcPct val="100000"/>
              </a:lnSpc>
              <a:spcBef>
                <a:spcPts val="1600"/>
              </a:spcBef>
              <a:spcAft>
                <a:spcPts val="1600"/>
              </a:spcAft>
              <a:buClr>
                <a:schemeClr val="dk1"/>
              </a:buClr>
              <a:buSzPts val="1200"/>
              <a:buNone/>
              <a:defRPr>
                <a:solidFill>
                  <a:schemeClr val="dk1"/>
                </a:solidFill>
              </a:defRPr>
            </a:lvl9pPr>
          </a:lstStyle>
          <a:p/>
        </p:txBody>
      </p:sp>
      <p:sp>
        <p:nvSpPr>
          <p:cNvPr id="309" name="Google Shape;309;p19"/>
          <p:cNvSpPr txBox="1"/>
          <p:nvPr>
            <p:ph idx="4" type="subTitle"/>
          </p:nvPr>
        </p:nvSpPr>
        <p:spPr>
          <a:xfrm>
            <a:off x="4992001" y="3593592"/>
            <a:ext cx="3432000" cy="85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r">
              <a:lnSpc>
                <a:spcPct val="100000"/>
              </a:lnSpc>
              <a:spcBef>
                <a:spcPts val="0"/>
              </a:spcBef>
              <a:spcAft>
                <a:spcPts val="0"/>
              </a:spcAft>
              <a:buClr>
                <a:schemeClr val="dk1"/>
              </a:buClr>
              <a:buSzPts val="1200"/>
              <a:buNone/>
              <a:defRPr>
                <a:solidFill>
                  <a:schemeClr val="dk1"/>
                </a:solidFill>
              </a:defRPr>
            </a:lvl2pPr>
            <a:lvl3pPr lvl="2" rtl="0" algn="r">
              <a:lnSpc>
                <a:spcPct val="100000"/>
              </a:lnSpc>
              <a:spcBef>
                <a:spcPts val="1600"/>
              </a:spcBef>
              <a:spcAft>
                <a:spcPts val="0"/>
              </a:spcAft>
              <a:buClr>
                <a:schemeClr val="dk1"/>
              </a:buClr>
              <a:buSzPts val="1200"/>
              <a:buNone/>
              <a:defRPr>
                <a:solidFill>
                  <a:schemeClr val="dk1"/>
                </a:solidFill>
              </a:defRPr>
            </a:lvl3pPr>
            <a:lvl4pPr lvl="3" rtl="0" algn="r">
              <a:lnSpc>
                <a:spcPct val="100000"/>
              </a:lnSpc>
              <a:spcBef>
                <a:spcPts val="1600"/>
              </a:spcBef>
              <a:spcAft>
                <a:spcPts val="0"/>
              </a:spcAft>
              <a:buClr>
                <a:schemeClr val="dk1"/>
              </a:buClr>
              <a:buSzPts val="1200"/>
              <a:buNone/>
              <a:defRPr>
                <a:solidFill>
                  <a:schemeClr val="dk1"/>
                </a:solidFill>
              </a:defRPr>
            </a:lvl4pPr>
            <a:lvl5pPr lvl="4" rtl="0" algn="r">
              <a:lnSpc>
                <a:spcPct val="100000"/>
              </a:lnSpc>
              <a:spcBef>
                <a:spcPts val="1600"/>
              </a:spcBef>
              <a:spcAft>
                <a:spcPts val="0"/>
              </a:spcAft>
              <a:buClr>
                <a:schemeClr val="dk1"/>
              </a:buClr>
              <a:buSzPts val="1200"/>
              <a:buNone/>
              <a:defRPr>
                <a:solidFill>
                  <a:schemeClr val="dk1"/>
                </a:solidFill>
              </a:defRPr>
            </a:lvl5pPr>
            <a:lvl6pPr lvl="5" rtl="0" algn="r">
              <a:lnSpc>
                <a:spcPct val="100000"/>
              </a:lnSpc>
              <a:spcBef>
                <a:spcPts val="1600"/>
              </a:spcBef>
              <a:spcAft>
                <a:spcPts val="0"/>
              </a:spcAft>
              <a:buClr>
                <a:schemeClr val="dk1"/>
              </a:buClr>
              <a:buSzPts val="1200"/>
              <a:buNone/>
              <a:defRPr>
                <a:solidFill>
                  <a:schemeClr val="dk1"/>
                </a:solidFill>
              </a:defRPr>
            </a:lvl6pPr>
            <a:lvl7pPr lvl="6" rtl="0" algn="r">
              <a:lnSpc>
                <a:spcPct val="100000"/>
              </a:lnSpc>
              <a:spcBef>
                <a:spcPts val="1600"/>
              </a:spcBef>
              <a:spcAft>
                <a:spcPts val="0"/>
              </a:spcAft>
              <a:buClr>
                <a:schemeClr val="dk1"/>
              </a:buClr>
              <a:buSzPts val="1200"/>
              <a:buNone/>
              <a:defRPr>
                <a:solidFill>
                  <a:schemeClr val="dk1"/>
                </a:solidFill>
              </a:defRPr>
            </a:lvl7pPr>
            <a:lvl8pPr lvl="7" rtl="0" algn="r">
              <a:lnSpc>
                <a:spcPct val="100000"/>
              </a:lnSpc>
              <a:spcBef>
                <a:spcPts val="1600"/>
              </a:spcBef>
              <a:spcAft>
                <a:spcPts val="0"/>
              </a:spcAft>
              <a:buClr>
                <a:schemeClr val="dk1"/>
              </a:buClr>
              <a:buSzPts val="1200"/>
              <a:buNone/>
              <a:defRPr>
                <a:solidFill>
                  <a:schemeClr val="dk1"/>
                </a:solidFill>
              </a:defRPr>
            </a:lvl8pPr>
            <a:lvl9pPr lvl="8" rtl="0" algn="r">
              <a:lnSpc>
                <a:spcPct val="100000"/>
              </a:lnSpc>
              <a:spcBef>
                <a:spcPts val="1600"/>
              </a:spcBef>
              <a:spcAft>
                <a:spcPts val="1600"/>
              </a:spcAft>
              <a:buClr>
                <a:schemeClr val="dk1"/>
              </a:buClr>
              <a:buSzPts val="1200"/>
              <a:buNone/>
              <a:defRPr>
                <a:solidFill>
                  <a:schemeClr val="dk1"/>
                </a:solidFill>
              </a:defRPr>
            </a:lvl9pPr>
          </a:lstStyle>
          <a:p/>
        </p:txBody>
      </p:sp>
      <p:sp>
        <p:nvSpPr>
          <p:cNvPr id="310" name="Google Shape;310;p19"/>
          <p:cNvSpPr txBox="1"/>
          <p:nvPr>
            <p:ph idx="5" type="subTitle"/>
          </p:nvPr>
        </p:nvSpPr>
        <p:spPr>
          <a:xfrm>
            <a:off x="720001" y="1462225"/>
            <a:ext cx="3432000" cy="40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nSpc>
                <a:spcPct val="100000"/>
              </a:lnSpc>
              <a:spcBef>
                <a:spcPts val="0"/>
              </a:spcBef>
              <a:spcAft>
                <a:spcPts val="0"/>
              </a:spcAft>
              <a:buSzPts val="2200"/>
              <a:buNone/>
              <a:defRPr sz="2200"/>
            </a:lvl2pPr>
            <a:lvl3pPr lvl="2" rtl="0">
              <a:lnSpc>
                <a:spcPct val="100000"/>
              </a:lnSpc>
              <a:spcBef>
                <a:spcPts val="0"/>
              </a:spcBef>
              <a:spcAft>
                <a:spcPts val="0"/>
              </a:spcAft>
              <a:buSzPts val="2200"/>
              <a:buNone/>
              <a:defRPr sz="2200"/>
            </a:lvl3pPr>
            <a:lvl4pPr lvl="3" rtl="0">
              <a:lnSpc>
                <a:spcPct val="100000"/>
              </a:lnSpc>
              <a:spcBef>
                <a:spcPts val="0"/>
              </a:spcBef>
              <a:spcAft>
                <a:spcPts val="0"/>
              </a:spcAft>
              <a:buSzPts val="2200"/>
              <a:buNone/>
              <a:defRPr sz="2200"/>
            </a:lvl4pPr>
            <a:lvl5pPr lvl="4" rtl="0">
              <a:lnSpc>
                <a:spcPct val="100000"/>
              </a:lnSpc>
              <a:spcBef>
                <a:spcPts val="0"/>
              </a:spcBef>
              <a:spcAft>
                <a:spcPts val="0"/>
              </a:spcAft>
              <a:buSzPts val="2200"/>
              <a:buNone/>
              <a:defRPr sz="2200"/>
            </a:lvl5pPr>
            <a:lvl6pPr lvl="5" rtl="0">
              <a:lnSpc>
                <a:spcPct val="100000"/>
              </a:lnSpc>
              <a:spcBef>
                <a:spcPts val="0"/>
              </a:spcBef>
              <a:spcAft>
                <a:spcPts val="0"/>
              </a:spcAft>
              <a:buSzPts val="2200"/>
              <a:buNone/>
              <a:defRPr sz="2200"/>
            </a:lvl6pPr>
            <a:lvl7pPr lvl="6" rtl="0">
              <a:lnSpc>
                <a:spcPct val="100000"/>
              </a:lnSpc>
              <a:spcBef>
                <a:spcPts val="0"/>
              </a:spcBef>
              <a:spcAft>
                <a:spcPts val="0"/>
              </a:spcAft>
              <a:buSzPts val="2200"/>
              <a:buNone/>
              <a:defRPr sz="2200"/>
            </a:lvl7pPr>
            <a:lvl8pPr lvl="7" rtl="0">
              <a:lnSpc>
                <a:spcPct val="100000"/>
              </a:lnSpc>
              <a:spcBef>
                <a:spcPts val="0"/>
              </a:spcBef>
              <a:spcAft>
                <a:spcPts val="0"/>
              </a:spcAft>
              <a:buSzPts val="2200"/>
              <a:buNone/>
              <a:defRPr sz="2200"/>
            </a:lvl8pPr>
            <a:lvl9pPr lvl="8" rtl="0">
              <a:lnSpc>
                <a:spcPct val="100000"/>
              </a:lnSpc>
              <a:spcBef>
                <a:spcPts val="0"/>
              </a:spcBef>
              <a:spcAft>
                <a:spcPts val="0"/>
              </a:spcAft>
              <a:buSzPts val="2200"/>
              <a:buNone/>
              <a:defRPr sz="2200"/>
            </a:lvl9pPr>
          </a:lstStyle>
          <a:p/>
        </p:txBody>
      </p:sp>
      <p:sp>
        <p:nvSpPr>
          <p:cNvPr id="311" name="Google Shape;311;p19"/>
          <p:cNvSpPr txBox="1"/>
          <p:nvPr>
            <p:ph idx="6" type="subTitle"/>
          </p:nvPr>
        </p:nvSpPr>
        <p:spPr>
          <a:xfrm>
            <a:off x="4992001" y="1462225"/>
            <a:ext cx="3432000" cy="40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r">
              <a:lnSpc>
                <a:spcPct val="100000"/>
              </a:lnSpc>
              <a:spcBef>
                <a:spcPts val="0"/>
              </a:spcBef>
              <a:spcAft>
                <a:spcPts val="0"/>
              </a:spcAft>
              <a:buSzPts val="2200"/>
              <a:buNone/>
              <a:defRPr sz="2200"/>
            </a:lvl2pPr>
            <a:lvl3pPr lvl="2" rtl="0" algn="r">
              <a:lnSpc>
                <a:spcPct val="100000"/>
              </a:lnSpc>
              <a:spcBef>
                <a:spcPts val="0"/>
              </a:spcBef>
              <a:spcAft>
                <a:spcPts val="0"/>
              </a:spcAft>
              <a:buSzPts val="2200"/>
              <a:buNone/>
              <a:defRPr sz="2200"/>
            </a:lvl3pPr>
            <a:lvl4pPr lvl="3" rtl="0" algn="r">
              <a:lnSpc>
                <a:spcPct val="100000"/>
              </a:lnSpc>
              <a:spcBef>
                <a:spcPts val="0"/>
              </a:spcBef>
              <a:spcAft>
                <a:spcPts val="0"/>
              </a:spcAft>
              <a:buSzPts val="2200"/>
              <a:buNone/>
              <a:defRPr sz="2200"/>
            </a:lvl4pPr>
            <a:lvl5pPr lvl="4" rtl="0" algn="r">
              <a:lnSpc>
                <a:spcPct val="100000"/>
              </a:lnSpc>
              <a:spcBef>
                <a:spcPts val="0"/>
              </a:spcBef>
              <a:spcAft>
                <a:spcPts val="0"/>
              </a:spcAft>
              <a:buSzPts val="2200"/>
              <a:buNone/>
              <a:defRPr sz="2200"/>
            </a:lvl5pPr>
            <a:lvl6pPr lvl="5" rtl="0" algn="r">
              <a:lnSpc>
                <a:spcPct val="100000"/>
              </a:lnSpc>
              <a:spcBef>
                <a:spcPts val="0"/>
              </a:spcBef>
              <a:spcAft>
                <a:spcPts val="0"/>
              </a:spcAft>
              <a:buSzPts val="2200"/>
              <a:buNone/>
              <a:defRPr sz="2200"/>
            </a:lvl6pPr>
            <a:lvl7pPr lvl="6" rtl="0" algn="r">
              <a:lnSpc>
                <a:spcPct val="100000"/>
              </a:lnSpc>
              <a:spcBef>
                <a:spcPts val="0"/>
              </a:spcBef>
              <a:spcAft>
                <a:spcPts val="0"/>
              </a:spcAft>
              <a:buSzPts val="2200"/>
              <a:buNone/>
              <a:defRPr sz="2200"/>
            </a:lvl7pPr>
            <a:lvl8pPr lvl="7" rtl="0" algn="r">
              <a:lnSpc>
                <a:spcPct val="100000"/>
              </a:lnSpc>
              <a:spcBef>
                <a:spcPts val="0"/>
              </a:spcBef>
              <a:spcAft>
                <a:spcPts val="0"/>
              </a:spcAft>
              <a:buSzPts val="2200"/>
              <a:buNone/>
              <a:defRPr sz="2200"/>
            </a:lvl8pPr>
            <a:lvl9pPr lvl="8" rtl="0" algn="r">
              <a:lnSpc>
                <a:spcPct val="100000"/>
              </a:lnSpc>
              <a:spcBef>
                <a:spcPts val="0"/>
              </a:spcBef>
              <a:spcAft>
                <a:spcPts val="0"/>
              </a:spcAft>
              <a:buSzPts val="2200"/>
              <a:buNone/>
              <a:defRPr sz="2200"/>
            </a:lvl9pPr>
          </a:lstStyle>
          <a:p/>
        </p:txBody>
      </p:sp>
      <p:sp>
        <p:nvSpPr>
          <p:cNvPr id="312" name="Google Shape;312;p19"/>
          <p:cNvSpPr txBox="1"/>
          <p:nvPr>
            <p:ph idx="7" type="subTitle"/>
          </p:nvPr>
        </p:nvSpPr>
        <p:spPr>
          <a:xfrm>
            <a:off x="720001" y="3276623"/>
            <a:ext cx="3432000" cy="40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nSpc>
                <a:spcPct val="100000"/>
              </a:lnSpc>
              <a:spcBef>
                <a:spcPts val="0"/>
              </a:spcBef>
              <a:spcAft>
                <a:spcPts val="0"/>
              </a:spcAft>
              <a:buSzPts val="2200"/>
              <a:buNone/>
              <a:defRPr sz="2200"/>
            </a:lvl2pPr>
            <a:lvl3pPr lvl="2" rtl="0">
              <a:lnSpc>
                <a:spcPct val="100000"/>
              </a:lnSpc>
              <a:spcBef>
                <a:spcPts val="0"/>
              </a:spcBef>
              <a:spcAft>
                <a:spcPts val="0"/>
              </a:spcAft>
              <a:buSzPts val="2200"/>
              <a:buNone/>
              <a:defRPr sz="2200"/>
            </a:lvl3pPr>
            <a:lvl4pPr lvl="3" rtl="0">
              <a:lnSpc>
                <a:spcPct val="100000"/>
              </a:lnSpc>
              <a:spcBef>
                <a:spcPts val="0"/>
              </a:spcBef>
              <a:spcAft>
                <a:spcPts val="0"/>
              </a:spcAft>
              <a:buSzPts val="2200"/>
              <a:buNone/>
              <a:defRPr sz="2200"/>
            </a:lvl4pPr>
            <a:lvl5pPr lvl="4" rtl="0">
              <a:lnSpc>
                <a:spcPct val="100000"/>
              </a:lnSpc>
              <a:spcBef>
                <a:spcPts val="0"/>
              </a:spcBef>
              <a:spcAft>
                <a:spcPts val="0"/>
              </a:spcAft>
              <a:buSzPts val="2200"/>
              <a:buNone/>
              <a:defRPr sz="2200"/>
            </a:lvl5pPr>
            <a:lvl6pPr lvl="5" rtl="0">
              <a:lnSpc>
                <a:spcPct val="100000"/>
              </a:lnSpc>
              <a:spcBef>
                <a:spcPts val="0"/>
              </a:spcBef>
              <a:spcAft>
                <a:spcPts val="0"/>
              </a:spcAft>
              <a:buSzPts val="2200"/>
              <a:buNone/>
              <a:defRPr sz="2200"/>
            </a:lvl6pPr>
            <a:lvl7pPr lvl="6" rtl="0">
              <a:lnSpc>
                <a:spcPct val="100000"/>
              </a:lnSpc>
              <a:spcBef>
                <a:spcPts val="0"/>
              </a:spcBef>
              <a:spcAft>
                <a:spcPts val="0"/>
              </a:spcAft>
              <a:buSzPts val="2200"/>
              <a:buNone/>
              <a:defRPr sz="2200"/>
            </a:lvl7pPr>
            <a:lvl8pPr lvl="7" rtl="0">
              <a:lnSpc>
                <a:spcPct val="100000"/>
              </a:lnSpc>
              <a:spcBef>
                <a:spcPts val="0"/>
              </a:spcBef>
              <a:spcAft>
                <a:spcPts val="0"/>
              </a:spcAft>
              <a:buSzPts val="2200"/>
              <a:buNone/>
              <a:defRPr sz="2200"/>
            </a:lvl8pPr>
            <a:lvl9pPr lvl="8" rtl="0">
              <a:lnSpc>
                <a:spcPct val="100000"/>
              </a:lnSpc>
              <a:spcBef>
                <a:spcPts val="0"/>
              </a:spcBef>
              <a:spcAft>
                <a:spcPts val="0"/>
              </a:spcAft>
              <a:buSzPts val="2200"/>
              <a:buNone/>
              <a:defRPr sz="2200"/>
            </a:lvl9pPr>
          </a:lstStyle>
          <a:p/>
        </p:txBody>
      </p:sp>
      <p:sp>
        <p:nvSpPr>
          <p:cNvPr id="313" name="Google Shape;313;p19"/>
          <p:cNvSpPr txBox="1"/>
          <p:nvPr>
            <p:ph idx="8" type="subTitle"/>
          </p:nvPr>
        </p:nvSpPr>
        <p:spPr>
          <a:xfrm>
            <a:off x="4992001" y="3276623"/>
            <a:ext cx="3432000" cy="40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r">
              <a:lnSpc>
                <a:spcPct val="100000"/>
              </a:lnSpc>
              <a:spcBef>
                <a:spcPts val="0"/>
              </a:spcBef>
              <a:spcAft>
                <a:spcPts val="0"/>
              </a:spcAft>
              <a:buSzPts val="2200"/>
              <a:buNone/>
              <a:defRPr sz="2200"/>
            </a:lvl2pPr>
            <a:lvl3pPr lvl="2" rtl="0" algn="r">
              <a:lnSpc>
                <a:spcPct val="100000"/>
              </a:lnSpc>
              <a:spcBef>
                <a:spcPts val="0"/>
              </a:spcBef>
              <a:spcAft>
                <a:spcPts val="0"/>
              </a:spcAft>
              <a:buSzPts val="2200"/>
              <a:buNone/>
              <a:defRPr sz="2200"/>
            </a:lvl3pPr>
            <a:lvl4pPr lvl="3" rtl="0" algn="r">
              <a:lnSpc>
                <a:spcPct val="100000"/>
              </a:lnSpc>
              <a:spcBef>
                <a:spcPts val="0"/>
              </a:spcBef>
              <a:spcAft>
                <a:spcPts val="0"/>
              </a:spcAft>
              <a:buSzPts val="2200"/>
              <a:buNone/>
              <a:defRPr sz="2200"/>
            </a:lvl4pPr>
            <a:lvl5pPr lvl="4" rtl="0" algn="r">
              <a:lnSpc>
                <a:spcPct val="100000"/>
              </a:lnSpc>
              <a:spcBef>
                <a:spcPts val="0"/>
              </a:spcBef>
              <a:spcAft>
                <a:spcPts val="0"/>
              </a:spcAft>
              <a:buSzPts val="2200"/>
              <a:buNone/>
              <a:defRPr sz="2200"/>
            </a:lvl5pPr>
            <a:lvl6pPr lvl="5" rtl="0" algn="r">
              <a:lnSpc>
                <a:spcPct val="100000"/>
              </a:lnSpc>
              <a:spcBef>
                <a:spcPts val="0"/>
              </a:spcBef>
              <a:spcAft>
                <a:spcPts val="0"/>
              </a:spcAft>
              <a:buSzPts val="2200"/>
              <a:buNone/>
              <a:defRPr sz="2200"/>
            </a:lvl6pPr>
            <a:lvl7pPr lvl="6" rtl="0" algn="r">
              <a:lnSpc>
                <a:spcPct val="100000"/>
              </a:lnSpc>
              <a:spcBef>
                <a:spcPts val="0"/>
              </a:spcBef>
              <a:spcAft>
                <a:spcPts val="0"/>
              </a:spcAft>
              <a:buSzPts val="2200"/>
              <a:buNone/>
              <a:defRPr sz="2200"/>
            </a:lvl7pPr>
            <a:lvl8pPr lvl="7" rtl="0" algn="r">
              <a:lnSpc>
                <a:spcPct val="100000"/>
              </a:lnSpc>
              <a:spcBef>
                <a:spcPts val="0"/>
              </a:spcBef>
              <a:spcAft>
                <a:spcPts val="0"/>
              </a:spcAft>
              <a:buSzPts val="2200"/>
              <a:buNone/>
              <a:defRPr sz="2200"/>
            </a:lvl8pPr>
            <a:lvl9pPr lvl="8" rtl="0" algn="r">
              <a:lnSpc>
                <a:spcPct val="100000"/>
              </a:lnSpc>
              <a:spcBef>
                <a:spcPts val="0"/>
              </a:spcBef>
              <a:spcAft>
                <a:spcPts val="0"/>
              </a:spcAft>
              <a:buSzPts val="2200"/>
              <a:buNone/>
              <a:defRPr sz="2200"/>
            </a:lvl9pPr>
          </a:lstStyle>
          <a:p/>
        </p:txBody>
      </p:sp>
      <p:grpSp>
        <p:nvGrpSpPr>
          <p:cNvPr id="314" name="Google Shape;314;p19"/>
          <p:cNvGrpSpPr/>
          <p:nvPr/>
        </p:nvGrpSpPr>
        <p:grpSpPr>
          <a:xfrm rot="1169238">
            <a:off x="8472929" y="42805"/>
            <a:ext cx="872898" cy="872898"/>
            <a:chOff x="3221808" y="1274962"/>
            <a:chExt cx="511051" cy="511051"/>
          </a:xfrm>
        </p:grpSpPr>
        <p:sp>
          <p:nvSpPr>
            <p:cNvPr id="315" name="Google Shape;315;p19"/>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19"/>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19"/>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19"/>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19"/>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19"/>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 name="Google Shape;321;p19"/>
          <p:cNvGrpSpPr/>
          <p:nvPr/>
        </p:nvGrpSpPr>
        <p:grpSpPr>
          <a:xfrm>
            <a:off x="-290704" y="951900"/>
            <a:ext cx="9368661" cy="3363387"/>
            <a:chOff x="-290704" y="951900"/>
            <a:chExt cx="9368661" cy="3363387"/>
          </a:xfrm>
        </p:grpSpPr>
        <p:grpSp>
          <p:nvGrpSpPr>
            <p:cNvPr id="322" name="Google Shape;322;p19"/>
            <p:cNvGrpSpPr/>
            <p:nvPr/>
          </p:nvGrpSpPr>
          <p:grpSpPr>
            <a:xfrm>
              <a:off x="8495457" y="951900"/>
              <a:ext cx="582501" cy="762925"/>
              <a:chOff x="7261207" y="1534775"/>
              <a:chExt cx="582501" cy="762925"/>
            </a:xfrm>
          </p:grpSpPr>
          <p:sp>
            <p:nvSpPr>
              <p:cNvPr id="323" name="Google Shape;323;p19"/>
              <p:cNvSpPr/>
              <p:nvPr/>
            </p:nvSpPr>
            <p:spPr>
              <a:xfrm>
                <a:off x="7591107" y="20451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24" name="Google Shape;324;p19"/>
              <p:cNvSpPr/>
              <p:nvPr/>
            </p:nvSpPr>
            <p:spPr>
              <a:xfrm>
                <a:off x="7261207" y="15347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325" name="Google Shape;325;p19"/>
            <p:cNvGrpSpPr/>
            <p:nvPr/>
          </p:nvGrpSpPr>
          <p:grpSpPr>
            <a:xfrm>
              <a:off x="-290704" y="2940751"/>
              <a:ext cx="849604" cy="1374536"/>
              <a:chOff x="27546" y="2568876"/>
              <a:chExt cx="849604" cy="1374536"/>
            </a:xfrm>
          </p:grpSpPr>
          <p:sp>
            <p:nvSpPr>
              <p:cNvPr id="326" name="Google Shape;326;p19"/>
              <p:cNvSpPr/>
              <p:nvPr/>
            </p:nvSpPr>
            <p:spPr>
              <a:xfrm>
                <a:off x="424157" y="27692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27" name="Google Shape;327;p19"/>
              <p:cNvSpPr/>
              <p:nvPr/>
            </p:nvSpPr>
            <p:spPr>
              <a:xfrm>
                <a:off x="676750" y="25688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28" name="Google Shape;328;p19"/>
              <p:cNvSpPr/>
              <p:nvPr/>
            </p:nvSpPr>
            <p:spPr>
              <a:xfrm>
                <a:off x="27546" y="3168212"/>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329" name="Shape 329"/>
        <p:cNvGrpSpPr/>
        <p:nvPr/>
      </p:nvGrpSpPr>
      <p:grpSpPr>
        <a:xfrm>
          <a:off x="0" y="0"/>
          <a:ext cx="0" cy="0"/>
          <a:chOff x="0" y="0"/>
          <a:chExt cx="0" cy="0"/>
        </a:xfrm>
      </p:grpSpPr>
      <p:grpSp>
        <p:nvGrpSpPr>
          <p:cNvPr id="330" name="Google Shape;330;p20"/>
          <p:cNvGrpSpPr/>
          <p:nvPr/>
        </p:nvGrpSpPr>
        <p:grpSpPr>
          <a:xfrm>
            <a:off x="0" y="0"/>
            <a:ext cx="9144003" cy="5143504"/>
            <a:chOff x="0" y="0"/>
            <a:chExt cx="9144003" cy="5143504"/>
          </a:xfrm>
        </p:grpSpPr>
        <p:pic>
          <p:nvPicPr>
            <p:cNvPr id="331" name="Google Shape;331;p20"/>
            <p:cNvPicPr preferRelativeResize="0"/>
            <p:nvPr/>
          </p:nvPicPr>
          <p:blipFill>
            <a:blip r:embed="rId2">
              <a:alphaModFix amt="34000"/>
            </a:blip>
            <a:stretch>
              <a:fillRect/>
            </a:stretch>
          </p:blipFill>
          <p:spPr>
            <a:xfrm>
              <a:off x="0" y="0"/>
              <a:ext cx="9144000" cy="5143500"/>
            </a:xfrm>
            <a:prstGeom prst="rect">
              <a:avLst/>
            </a:prstGeom>
            <a:noFill/>
            <a:ln>
              <a:noFill/>
            </a:ln>
          </p:spPr>
        </p:pic>
        <p:pic>
          <p:nvPicPr>
            <p:cNvPr id="332" name="Google Shape;332;p20"/>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333" name="Google Shape;333;p2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34" name="Google Shape;334;p20"/>
          <p:cNvSpPr txBox="1"/>
          <p:nvPr>
            <p:ph idx="1" type="subTitle"/>
          </p:nvPr>
        </p:nvSpPr>
        <p:spPr>
          <a:xfrm>
            <a:off x="712625" y="1780825"/>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35" name="Google Shape;335;p20"/>
          <p:cNvSpPr txBox="1"/>
          <p:nvPr>
            <p:ph idx="2" type="subTitle"/>
          </p:nvPr>
        </p:nvSpPr>
        <p:spPr>
          <a:xfrm>
            <a:off x="3312159" y="1780825"/>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36" name="Google Shape;336;p20"/>
          <p:cNvSpPr txBox="1"/>
          <p:nvPr>
            <p:ph idx="3" type="subTitle"/>
          </p:nvPr>
        </p:nvSpPr>
        <p:spPr>
          <a:xfrm>
            <a:off x="712625" y="3594750"/>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37" name="Google Shape;337;p20"/>
          <p:cNvSpPr txBox="1"/>
          <p:nvPr>
            <p:ph idx="4" type="subTitle"/>
          </p:nvPr>
        </p:nvSpPr>
        <p:spPr>
          <a:xfrm>
            <a:off x="3312177" y="3594750"/>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38" name="Google Shape;338;p20"/>
          <p:cNvSpPr txBox="1"/>
          <p:nvPr>
            <p:ph idx="5" type="subTitle"/>
          </p:nvPr>
        </p:nvSpPr>
        <p:spPr>
          <a:xfrm>
            <a:off x="5911624" y="1780825"/>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39" name="Google Shape;339;p20"/>
          <p:cNvSpPr txBox="1"/>
          <p:nvPr>
            <p:ph idx="6" type="subTitle"/>
          </p:nvPr>
        </p:nvSpPr>
        <p:spPr>
          <a:xfrm>
            <a:off x="5911729" y="3594750"/>
            <a:ext cx="2519100" cy="100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1600"/>
              </a:spcBef>
              <a:spcAft>
                <a:spcPts val="0"/>
              </a:spcAft>
              <a:buClr>
                <a:schemeClr val="dk1"/>
              </a:buClr>
              <a:buSzPts val="1200"/>
              <a:buNone/>
              <a:defRPr>
                <a:solidFill>
                  <a:schemeClr val="dk1"/>
                </a:solidFill>
              </a:defRPr>
            </a:lvl3pPr>
            <a:lvl4pPr lvl="3" rtl="0" algn="ctr">
              <a:lnSpc>
                <a:spcPct val="100000"/>
              </a:lnSpc>
              <a:spcBef>
                <a:spcPts val="1600"/>
              </a:spcBef>
              <a:spcAft>
                <a:spcPts val="0"/>
              </a:spcAft>
              <a:buClr>
                <a:schemeClr val="dk1"/>
              </a:buClr>
              <a:buSzPts val="1200"/>
              <a:buNone/>
              <a:defRPr>
                <a:solidFill>
                  <a:schemeClr val="dk1"/>
                </a:solidFill>
              </a:defRPr>
            </a:lvl4pPr>
            <a:lvl5pPr lvl="4" rtl="0" algn="ctr">
              <a:lnSpc>
                <a:spcPct val="100000"/>
              </a:lnSpc>
              <a:spcBef>
                <a:spcPts val="1600"/>
              </a:spcBef>
              <a:spcAft>
                <a:spcPts val="0"/>
              </a:spcAft>
              <a:buClr>
                <a:schemeClr val="dk1"/>
              </a:buClr>
              <a:buSzPts val="1200"/>
              <a:buNone/>
              <a:defRPr>
                <a:solidFill>
                  <a:schemeClr val="dk1"/>
                </a:solidFill>
              </a:defRPr>
            </a:lvl5pPr>
            <a:lvl6pPr lvl="5" rtl="0" algn="ctr">
              <a:lnSpc>
                <a:spcPct val="100000"/>
              </a:lnSpc>
              <a:spcBef>
                <a:spcPts val="1600"/>
              </a:spcBef>
              <a:spcAft>
                <a:spcPts val="0"/>
              </a:spcAft>
              <a:buClr>
                <a:schemeClr val="dk1"/>
              </a:buClr>
              <a:buSzPts val="1200"/>
              <a:buNone/>
              <a:defRPr>
                <a:solidFill>
                  <a:schemeClr val="dk1"/>
                </a:solidFill>
              </a:defRPr>
            </a:lvl6pPr>
            <a:lvl7pPr lvl="6" rtl="0" algn="ctr">
              <a:lnSpc>
                <a:spcPct val="100000"/>
              </a:lnSpc>
              <a:spcBef>
                <a:spcPts val="1600"/>
              </a:spcBef>
              <a:spcAft>
                <a:spcPts val="0"/>
              </a:spcAft>
              <a:buClr>
                <a:schemeClr val="dk1"/>
              </a:buClr>
              <a:buSzPts val="1200"/>
              <a:buNone/>
              <a:defRPr>
                <a:solidFill>
                  <a:schemeClr val="dk1"/>
                </a:solidFill>
              </a:defRPr>
            </a:lvl7pPr>
            <a:lvl8pPr lvl="7" rtl="0" algn="ctr">
              <a:lnSpc>
                <a:spcPct val="100000"/>
              </a:lnSpc>
              <a:spcBef>
                <a:spcPts val="1600"/>
              </a:spcBef>
              <a:spcAft>
                <a:spcPts val="0"/>
              </a:spcAft>
              <a:buClr>
                <a:schemeClr val="dk1"/>
              </a:buClr>
              <a:buSzPts val="1200"/>
              <a:buNone/>
              <a:defRPr>
                <a:solidFill>
                  <a:schemeClr val="dk1"/>
                </a:solidFill>
              </a:defRPr>
            </a:lvl8pPr>
            <a:lvl9pPr lvl="8" rtl="0" algn="ctr">
              <a:lnSpc>
                <a:spcPct val="100000"/>
              </a:lnSpc>
              <a:spcBef>
                <a:spcPts val="1600"/>
              </a:spcBef>
              <a:spcAft>
                <a:spcPts val="1600"/>
              </a:spcAft>
              <a:buClr>
                <a:schemeClr val="dk1"/>
              </a:buClr>
              <a:buSzPts val="1200"/>
              <a:buNone/>
              <a:defRPr>
                <a:solidFill>
                  <a:schemeClr val="dk1"/>
                </a:solidFill>
              </a:defRPr>
            </a:lvl9pPr>
          </a:lstStyle>
          <a:p/>
        </p:txBody>
      </p:sp>
      <p:sp>
        <p:nvSpPr>
          <p:cNvPr id="340" name="Google Shape;340;p20"/>
          <p:cNvSpPr txBox="1"/>
          <p:nvPr>
            <p:ph idx="7" type="subTitle"/>
          </p:nvPr>
        </p:nvSpPr>
        <p:spPr>
          <a:xfrm>
            <a:off x="3312125" y="114602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341" name="Google Shape;341;p20"/>
          <p:cNvSpPr txBox="1"/>
          <p:nvPr>
            <p:ph idx="8" type="subTitle"/>
          </p:nvPr>
        </p:nvSpPr>
        <p:spPr>
          <a:xfrm>
            <a:off x="3312125" y="296007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342" name="Google Shape;342;p20"/>
          <p:cNvSpPr txBox="1"/>
          <p:nvPr>
            <p:ph idx="9" type="subTitle"/>
          </p:nvPr>
        </p:nvSpPr>
        <p:spPr>
          <a:xfrm>
            <a:off x="5911799" y="114602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343" name="Google Shape;343;p20"/>
          <p:cNvSpPr txBox="1"/>
          <p:nvPr>
            <p:ph idx="13" type="subTitle"/>
          </p:nvPr>
        </p:nvSpPr>
        <p:spPr>
          <a:xfrm>
            <a:off x="5911799" y="296007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344" name="Google Shape;344;p20"/>
          <p:cNvSpPr txBox="1"/>
          <p:nvPr>
            <p:ph idx="14" type="subTitle"/>
          </p:nvPr>
        </p:nvSpPr>
        <p:spPr>
          <a:xfrm>
            <a:off x="712625" y="114602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sp>
        <p:nvSpPr>
          <p:cNvPr id="345" name="Google Shape;345;p20"/>
          <p:cNvSpPr txBox="1"/>
          <p:nvPr>
            <p:ph idx="15" type="subTitle"/>
          </p:nvPr>
        </p:nvSpPr>
        <p:spPr>
          <a:xfrm>
            <a:off x="712625" y="2960075"/>
            <a:ext cx="2519100" cy="72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000">
                <a:solidFill>
                  <a:schemeClr val="dk1"/>
                </a:solidFill>
              </a:defRPr>
            </a:lvl1pPr>
            <a:lvl2pPr lvl="1" rtl="0" algn="ctr">
              <a:lnSpc>
                <a:spcPct val="100000"/>
              </a:lnSpc>
              <a:spcBef>
                <a:spcPts val="0"/>
              </a:spcBef>
              <a:spcAft>
                <a:spcPts val="0"/>
              </a:spcAft>
              <a:buSzPts val="2200"/>
              <a:buNone/>
              <a:defRPr sz="2200"/>
            </a:lvl2pPr>
            <a:lvl3pPr lvl="2" rtl="0" algn="ctr">
              <a:lnSpc>
                <a:spcPct val="100000"/>
              </a:lnSpc>
              <a:spcBef>
                <a:spcPts val="0"/>
              </a:spcBef>
              <a:spcAft>
                <a:spcPts val="0"/>
              </a:spcAft>
              <a:buSzPts val="2200"/>
              <a:buNone/>
              <a:defRPr sz="2200"/>
            </a:lvl3pPr>
            <a:lvl4pPr lvl="3" rtl="0" algn="ctr">
              <a:lnSpc>
                <a:spcPct val="100000"/>
              </a:lnSpc>
              <a:spcBef>
                <a:spcPts val="0"/>
              </a:spcBef>
              <a:spcAft>
                <a:spcPts val="0"/>
              </a:spcAft>
              <a:buSzPts val="2200"/>
              <a:buNone/>
              <a:defRPr sz="2200"/>
            </a:lvl4pPr>
            <a:lvl5pPr lvl="4" rtl="0" algn="ctr">
              <a:lnSpc>
                <a:spcPct val="100000"/>
              </a:lnSpc>
              <a:spcBef>
                <a:spcPts val="0"/>
              </a:spcBef>
              <a:spcAft>
                <a:spcPts val="0"/>
              </a:spcAft>
              <a:buSzPts val="2200"/>
              <a:buNone/>
              <a:defRPr sz="2200"/>
            </a:lvl5pPr>
            <a:lvl6pPr lvl="5" rtl="0" algn="ctr">
              <a:lnSpc>
                <a:spcPct val="100000"/>
              </a:lnSpc>
              <a:spcBef>
                <a:spcPts val="0"/>
              </a:spcBef>
              <a:spcAft>
                <a:spcPts val="0"/>
              </a:spcAft>
              <a:buSzPts val="2200"/>
              <a:buNone/>
              <a:defRPr sz="2200"/>
            </a:lvl6pPr>
            <a:lvl7pPr lvl="6" rtl="0" algn="ctr">
              <a:lnSpc>
                <a:spcPct val="100000"/>
              </a:lnSpc>
              <a:spcBef>
                <a:spcPts val="0"/>
              </a:spcBef>
              <a:spcAft>
                <a:spcPts val="0"/>
              </a:spcAft>
              <a:buSzPts val="2200"/>
              <a:buNone/>
              <a:defRPr sz="2200"/>
            </a:lvl7pPr>
            <a:lvl8pPr lvl="7" rtl="0" algn="ctr">
              <a:lnSpc>
                <a:spcPct val="100000"/>
              </a:lnSpc>
              <a:spcBef>
                <a:spcPts val="0"/>
              </a:spcBef>
              <a:spcAft>
                <a:spcPts val="0"/>
              </a:spcAft>
              <a:buSzPts val="2200"/>
              <a:buNone/>
              <a:defRPr sz="2200"/>
            </a:lvl8pPr>
            <a:lvl9pPr lvl="8" rtl="0" algn="ctr">
              <a:lnSpc>
                <a:spcPct val="100000"/>
              </a:lnSpc>
              <a:spcBef>
                <a:spcPts val="0"/>
              </a:spcBef>
              <a:spcAft>
                <a:spcPts val="0"/>
              </a:spcAft>
              <a:buSzPts val="2200"/>
              <a:buNone/>
              <a:defRPr sz="2200"/>
            </a:lvl9pPr>
          </a:lstStyle>
          <a:p/>
        </p:txBody>
      </p:sp>
      <p:grpSp>
        <p:nvGrpSpPr>
          <p:cNvPr id="346" name="Google Shape;346;p20"/>
          <p:cNvGrpSpPr/>
          <p:nvPr/>
        </p:nvGrpSpPr>
        <p:grpSpPr>
          <a:xfrm>
            <a:off x="180882" y="105300"/>
            <a:ext cx="9253814" cy="4525975"/>
            <a:chOff x="180882" y="105300"/>
            <a:chExt cx="9253814" cy="4525975"/>
          </a:xfrm>
        </p:grpSpPr>
        <p:grpSp>
          <p:nvGrpSpPr>
            <p:cNvPr id="347" name="Google Shape;347;p20"/>
            <p:cNvGrpSpPr/>
            <p:nvPr/>
          </p:nvGrpSpPr>
          <p:grpSpPr>
            <a:xfrm>
              <a:off x="180882" y="105300"/>
              <a:ext cx="917399" cy="475800"/>
              <a:chOff x="8015682" y="132150"/>
              <a:chExt cx="917399" cy="475800"/>
            </a:xfrm>
          </p:grpSpPr>
          <p:sp>
            <p:nvSpPr>
              <p:cNvPr id="348" name="Google Shape;348;p20"/>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49" name="Google Shape;349;p20"/>
              <p:cNvSpPr/>
              <p:nvPr/>
            </p:nvSpPr>
            <p:spPr>
              <a:xfrm>
                <a:off x="8457282" y="13215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350" name="Google Shape;350;p20"/>
            <p:cNvGrpSpPr/>
            <p:nvPr/>
          </p:nvGrpSpPr>
          <p:grpSpPr>
            <a:xfrm>
              <a:off x="8652032" y="3086487"/>
              <a:ext cx="782664" cy="1544787"/>
              <a:chOff x="431307" y="1799787"/>
              <a:chExt cx="782664" cy="1544787"/>
            </a:xfrm>
          </p:grpSpPr>
          <p:sp>
            <p:nvSpPr>
              <p:cNvPr id="351" name="Google Shape;351;p20"/>
              <p:cNvSpPr/>
              <p:nvPr/>
            </p:nvSpPr>
            <p:spPr>
              <a:xfrm>
                <a:off x="431307" y="30919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52" name="Google Shape;352;p20"/>
              <p:cNvSpPr/>
              <p:nvPr/>
            </p:nvSpPr>
            <p:spPr>
              <a:xfrm>
                <a:off x="647875" y="28035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53" name="Google Shape;353;p20"/>
              <p:cNvSpPr/>
              <p:nvPr/>
            </p:nvSpPr>
            <p:spPr>
              <a:xfrm>
                <a:off x="438771" y="17997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354" name="Google Shape;354;p20"/>
          <p:cNvSpPr/>
          <p:nvPr/>
        </p:nvSpPr>
        <p:spPr>
          <a:xfrm rot="-1034093">
            <a:off x="-262425" y="1001885"/>
            <a:ext cx="872734" cy="872731"/>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355" name="Shape 355"/>
        <p:cNvGrpSpPr/>
        <p:nvPr/>
      </p:nvGrpSpPr>
      <p:grpSpPr>
        <a:xfrm>
          <a:off x="0" y="0"/>
          <a:ext cx="0" cy="0"/>
          <a:chOff x="0" y="0"/>
          <a:chExt cx="0" cy="0"/>
        </a:xfrm>
      </p:grpSpPr>
      <p:grpSp>
        <p:nvGrpSpPr>
          <p:cNvPr id="356" name="Google Shape;356;p21"/>
          <p:cNvGrpSpPr/>
          <p:nvPr/>
        </p:nvGrpSpPr>
        <p:grpSpPr>
          <a:xfrm>
            <a:off x="0" y="0"/>
            <a:ext cx="9144003" cy="5143504"/>
            <a:chOff x="0" y="0"/>
            <a:chExt cx="9144003" cy="5143504"/>
          </a:xfrm>
        </p:grpSpPr>
        <p:pic>
          <p:nvPicPr>
            <p:cNvPr id="357" name="Google Shape;357;p21"/>
            <p:cNvPicPr preferRelativeResize="0"/>
            <p:nvPr/>
          </p:nvPicPr>
          <p:blipFill>
            <a:blip r:embed="rId2">
              <a:alphaModFix amt="32000"/>
            </a:blip>
            <a:stretch>
              <a:fillRect/>
            </a:stretch>
          </p:blipFill>
          <p:spPr>
            <a:xfrm flipH="1">
              <a:off x="0" y="0"/>
              <a:ext cx="9144000" cy="5143500"/>
            </a:xfrm>
            <a:prstGeom prst="rect">
              <a:avLst/>
            </a:prstGeom>
            <a:noFill/>
            <a:ln>
              <a:noFill/>
            </a:ln>
          </p:spPr>
        </p:pic>
        <p:pic>
          <p:nvPicPr>
            <p:cNvPr id="358" name="Google Shape;358;p21"/>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359" name="Google Shape;359;p2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grpSp>
        <p:nvGrpSpPr>
          <p:cNvPr id="360" name="Google Shape;360;p21"/>
          <p:cNvGrpSpPr/>
          <p:nvPr/>
        </p:nvGrpSpPr>
        <p:grpSpPr>
          <a:xfrm flipH="1">
            <a:off x="292707" y="132150"/>
            <a:ext cx="9251756" cy="3584300"/>
            <a:chOff x="-318674" y="132150"/>
            <a:chExt cx="9251756" cy="3584300"/>
          </a:xfrm>
        </p:grpSpPr>
        <p:grpSp>
          <p:nvGrpSpPr>
            <p:cNvPr id="361" name="Google Shape;361;p21"/>
            <p:cNvGrpSpPr/>
            <p:nvPr/>
          </p:nvGrpSpPr>
          <p:grpSpPr>
            <a:xfrm>
              <a:off x="8015682" y="132150"/>
              <a:ext cx="917400" cy="890800"/>
              <a:chOff x="8015682" y="132150"/>
              <a:chExt cx="917400" cy="890800"/>
            </a:xfrm>
          </p:grpSpPr>
          <p:sp>
            <p:nvSpPr>
              <p:cNvPr id="362" name="Google Shape;362;p21"/>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363" name="Google Shape;363;p21"/>
              <p:cNvGrpSpPr/>
              <p:nvPr/>
            </p:nvGrpSpPr>
            <p:grpSpPr>
              <a:xfrm>
                <a:off x="8457282" y="132150"/>
                <a:ext cx="475801" cy="890800"/>
                <a:chOff x="7223032" y="715025"/>
                <a:chExt cx="475801" cy="890800"/>
              </a:xfrm>
            </p:grpSpPr>
            <p:sp>
              <p:nvSpPr>
                <p:cNvPr id="364" name="Google Shape;364;p21"/>
                <p:cNvSpPr/>
                <p:nvPr/>
              </p:nvSpPr>
              <p:spPr>
                <a:xfrm>
                  <a:off x="7446232" y="13532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65" name="Google Shape;365;p21"/>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366" name="Google Shape;366;p21"/>
            <p:cNvGrpSpPr/>
            <p:nvPr/>
          </p:nvGrpSpPr>
          <p:grpSpPr>
            <a:xfrm>
              <a:off x="-318674" y="2400262"/>
              <a:ext cx="924899" cy="1316187"/>
              <a:chOff x="-424" y="2028387"/>
              <a:chExt cx="924899" cy="1316187"/>
            </a:xfrm>
          </p:grpSpPr>
          <p:sp>
            <p:nvSpPr>
              <p:cNvPr id="367" name="Google Shape;367;p21"/>
              <p:cNvSpPr/>
              <p:nvPr/>
            </p:nvSpPr>
            <p:spPr>
              <a:xfrm>
                <a:off x="431307" y="30919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68" name="Google Shape;368;p21"/>
              <p:cNvSpPr/>
              <p:nvPr/>
            </p:nvSpPr>
            <p:spPr>
              <a:xfrm>
                <a:off x="724075" y="28035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69" name="Google Shape;369;p21"/>
              <p:cNvSpPr/>
              <p:nvPr/>
            </p:nvSpPr>
            <p:spPr>
              <a:xfrm>
                <a:off x="-424" y="20283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370" name="Google Shape;370;p21"/>
          <p:cNvSpPr/>
          <p:nvPr/>
        </p:nvSpPr>
        <p:spPr>
          <a:xfrm flipH="1" rot="-1553697">
            <a:off x="-171960" y="4408188"/>
            <a:ext cx="872472" cy="872469"/>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371" name="Shape 371"/>
        <p:cNvGrpSpPr/>
        <p:nvPr/>
      </p:nvGrpSpPr>
      <p:grpSpPr>
        <a:xfrm>
          <a:off x="0" y="0"/>
          <a:ext cx="0" cy="0"/>
          <a:chOff x="0" y="0"/>
          <a:chExt cx="0" cy="0"/>
        </a:xfrm>
      </p:grpSpPr>
      <p:grpSp>
        <p:nvGrpSpPr>
          <p:cNvPr id="372" name="Google Shape;372;p22"/>
          <p:cNvGrpSpPr/>
          <p:nvPr/>
        </p:nvGrpSpPr>
        <p:grpSpPr>
          <a:xfrm>
            <a:off x="0" y="0"/>
            <a:ext cx="9144003" cy="5143504"/>
            <a:chOff x="0" y="0"/>
            <a:chExt cx="9144003" cy="5143504"/>
          </a:xfrm>
        </p:grpSpPr>
        <p:pic>
          <p:nvPicPr>
            <p:cNvPr id="373" name="Google Shape;373;p22"/>
            <p:cNvPicPr preferRelativeResize="0"/>
            <p:nvPr/>
          </p:nvPicPr>
          <p:blipFill>
            <a:blip r:embed="rId2">
              <a:alphaModFix amt="50000"/>
            </a:blip>
            <a:stretch>
              <a:fillRect/>
            </a:stretch>
          </p:blipFill>
          <p:spPr>
            <a:xfrm>
              <a:off x="0" y="0"/>
              <a:ext cx="9144000" cy="5143500"/>
            </a:xfrm>
            <a:prstGeom prst="rect">
              <a:avLst/>
            </a:prstGeom>
            <a:noFill/>
            <a:ln>
              <a:noFill/>
            </a:ln>
          </p:spPr>
        </p:pic>
        <p:pic>
          <p:nvPicPr>
            <p:cNvPr id="374" name="Google Shape;374;p22"/>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375" name="Google Shape;375;p2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grpSp>
        <p:nvGrpSpPr>
          <p:cNvPr id="376" name="Google Shape;376;p22"/>
          <p:cNvGrpSpPr/>
          <p:nvPr/>
        </p:nvGrpSpPr>
        <p:grpSpPr>
          <a:xfrm flipH="1">
            <a:off x="-327864" y="383700"/>
            <a:ext cx="9422190" cy="2348438"/>
            <a:chOff x="38882" y="383700"/>
            <a:chExt cx="9422190" cy="2348438"/>
          </a:xfrm>
        </p:grpSpPr>
        <p:grpSp>
          <p:nvGrpSpPr>
            <p:cNvPr id="377" name="Google Shape;377;p22"/>
            <p:cNvGrpSpPr/>
            <p:nvPr/>
          </p:nvGrpSpPr>
          <p:grpSpPr>
            <a:xfrm>
              <a:off x="38882" y="383700"/>
              <a:ext cx="609676" cy="728400"/>
              <a:chOff x="-1195368" y="966575"/>
              <a:chExt cx="609676" cy="728400"/>
            </a:xfrm>
          </p:grpSpPr>
          <p:sp>
            <p:nvSpPr>
              <p:cNvPr id="378" name="Google Shape;378;p22"/>
              <p:cNvSpPr/>
              <p:nvPr/>
            </p:nvSpPr>
            <p:spPr>
              <a:xfrm>
                <a:off x="-838293" y="9665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79" name="Google Shape;379;p22"/>
              <p:cNvSpPr/>
              <p:nvPr/>
            </p:nvSpPr>
            <p:spPr>
              <a:xfrm>
                <a:off x="-1195368" y="12191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380" name="Google Shape;380;p22"/>
            <p:cNvGrpSpPr/>
            <p:nvPr/>
          </p:nvGrpSpPr>
          <p:grpSpPr>
            <a:xfrm>
              <a:off x="8625282" y="1433801"/>
              <a:ext cx="835789" cy="1298336"/>
              <a:chOff x="8943532" y="1061926"/>
              <a:chExt cx="835789" cy="1298336"/>
            </a:xfrm>
          </p:grpSpPr>
          <p:sp>
            <p:nvSpPr>
              <p:cNvPr id="381" name="Google Shape;381;p22"/>
              <p:cNvSpPr/>
              <p:nvPr/>
            </p:nvSpPr>
            <p:spPr>
              <a:xfrm>
                <a:off x="8943532" y="12623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82" name="Google Shape;382;p22"/>
              <p:cNvSpPr/>
              <p:nvPr/>
            </p:nvSpPr>
            <p:spPr>
              <a:xfrm>
                <a:off x="9196125" y="10619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83" name="Google Shape;383;p22"/>
              <p:cNvSpPr/>
              <p:nvPr/>
            </p:nvSpPr>
            <p:spPr>
              <a:xfrm>
                <a:off x="9004121" y="1585062"/>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384" name="Google Shape;384;p22"/>
          <p:cNvSpPr/>
          <p:nvPr/>
        </p:nvSpPr>
        <p:spPr>
          <a:xfrm flipH="1">
            <a:off x="8489415" y="1183351"/>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2_2">
    <p:spTree>
      <p:nvGrpSpPr>
        <p:cNvPr id="385" name="Shape 385"/>
        <p:cNvGrpSpPr/>
        <p:nvPr/>
      </p:nvGrpSpPr>
      <p:grpSpPr>
        <a:xfrm>
          <a:off x="0" y="0"/>
          <a:ext cx="0" cy="0"/>
          <a:chOff x="0" y="0"/>
          <a:chExt cx="0" cy="0"/>
        </a:xfrm>
      </p:grpSpPr>
      <p:grpSp>
        <p:nvGrpSpPr>
          <p:cNvPr id="386" name="Google Shape;386;p23"/>
          <p:cNvGrpSpPr/>
          <p:nvPr/>
        </p:nvGrpSpPr>
        <p:grpSpPr>
          <a:xfrm>
            <a:off x="0" y="0"/>
            <a:ext cx="9144003" cy="5143504"/>
            <a:chOff x="0" y="0"/>
            <a:chExt cx="9144003" cy="5143504"/>
          </a:xfrm>
        </p:grpSpPr>
        <p:pic>
          <p:nvPicPr>
            <p:cNvPr id="387" name="Google Shape;387;p23"/>
            <p:cNvPicPr preferRelativeResize="0"/>
            <p:nvPr/>
          </p:nvPicPr>
          <p:blipFill>
            <a:blip r:embed="rId2">
              <a:alphaModFix amt="42000"/>
            </a:blip>
            <a:stretch>
              <a:fillRect/>
            </a:stretch>
          </p:blipFill>
          <p:spPr>
            <a:xfrm>
              <a:off x="0" y="0"/>
              <a:ext cx="9144000" cy="5143500"/>
            </a:xfrm>
            <a:prstGeom prst="rect">
              <a:avLst/>
            </a:prstGeom>
            <a:noFill/>
            <a:ln>
              <a:noFill/>
            </a:ln>
          </p:spPr>
        </p:pic>
        <p:pic>
          <p:nvPicPr>
            <p:cNvPr id="388" name="Google Shape;388;p23"/>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389" name="Google Shape;389;p2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grpSp>
        <p:nvGrpSpPr>
          <p:cNvPr id="390" name="Google Shape;390;p23"/>
          <p:cNvGrpSpPr/>
          <p:nvPr/>
        </p:nvGrpSpPr>
        <p:grpSpPr>
          <a:xfrm flipH="1">
            <a:off x="3437049" y="4530675"/>
            <a:ext cx="2269900" cy="549875"/>
            <a:chOff x="3143507" y="4530675"/>
            <a:chExt cx="2269900" cy="549875"/>
          </a:xfrm>
        </p:grpSpPr>
        <p:grpSp>
          <p:nvGrpSpPr>
            <p:cNvPr id="391" name="Google Shape;391;p23"/>
            <p:cNvGrpSpPr/>
            <p:nvPr/>
          </p:nvGrpSpPr>
          <p:grpSpPr>
            <a:xfrm>
              <a:off x="3143507" y="4530675"/>
              <a:ext cx="728399" cy="549875"/>
              <a:chOff x="10978307" y="4557525"/>
              <a:chExt cx="728399" cy="549875"/>
            </a:xfrm>
          </p:grpSpPr>
          <p:sp>
            <p:nvSpPr>
              <p:cNvPr id="392" name="Google Shape;392;p23"/>
              <p:cNvSpPr/>
              <p:nvPr/>
            </p:nvSpPr>
            <p:spPr>
              <a:xfrm>
                <a:off x="10978307" y="48548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93" name="Google Shape;393;p23"/>
              <p:cNvSpPr/>
              <p:nvPr/>
            </p:nvSpPr>
            <p:spPr>
              <a:xfrm>
                <a:off x="11230907" y="45575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
          <p:nvSpPr>
            <p:cNvPr id="394" name="Google Shape;394;p23"/>
            <p:cNvSpPr/>
            <p:nvPr/>
          </p:nvSpPr>
          <p:spPr>
            <a:xfrm>
              <a:off x="5160807" y="47538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395" name="Google Shape;395;p23"/>
          <p:cNvGrpSpPr/>
          <p:nvPr/>
        </p:nvGrpSpPr>
        <p:grpSpPr>
          <a:xfrm flipH="1" rot="1785852">
            <a:off x="3873619" y="4595702"/>
            <a:ext cx="959097" cy="928301"/>
            <a:chOff x="7245842" y="780332"/>
            <a:chExt cx="511029" cy="494621"/>
          </a:xfrm>
        </p:grpSpPr>
        <p:sp>
          <p:nvSpPr>
            <p:cNvPr id="396" name="Google Shape;396;p23"/>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3"/>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3"/>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3"/>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2_1_1">
    <p:spTree>
      <p:nvGrpSpPr>
        <p:cNvPr id="400" name="Shape 400"/>
        <p:cNvGrpSpPr/>
        <p:nvPr/>
      </p:nvGrpSpPr>
      <p:grpSpPr>
        <a:xfrm>
          <a:off x="0" y="0"/>
          <a:ext cx="0" cy="0"/>
          <a:chOff x="0" y="0"/>
          <a:chExt cx="0" cy="0"/>
        </a:xfrm>
      </p:grpSpPr>
      <p:grpSp>
        <p:nvGrpSpPr>
          <p:cNvPr id="401" name="Google Shape;401;p24"/>
          <p:cNvGrpSpPr/>
          <p:nvPr/>
        </p:nvGrpSpPr>
        <p:grpSpPr>
          <a:xfrm>
            <a:off x="0" y="0"/>
            <a:ext cx="9144003" cy="5143504"/>
            <a:chOff x="0" y="0"/>
            <a:chExt cx="9144003" cy="5143504"/>
          </a:xfrm>
        </p:grpSpPr>
        <p:pic>
          <p:nvPicPr>
            <p:cNvPr id="402" name="Google Shape;402;p24"/>
            <p:cNvPicPr preferRelativeResize="0"/>
            <p:nvPr/>
          </p:nvPicPr>
          <p:blipFill>
            <a:blip r:embed="rId2">
              <a:alphaModFix amt="34000"/>
            </a:blip>
            <a:stretch>
              <a:fillRect/>
            </a:stretch>
          </p:blipFill>
          <p:spPr>
            <a:xfrm flipH="1">
              <a:off x="0" y="0"/>
              <a:ext cx="9144000" cy="5143500"/>
            </a:xfrm>
            <a:prstGeom prst="rect">
              <a:avLst/>
            </a:prstGeom>
            <a:noFill/>
            <a:ln>
              <a:noFill/>
            </a:ln>
          </p:spPr>
        </p:pic>
        <p:pic>
          <p:nvPicPr>
            <p:cNvPr id="403" name="Google Shape;403;p24"/>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404" name="Google Shape;404;p24"/>
          <p:cNvSpPr txBox="1"/>
          <p:nvPr>
            <p:ph type="title"/>
          </p:nvPr>
        </p:nvSpPr>
        <p:spPr>
          <a:xfrm>
            <a:off x="1727550" y="578563"/>
            <a:ext cx="30213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grpSp>
        <p:nvGrpSpPr>
          <p:cNvPr id="405" name="Google Shape;405;p24"/>
          <p:cNvGrpSpPr/>
          <p:nvPr/>
        </p:nvGrpSpPr>
        <p:grpSpPr>
          <a:xfrm rot="10800000">
            <a:off x="174521" y="1755200"/>
            <a:ext cx="9269761" cy="3312800"/>
            <a:chOff x="-336679" y="132150"/>
            <a:chExt cx="9269761" cy="3312800"/>
          </a:xfrm>
        </p:grpSpPr>
        <p:grpSp>
          <p:nvGrpSpPr>
            <p:cNvPr id="406" name="Google Shape;406;p24"/>
            <p:cNvGrpSpPr/>
            <p:nvPr/>
          </p:nvGrpSpPr>
          <p:grpSpPr>
            <a:xfrm>
              <a:off x="8015682" y="132150"/>
              <a:ext cx="917400" cy="890800"/>
              <a:chOff x="8015682" y="132150"/>
              <a:chExt cx="917400" cy="890800"/>
            </a:xfrm>
          </p:grpSpPr>
          <p:sp>
            <p:nvSpPr>
              <p:cNvPr id="407" name="Google Shape;407;p24"/>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408" name="Google Shape;408;p24"/>
              <p:cNvGrpSpPr/>
              <p:nvPr/>
            </p:nvGrpSpPr>
            <p:grpSpPr>
              <a:xfrm>
                <a:off x="8457282" y="132150"/>
                <a:ext cx="475801" cy="890800"/>
                <a:chOff x="7223032" y="715025"/>
                <a:chExt cx="475801" cy="890800"/>
              </a:xfrm>
            </p:grpSpPr>
            <p:sp>
              <p:nvSpPr>
                <p:cNvPr id="409" name="Google Shape;409;p24"/>
                <p:cNvSpPr/>
                <p:nvPr/>
              </p:nvSpPr>
              <p:spPr>
                <a:xfrm>
                  <a:off x="7446232" y="13532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10" name="Google Shape;410;p24"/>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411" name="Google Shape;411;p24"/>
            <p:cNvGrpSpPr/>
            <p:nvPr/>
          </p:nvGrpSpPr>
          <p:grpSpPr>
            <a:xfrm>
              <a:off x="-336679" y="2128762"/>
              <a:ext cx="942904" cy="1316187"/>
              <a:chOff x="-18429" y="1756887"/>
              <a:chExt cx="942904" cy="1316187"/>
            </a:xfrm>
          </p:grpSpPr>
          <p:sp>
            <p:nvSpPr>
              <p:cNvPr id="412" name="Google Shape;412;p24"/>
              <p:cNvSpPr/>
              <p:nvPr/>
            </p:nvSpPr>
            <p:spPr>
              <a:xfrm>
                <a:off x="431307" y="28204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13" name="Google Shape;413;p24"/>
              <p:cNvSpPr/>
              <p:nvPr/>
            </p:nvSpPr>
            <p:spPr>
              <a:xfrm>
                <a:off x="724075" y="25320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14" name="Google Shape;414;p24"/>
              <p:cNvSpPr/>
              <p:nvPr/>
            </p:nvSpPr>
            <p:spPr>
              <a:xfrm>
                <a:off x="-18429" y="17568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415" name="Google Shape;415;p24"/>
          <p:cNvGrpSpPr/>
          <p:nvPr/>
        </p:nvGrpSpPr>
        <p:grpSpPr>
          <a:xfrm rot="987270">
            <a:off x="8542722" y="3246692"/>
            <a:ext cx="959080" cy="928285"/>
            <a:chOff x="7245842" y="780332"/>
            <a:chExt cx="511029" cy="494621"/>
          </a:xfrm>
        </p:grpSpPr>
        <p:sp>
          <p:nvSpPr>
            <p:cNvPr id="416" name="Google Shape;416;p24"/>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24"/>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4"/>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24"/>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420" name="Shape 420"/>
        <p:cNvGrpSpPr/>
        <p:nvPr/>
      </p:nvGrpSpPr>
      <p:grpSpPr>
        <a:xfrm>
          <a:off x="0" y="0"/>
          <a:ext cx="0" cy="0"/>
          <a:chOff x="0" y="0"/>
          <a:chExt cx="0" cy="0"/>
        </a:xfrm>
      </p:grpSpPr>
      <p:grpSp>
        <p:nvGrpSpPr>
          <p:cNvPr id="421" name="Google Shape;421;p25"/>
          <p:cNvGrpSpPr/>
          <p:nvPr/>
        </p:nvGrpSpPr>
        <p:grpSpPr>
          <a:xfrm>
            <a:off x="0" y="0"/>
            <a:ext cx="9144003" cy="5143504"/>
            <a:chOff x="0" y="0"/>
            <a:chExt cx="9144003" cy="5143504"/>
          </a:xfrm>
        </p:grpSpPr>
        <p:pic>
          <p:nvPicPr>
            <p:cNvPr id="422" name="Google Shape;422;p25"/>
            <p:cNvPicPr preferRelativeResize="0"/>
            <p:nvPr/>
          </p:nvPicPr>
          <p:blipFill>
            <a:blip r:embed="rId2">
              <a:alphaModFix amt="66000"/>
            </a:blip>
            <a:stretch>
              <a:fillRect/>
            </a:stretch>
          </p:blipFill>
          <p:spPr>
            <a:xfrm>
              <a:off x="0" y="0"/>
              <a:ext cx="9144000" cy="5143500"/>
            </a:xfrm>
            <a:prstGeom prst="rect">
              <a:avLst/>
            </a:prstGeom>
            <a:noFill/>
            <a:ln>
              <a:noFill/>
            </a:ln>
          </p:spPr>
        </p:pic>
        <p:pic>
          <p:nvPicPr>
            <p:cNvPr id="423" name="Google Shape;423;p25"/>
            <p:cNvPicPr preferRelativeResize="0"/>
            <p:nvPr/>
          </p:nvPicPr>
          <p:blipFill>
            <a:blip r:embed="rId3">
              <a:alphaModFix amt="10000"/>
            </a:blip>
            <a:stretch>
              <a:fillRect/>
            </a:stretch>
          </p:blipFill>
          <p:spPr>
            <a:xfrm>
              <a:off x="0" y="0"/>
              <a:ext cx="9144003" cy="5143504"/>
            </a:xfrm>
            <a:prstGeom prst="rect">
              <a:avLst/>
            </a:prstGeom>
            <a:noFill/>
            <a:ln>
              <a:noFill/>
            </a:ln>
          </p:spPr>
        </p:pic>
      </p:grpSp>
      <p:sp>
        <p:nvSpPr>
          <p:cNvPr id="424" name="Google Shape;424;p25"/>
          <p:cNvSpPr txBox="1"/>
          <p:nvPr>
            <p:ph type="title"/>
          </p:nvPr>
        </p:nvSpPr>
        <p:spPr>
          <a:xfrm>
            <a:off x="4022825" y="624575"/>
            <a:ext cx="3193800" cy="8730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sz="5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25" name="Google Shape;425;p25"/>
          <p:cNvSpPr txBox="1"/>
          <p:nvPr>
            <p:ph idx="1" type="subTitle"/>
          </p:nvPr>
        </p:nvSpPr>
        <p:spPr>
          <a:xfrm>
            <a:off x="4022825" y="1421372"/>
            <a:ext cx="3193800" cy="119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1600"/>
              </a:spcBef>
              <a:spcAft>
                <a:spcPts val="0"/>
              </a:spcAft>
              <a:buSzPts val="1400"/>
              <a:buNone/>
              <a:defRPr sz="1400"/>
            </a:lvl3pPr>
            <a:lvl4pPr lvl="3" rtl="0" algn="ctr">
              <a:lnSpc>
                <a:spcPct val="100000"/>
              </a:lnSpc>
              <a:spcBef>
                <a:spcPts val="1600"/>
              </a:spcBef>
              <a:spcAft>
                <a:spcPts val="0"/>
              </a:spcAft>
              <a:buSzPts val="1400"/>
              <a:buNone/>
              <a:defRPr sz="1400"/>
            </a:lvl4pPr>
            <a:lvl5pPr lvl="4" rtl="0" algn="ctr">
              <a:lnSpc>
                <a:spcPct val="100000"/>
              </a:lnSpc>
              <a:spcBef>
                <a:spcPts val="1600"/>
              </a:spcBef>
              <a:spcAft>
                <a:spcPts val="0"/>
              </a:spcAft>
              <a:buSzPts val="1400"/>
              <a:buNone/>
              <a:defRPr sz="1400"/>
            </a:lvl5pPr>
            <a:lvl6pPr lvl="5" rtl="0" algn="ctr">
              <a:lnSpc>
                <a:spcPct val="100000"/>
              </a:lnSpc>
              <a:spcBef>
                <a:spcPts val="1600"/>
              </a:spcBef>
              <a:spcAft>
                <a:spcPts val="0"/>
              </a:spcAft>
              <a:buSzPts val="1400"/>
              <a:buNone/>
              <a:defRPr sz="1400"/>
            </a:lvl6pPr>
            <a:lvl7pPr lvl="6" rtl="0" algn="ctr">
              <a:lnSpc>
                <a:spcPct val="100000"/>
              </a:lnSpc>
              <a:spcBef>
                <a:spcPts val="1600"/>
              </a:spcBef>
              <a:spcAft>
                <a:spcPts val="0"/>
              </a:spcAft>
              <a:buSzPts val="1400"/>
              <a:buNone/>
              <a:defRPr sz="1400"/>
            </a:lvl7pPr>
            <a:lvl8pPr lvl="7" rtl="0" algn="ctr">
              <a:lnSpc>
                <a:spcPct val="100000"/>
              </a:lnSpc>
              <a:spcBef>
                <a:spcPts val="1600"/>
              </a:spcBef>
              <a:spcAft>
                <a:spcPts val="0"/>
              </a:spcAft>
              <a:buSzPts val="1400"/>
              <a:buNone/>
              <a:defRPr sz="1400"/>
            </a:lvl8pPr>
            <a:lvl9pPr lvl="8" rtl="0" algn="ctr">
              <a:lnSpc>
                <a:spcPct val="100000"/>
              </a:lnSpc>
              <a:spcBef>
                <a:spcPts val="1600"/>
              </a:spcBef>
              <a:spcAft>
                <a:spcPts val="1600"/>
              </a:spcAft>
              <a:buSzPts val="1400"/>
              <a:buNone/>
              <a:defRPr sz="1400"/>
            </a:lvl9pPr>
          </a:lstStyle>
          <a:p/>
        </p:txBody>
      </p:sp>
      <p:sp>
        <p:nvSpPr>
          <p:cNvPr id="426" name="Google Shape;426;p25"/>
          <p:cNvSpPr txBox="1"/>
          <p:nvPr/>
        </p:nvSpPr>
        <p:spPr>
          <a:xfrm>
            <a:off x="4022825" y="3410891"/>
            <a:ext cx="31938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dk1"/>
                </a:solidFill>
                <a:latin typeface="Inconsolata Medium"/>
                <a:ea typeface="Inconsolata Medium"/>
                <a:cs typeface="Inconsolata Medium"/>
                <a:sym typeface="Inconsolata Medium"/>
              </a:rPr>
              <a:t>CREDITS: This presentation template was created by </a:t>
            </a:r>
            <a:r>
              <a:rPr b="1" lang="en" sz="1000" u="sng">
                <a:solidFill>
                  <a:schemeClr val="dk1"/>
                </a:solidFill>
                <a:latin typeface="Inconsolata"/>
                <a:ea typeface="Inconsolata"/>
                <a:cs typeface="Inconsolata"/>
                <a:sym typeface="Inconsolata"/>
                <a:hlinkClick r:id="rId4">
                  <a:extLst>
                    <a:ext uri="{A12FA001-AC4F-418D-AE19-62706E023703}">
                      <ahyp:hlinkClr val="tx"/>
                    </a:ext>
                  </a:extLst>
                </a:hlinkClick>
              </a:rPr>
              <a:t>Slidesgo</a:t>
            </a:r>
            <a:r>
              <a:rPr lang="en" sz="1000">
                <a:solidFill>
                  <a:schemeClr val="dk1"/>
                </a:solidFill>
                <a:latin typeface="Inconsolata Medium"/>
                <a:ea typeface="Inconsolata Medium"/>
                <a:cs typeface="Inconsolata Medium"/>
                <a:sym typeface="Inconsolata Medium"/>
              </a:rPr>
              <a:t>, and includes icons by</a:t>
            </a:r>
            <a:r>
              <a:rPr lang="en" sz="1000">
                <a:solidFill>
                  <a:schemeClr val="dk1"/>
                </a:solidFill>
                <a:latin typeface="Inconsolata"/>
                <a:ea typeface="Inconsolata"/>
                <a:cs typeface="Inconsolata"/>
                <a:sym typeface="Inconsolata"/>
              </a:rPr>
              <a:t> </a:t>
            </a:r>
            <a:r>
              <a:rPr b="1" lang="en" sz="1000" u="sng">
                <a:solidFill>
                  <a:schemeClr val="dk1"/>
                </a:solidFill>
                <a:latin typeface="Inconsolata"/>
                <a:ea typeface="Inconsolata"/>
                <a:cs typeface="Inconsolata"/>
                <a:sym typeface="Inconsolata"/>
                <a:hlinkClick r:id="rId5">
                  <a:extLst>
                    <a:ext uri="{A12FA001-AC4F-418D-AE19-62706E023703}">
                      <ahyp:hlinkClr val="tx"/>
                    </a:ext>
                  </a:extLst>
                </a:hlinkClick>
              </a:rPr>
              <a:t>Flaticon</a:t>
            </a:r>
            <a:r>
              <a:rPr lang="en" sz="1000">
                <a:solidFill>
                  <a:schemeClr val="dk1"/>
                </a:solidFill>
                <a:latin typeface="Inconsolata Medium"/>
                <a:ea typeface="Inconsolata Medium"/>
                <a:cs typeface="Inconsolata Medium"/>
                <a:sym typeface="Inconsolata Medium"/>
              </a:rPr>
              <a:t> and infographics &amp; images by</a:t>
            </a:r>
            <a:r>
              <a:rPr lang="en" sz="1000">
                <a:solidFill>
                  <a:schemeClr val="dk1"/>
                </a:solidFill>
                <a:latin typeface="Inconsolata"/>
                <a:ea typeface="Inconsolata"/>
                <a:cs typeface="Inconsolata"/>
                <a:sym typeface="Inconsolata"/>
              </a:rPr>
              <a:t> </a:t>
            </a:r>
            <a:r>
              <a:rPr b="1" lang="en" sz="1000" u="sng">
                <a:solidFill>
                  <a:schemeClr val="dk1"/>
                </a:solidFill>
                <a:latin typeface="Inconsolata"/>
                <a:ea typeface="Inconsolata"/>
                <a:cs typeface="Inconsolata"/>
                <a:sym typeface="Inconsolata"/>
                <a:hlinkClick r:id="rId6">
                  <a:extLst>
                    <a:ext uri="{A12FA001-AC4F-418D-AE19-62706E023703}">
                      <ahyp:hlinkClr val="tx"/>
                    </a:ext>
                  </a:extLst>
                </a:hlinkClick>
              </a:rPr>
              <a:t>Freepik</a:t>
            </a:r>
            <a:endParaRPr b="1" sz="1000" u="sng">
              <a:solidFill>
                <a:schemeClr val="dk1"/>
              </a:solidFill>
              <a:latin typeface="Inconsolata"/>
              <a:ea typeface="Inconsolata"/>
              <a:cs typeface="Inconsolata"/>
              <a:sym typeface="Inconsolata"/>
            </a:endParaRPr>
          </a:p>
        </p:txBody>
      </p:sp>
      <p:grpSp>
        <p:nvGrpSpPr>
          <p:cNvPr id="427" name="Google Shape;427;p25"/>
          <p:cNvGrpSpPr/>
          <p:nvPr/>
        </p:nvGrpSpPr>
        <p:grpSpPr>
          <a:xfrm>
            <a:off x="8015682" y="132150"/>
            <a:ext cx="917400" cy="890800"/>
            <a:chOff x="8015682" y="132150"/>
            <a:chExt cx="917400" cy="890800"/>
          </a:xfrm>
        </p:grpSpPr>
        <p:sp>
          <p:nvSpPr>
            <p:cNvPr id="428" name="Google Shape;428;p25"/>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429" name="Google Shape;429;p25"/>
            <p:cNvGrpSpPr/>
            <p:nvPr/>
          </p:nvGrpSpPr>
          <p:grpSpPr>
            <a:xfrm>
              <a:off x="8457282" y="132150"/>
              <a:ext cx="475801" cy="890800"/>
              <a:chOff x="7223032" y="715025"/>
              <a:chExt cx="475801" cy="890800"/>
            </a:xfrm>
          </p:grpSpPr>
          <p:sp>
            <p:nvSpPr>
              <p:cNvPr id="430" name="Google Shape;430;p25"/>
              <p:cNvSpPr/>
              <p:nvPr/>
            </p:nvSpPr>
            <p:spPr>
              <a:xfrm>
                <a:off x="7446232" y="13532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31" name="Google Shape;431;p25"/>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432" name="Google Shape;432;p25"/>
          <p:cNvSpPr/>
          <p:nvPr/>
        </p:nvSpPr>
        <p:spPr>
          <a:xfrm rot="-8589005">
            <a:off x="8515333" y="4365976"/>
            <a:ext cx="872486" cy="872483"/>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33" name="Shape 433"/>
        <p:cNvGrpSpPr/>
        <p:nvPr/>
      </p:nvGrpSpPr>
      <p:grpSpPr>
        <a:xfrm>
          <a:off x="0" y="0"/>
          <a:ext cx="0" cy="0"/>
          <a:chOff x="0" y="0"/>
          <a:chExt cx="0" cy="0"/>
        </a:xfrm>
      </p:grpSpPr>
      <p:grpSp>
        <p:nvGrpSpPr>
          <p:cNvPr id="434" name="Google Shape;434;p26"/>
          <p:cNvGrpSpPr/>
          <p:nvPr/>
        </p:nvGrpSpPr>
        <p:grpSpPr>
          <a:xfrm>
            <a:off x="0" y="0"/>
            <a:ext cx="9144003" cy="5143504"/>
            <a:chOff x="0" y="0"/>
            <a:chExt cx="9144003" cy="5143504"/>
          </a:xfrm>
        </p:grpSpPr>
        <p:pic>
          <p:nvPicPr>
            <p:cNvPr id="435" name="Google Shape;435;p26"/>
            <p:cNvPicPr preferRelativeResize="0"/>
            <p:nvPr/>
          </p:nvPicPr>
          <p:blipFill>
            <a:blip r:embed="rId2">
              <a:alphaModFix amt="90000"/>
            </a:blip>
            <a:stretch>
              <a:fillRect/>
            </a:stretch>
          </p:blipFill>
          <p:spPr>
            <a:xfrm>
              <a:off x="0" y="0"/>
              <a:ext cx="9144000" cy="5143500"/>
            </a:xfrm>
            <a:prstGeom prst="rect">
              <a:avLst/>
            </a:prstGeom>
            <a:noFill/>
            <a:ln>
              <a:noFill/>
            </a:ln>
          </p:spPr>
        </p:pic>
        <p:pic>
          <p:nvPicPr>
            <p:cNvPr id="436" name="Google Shape;436;p26"/>
            <p:cNvPicPr preferRelativeResize="0"/>
            <p:nvPr/>
          </p:nvPicPr>
          <p:blipFill>
            <a:blip r:embed="rId3">
              <a:alphaModFix amt="10000"/>
            </a:blip>
            <a:stretch>
              <a:fillRect/>
            </a:stretch>
          </p:blipFill>
          <p:spPr>
            <a:xfrm>
              <a:off x="0" y="0"/>
              <a:ext cx="9144003" cy="5143504"/>
            </a:xfrm>
            <a:prstGeom prst="rect">
              <a:avLst/>
            </a:prstGeom>
            <a:noFill/>
            <a:ln>
              <a:noFill/>
            </a:ln>
          </p:spPr>
        </p:pic>
      </p:grpSp>
      <p:grpSp>
        <p:nvGrpSpPr>
          <p:cNvPr id="437" name="Google Shape;437;p26"/>
          <p:cNvGrpSpPr/>
          <p:nvPr/>
        </p:nvGrpSpPr>
        <p:grpSpPr>
          <a:xfrm>
            <a:off x="75207" y="3503401"/>
            <a:ext cx="9347739" cy="1424099"/>
            <a:chOff x="75207" y="3503401"/>
            <a:chExt cx="9347739" cy="1424099"/>
          </a:xfrm>
        </p:grpSpPr>
        <p:grpSp>
          <p:nvGrpSpPr>
            <p:cNvPr id="438" name="Google Shape;438;p26"/>
            <p:cNvGrpSpPr/>
            <p:nvPr/>
          </p:nvGrpSpPr>
          <p:grpSpPr>
            <a:xfrm>
              <a:off x="75207" y="3583200"/>
              <a:ext cx="497249" cy="976150"/>
              <a:chOff x="7201582" y="214675"/>
              <a:chExt cx="497249" cy="976150"/>
            </a:xfrm>
          </p:grpSpPr>
          <p:sp>
            <p:nvSpPr>
              <p:cNvPr id="439" name="Google Shape;439;p26"/>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40" name="Google Shape;440;p26"/>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441" name="Google Shape;441;p26"/>
            <p:cNvGrpSpPr/>
            <p:nvPr/>
          </p:nvGrpSpPr>
          <p:grpSpPr>
            <a:xfrm>
              <a:off x="8571550" y="3503401"/>
              <a:ext cx="851396" cy="1424099"/>
              <a:chOff x="210175" y="2649526"/>
              <a:chExt cx="851396" cy="1424099"/>
            </a:xfrm>
          </p:grpSpPr>
          <p:sp>
            <p:nvSpPr>
              <p:cNvPr id="442" name="Google Shape;442;p26"/>
              <p:cNvSpPr/>
              <p:nvPr/>
            </p:nvSpPr>
            <p:spPr>
              <a:xfrm>
                <a:off x="471482" y="3821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43" name="Google Shape;443;p26"/>
              <p:cNvSpPr/>
              <p:nvPr/>
            </p:nvSpPr>
            <p:spPr>
              <a:xfrm>
                <a:off x="210175" y="26495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44" name="Google Shape;444;p26"/>
              <p:cNvSpPr/>
              <p:nvPr/>
            </p:nvSpPr>
            <p:spPr>
              <a:xfrm>
                <a:off x="286371"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
        <p:nvSpPr>
          <p:cNvPr id="445" name="Google Shape;445;p26"/>
          <p:cNvSpPr/>
          <p:nvPr/>
        </p:nvSpPr>
        <p:spPr>
          <a:xfrm>
            <a:off x="-1967401" y="507576"/>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46" name="Shape 446"/>
        <p:cNvGrpSpPr/>
        <p:nvPr/>
      </p:nvGrpSpPr>
      <p:grpSpPr>
        <a:xfrm>
          <a:off x="0" y="0"/>
          <a:ext cx="0" cy="0"/>
          <a:chOff x="0" y="0"/>
          <a:chExt cx="0" cy="0"/>
        </a:xfrm>
      </p:grpSpPr>
      <p:grpSp>
        <p:nvGrpSpPr>
          <p:cNvPr id="447" name="Google Shape;447;p27"/>
          <p:cNvGrpSpPr/>
          <p:nvPr/>
        </p:nvGrpSpPr>
        <p:grpSpPr>
          <a:xfrm>
            <a:off x="0" y="0"/>
            <a:ext cx="9144003" cy="5143504"/>
            <a:chOff x="0" y="0"/>
            <a:chExt cx="9144003" cy="5143504"/>
          </a:xfrm>
        </p:grpSpPr>
        <p:pic>
          <p:nvPicPr>
            <p:cNvPr id="448" name="Google Shape;448;p27"/>
            <p:cNvPicPr preferRelativeResize="0"/>
            <p:nvPr/>
          </p:nvPicPr>
          <p:blipFill>
            <a:blip r:embed="rId2">
              <a:alphaModFix amt="40000"/>
            </a:blip>
            <a:stretch>
              <a:fillRect/>
            </a:stretch>
          </p:blipFill>
          <p:spPr>
            <a:xfrm>
              <a:off x="0" y="0"/>
              <a:ext cx="9144000" cy="5143500"/>
            </a:xfrm>
            <a:prstGeom prst="rect">
              <a:avLst/>
            </a:prstGeom>
            <a:noFill/>
            <a:ln>
              <a:noFill/>
            </a:ln>
          </p:spPr>
        </p:pic>
        <p:pic>
          <p:nvPicPr>
            <p:cNvPr id="449" name="Google Shape;449;p27"/>
            <p:cNvPicPr preferRelativeResize="0"/>
            <p:nvPr/>
          </p:nvPicPr>
          <p:blipFill>
            <a:blip r:embed="rId3">
              <a:alphaModFix amt="10000"/>
            </a:blip>
            <a:stretch>
              <a:fillRect/>
            </a:stretch>
          </p:blipFill>
          <p:spPr>
            <a:xfrm>
              <a:off x="0" y="0"/>
              <a:ext cx="9144003" cy="5143504"/>
            </a:xfrm>
            <a:prstGeom prst="rect">
              <a:avLst/>
            </a:prstGeom>
            <a:noFill/>
            <a:ln>
              <a:noFill/>
            </a:ln>
          </p:spPr>
        </p:pic>
      </p:grpSp>
      <p:grpSp>
        <p:nvGrpSpPr>
          <p:cNvPr id="450" name="Google Shape;450;p27"/>
          <p:cNvGrpSpPr/>
          <p:nvPr/>
        </p:nvGrpSpPr>
        <p:grpSpPr>
          <a:xfrm>
            <a:off x="-108079" y="132150"/>
            <a:ext cx="9041161" cy="3584300"/>
            <a:chOff x="-108079" y="132150"/>
            <a:chExt cx="9041161" cy="3584300"/>
          </a:xfrm>
        </p:grpSpPr>
        <p:grpSp>
          <p:nvGrpSpPr>
            <p:cNvPr id="451" name="Google Shape;451;p27"/>
            <p:cNvGrpSpPr/>
            <p:nvPr/>
          </p:nvGrpSpPr>
          <p:grpSpPr>
            <a:xfrm>
              <a:off x="8015682" y="132150"/>
              <a:ext cx="917400" cy="890800"/>
              <a:chOff x="8015682" y="132150"/>
              <a:chExt cx="917400" cy="890800"/>
            </a:xfrm>
          </p:grpSpPr>
          <p:sp>
            <p:nvSpPr>
              <p:cNvPr id="452" name="Google Shape;452;p27"/>
              <p:cNvSpPr/>
              <p:nvPr/>
            </p:nvSpPr>
            <p:spPr>
              <a:xfrm>
                <a:off x="8015682" y="1321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453" name="Google Shape;453;p27"/>
              <p:cNvGrpSpPr/>
              <p:nvPr/>
            </p:nvGrpSpPr>
            <p:grpSpPr>
              <a:xfrm>
                <a:off x="8457282" y="132150"/>
                <a:ext cx="475801" cy="890800"/>
                <a:chOff x="7223032" y="715025"/>
                <a:chExt cx="475801" cy="890800"/>
              </a:xfrm>
            </p:grpSpPr>
            <p:sp>
              <p:nvSpPr>
                <p:cNvPr id="454" name="Google Shape;454;p27"/>
                <p:cNvSpPr/>
                <p:nvPr/>
              </p:nvSpPr>
              <p:spPr>
                <a:xfrm>
                  <a:off x="7446232" y="13532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55" name="Google Shape;455;p27"/>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456" name="Google Shape;456;p27"/>
            <p:cNvGrpSpPr/>
            <p:nvPr/>
          </p:nvGrpSpPr>
          <p:grpSpPr>
            <a:xfrm>
              <a:off x="-108079" y="2400262"/>
              <a:ext cx="775200" cy="1316187"/>
              <a:chOff x="210171" y="2028387"/>
              <a:chExt cx="775200" cy="1316187"/>
            </a:xfrm>
          </p:grpSpPr>
          <p:sp>
            <p:nvSpPr>
              <p:cNvPr id="457" name="Google Shape;457;p27"/>
              <p:cNvSpPr/>
              <p:nvPr/>
            </p:nvSpPr>
            <p:spPr>
              <a:xfrm>
                <a:off x="431307" y="30919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58" name="Google Shape;458;p27"/>
              <p:cNvSpPr/>
              <p:nvPr/>
            </p:nvSpPr>
            <p:spPr>
              <a:xfrm>
                <a:off x="724075" y="28035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59" name="Google Shape;459;p27"/>
              <p:cNvSpPr/>
              <p:nvPr/>
            </p:nvSpPr>
            <p:spPr>
              <a:xfrm>
                <a:off x="210171" y="20283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460" name="Google Shape;460;p27"/>
          <p:cNvGrpSpPr/>
          <p:nvPr/>
        </p:nvGrpSpPr>
        <p:grpSpPr>
          <a:xfrm rot="-1422629">
            <a:off x="8462446" y="2683968"/>
            <a:ext cx="959112" cy="928316"/>
            <a:chOff x="7245842" y="780332"/>
            <a:chExt cx="511029" cy="494621"/>
          </a:xfrm>
        </p:grpSpPr>
        <p:sp>
          <p:nvSpPr>
            <p:cNvPr id="461" name="Google Shape;461;p27"/>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7"/>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27"/>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27"/>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2">
    <p:spTree>
      <p:nvGrpSpPr>
        <p:cNvPr id="465" name="Shape 465"/>
        <p:cNvGrpSpPr/>
        <p:nvPr/>
      </p:nvGrpSpPr>
      <p:grpSpPr>
        <a:xfrm>
          <a:off x="0" y="0"/>
          <a:ext cx="0" cy="0"/>
          <a:chOff x="0" y="0"/>
          <a:chExt cx="0" cy="0"/>
        </a:xfrm>
      </p:grpSpPr>
      <p:grpSp>
        <p:nvGrpSpPr>
          <p:cNvPr id="466" name="Google Shape;466;p28"/>
          <p:cNvGrpSpPr/>
          <p:nvPr/>
        </p:nvGrpSpPr>
        <p:grpSpPr>
          <a:xfrm>
            <a:off x="0" y="0"/>
            <a:ext cx="9144003" cy="5143504"/>
            <a:chOff x="0" y="0"/>
            <a:chExt cx="9144003" cy="5143504"/>
          </a:xfrm>
        </p:grpSpPr>
        <p:pic>
          <p:nvPicPr>
            <p:cNvPr id="467" name="Google Shape;467;p28"/>
            <p:cNvPicPr preferRelativeResize="0"/>
            <p:nvPr/>
          </p:nvPicPr>
          <p:blipFill>
            <a:blip r:embed="rId2">
              <a:alphaModFix amt="80000"/>
            </a:blip>
            <a:stretch>
              <a:fillRect/>
            </a:stretch>
          </p:blipFill>
          <p:spPr>
            <a:xfrm>
              <a:off x="0" y="0"/>
              <a:ext cx="9144000" cy="5143500"/>
            </a:xfrm>
            <a:prstGeom prst="rect">
              <a:avLst/>
            </a:prstGeom>
            <a:noFill/>
            <a:ln>
              <a:noFill/>
            </a:ln>
          </p:spPr>
        </p:pic>
        <p:pic>
          <p:nvPicPr>
            <p:cNvPr id="468" name="Google Shape;468;p28"/>
            <p:cNvPicPr preferRelativeResize="0"/>
            <p:nvPr/>
          </p:nvPicPr>
          <p:blipFill>
            <a:blip r:embed="rId3">
              <a:alphaModFix amt="10000"/>
            </a:blip>
            <a:stretch>
              <a:fillRect/>
            </a:stretch>
          </p:blipFill>
          <p:spPr>
            <a:xfrm>
              <a:off x="0" y="0"/>
              <a:ext cx="9144003" cy="5143504"/>
            </a:xfrm>
            <a:prstGeom prst="rect">
              <a:avLst/>
            </a:prstGeom>
            <a:noFill/>
            <a:ln>
              <a:noFill/>
            </a:ln>
          </p:spPr>
        </p:pic>
      </p:grpSp>
      <p:grpSp>
        <p:nvGrpSpPr>
          <p:cNvPr id="469" name="Google Shape;469;p28"/>
          <p:cNvGrpSpPr/>
          <p:nvPr/>
        </p:nvGrpSpPr>
        <p:grpSpPr>
          <a:xfrm rot="1169238">
            <a:off x="8472929" y="42805"/>
            <a:ext cx="872898" cy="872898"/>
            <a:chOff x="3221808" y="1274962"/>
            <a:chExt cx="511051" cy="511051"/>
          </a:xfrm>
        </p:grpSpPr>
        <p:sp>
          <p:nvSpPr>
            <p:cNvPr id="470" name="Google Shape;470;p28"/>
            <p:cNvSpPr/>
            <p:nvPr/>
          </p:nvSpPr>
          <p:spPr>
            <a:xfrm>
              <a:off x="3402353" y="1415750"/>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28"/>
            <p:cNvSpPr/>
            <p:nvPr/>
          </p:nvSpPr>
          <p:spPr>
            <a:xfrm>
              <a:off x="3515344" y="1414822"/>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28"/>
            <p:cNvSpPr/>
            <p:nvPr/>
          </p:nvSpPr>
          <p:spPr>
            <a:xfrm>
              <a:off x="3221808" y="1274962"/>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28"/>
            <p:cNvSpPr/>
            <p:nvPr/>
          </p:nvSpPr>
          <p:spPr>
            <a:xfrm>
              <a:off x="3289738" y="1531370"/>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28"/>
            <p:cNvSpPr/>
            <p:nvPr/>
          </p:nvSpPr>
          <p:spPr>
            <a:xfrm>
              <a:off x="3604435" y="1531370"/>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28"/>
            <p:cNvSpPr/>
            <p:nvPr/>
          </p:nvSpPr>
          <p:spPr>
            <a:xfrm>
              <a:off x="3313954" y="1533753"/>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 name="Google Shape;476;p28"/>
          <p:cNvGrpSpPr/>
          <p:nvPr/>
        </p:nvGrpSpPr>
        <p:grpSpPr>
          <a:xfrm>
            <a:off x="-334854" y="951900"/>
            <a:ext cx="9506886" cy="3355362"/>
            <a:chOff x="-334854" y="951900"/>
            <a:chExt cx="9506886" cy="3355362"/>
          </a:xfrm>
        </p:grpSpPr>
        <p:grpSp>
          <p:nvGrpSpPr>
            <p:cNvPr id="477" name="Google Shape;477;p28"/>
            <p:cNvGrpSpPr/>
            <p:nvPr/>
          </p:nvGrpSpPr>
          <p:grpSpPr>
            <a:xfrm>
              <a:off x="8495457" y="951900"/>
              <a:ext cx="676576" cy="695525"/>
              <a:chOff x="7261207" y="1534775"/>
              <a:chExt cx="676576" cy="695525"/>
            </a:xfrm>
          </p:grpSpPr>
          <p:sp>
            <p:nvSpPr>
              <p:cNvPr id="478" name="Google Shape;478;p28"/>
              <p:cNvSpPr/>
              <p:nvPr/>
            </p:nvSpPr>
            <p:spPr>
              <a:xfrm>
                <a:off x="7685182" y="19777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79" name="Google Shape;479;p28"/>
              <p:cNvSpPr/>
              <p:nvPr/>
            </p:nvSpPr>
            <p:spPr>
              <a:xfrm>
                <a:off x="7261207" y="15347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480" name="Google Shape;480;p28"/>
            <p:cNvGrpSpPr/>
            <p:nvPr/>
          </p:nvGrpSpPr>
          <p:grpSpPr>
            <a:xfrm>
              <a:off x="-334854" y="2940751"/>
              <a:ext cx="893754" cy="1366511"/>
              <a:chOff x="-16604" y="2568876"/>
              <a:chExt cx="893754" cy="1366511"/>
            </a:xfrm>
          </p:grpSpPr>
          <p:sp>
            <p:nvSpPr>
              <p:cNvPr id="481" name="Google Shape;481;p28"/>
              <p:cNvSpPr/>
              <p:nvPr/>
            </p:nvSpPr>
            <p:spPr>
              <a:xfrm>
                <a:off x="424157" y="27692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82" name="Google Shape;482;p28"/>
              <p:cNvSpPr/>
              <p:nvPr/>
            </p:nvSpPr>
            <p:spPr>
              <a:xfrm>
                <a:off x="676750" y="25688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83" name="Google Shape;483;p28"/>
              <p:cNvSpPr/>
              <p:nvPr/>
            </p:nvSpPr>
            <p:spPr>
              <a:xfrm>
                <a:off x="-16604" y="31601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3">
    <p:spTree>
      <p:nvGrpSpPr>
        <p:cNvPr id="484" name="Shape 484"/>
        <p:cNvGrpSpPr/>
        <p:nvPr/>
      </p:nvGrpSpPr>
      <p:grpSpPr>
        <a:xfrm>
          <a:off x="0" y="0"/>
          <a:ext cx="0" cy="0"/>
          <a:chOff x="0" y="0"/>
          <a:chExt cx="0" cy="0"/>
        </a:xfrm>
      </p:grpSpPr>
      <p:grpSp>
        <p:nvGrpSpPr>
          <p:cNvPr id="485" name="Google Shape;485;p29"/>
          <p:cNvGrpSpPr/>
          <p:nvPr/>
        </p:nvGrpSpPr>
        <p:grpSpPr>
          <a:xfrm>
            <a:off x="0" y="0"/>
            <a:ext cx="9144003" cy="5143504"/>
            <a:chOff x="0" y="0"/>
            <a:chExt cx="9144003" cy="5143504"/>
          </a:xfrm>
        </p:grpSpPr>
        <p:pic>
          <p:nvPicPr>
            <p:cNvPr id="486" name="Google Shape;486;p29"/>
            <p:cNvPicPr preferRelativeResize="0"/>
            <p:nvPr/>
          </p:nvPicPr>
          <p:blipFill>
            <a:blip r:embed="rId2">
              <a:alphaModFix amt="50000"/>
            </a:blip>
            <a:stretch>
              <a:fillRect/>
            </a:stretch>
          </p:blipFill>
          <p:spPr>
            <a:xfrm>
              <a:off x="0" y="0"/>
              <a:ext cx="9144000" cy="5143500"/>
            </a:xfrm>
            <a:prstGeom prst="rect">
              <a:avLst/>
            </a:prstGeom>
            <a:noFill/>
            <a:ln>
              <a:noFill/>
            </a:ln>
          </p:spPr>
        </p:pic>
        <p:pic>
          <p:nvPicPr>
            <p:cNvPr id="487" name="Google Shape;487;p29"/>
            <p:cNvPicPr preferRelativeResize="0"/>
            <p:nvPr/>
          </p:nvPicPr>
          <p:blipFill>
            <a:blip r:embed="rId3">
              <a:alphaModFix amt="10000"/>
            </a:blip>
            <a:stretch>
              <a:fillRect/>
            </a:stretch>
          </p:blipFill>
          <p:spPr>
            <a:xfrm>
              <a:off x="0" y="0"/>
              <a:ext cx="9144003" cy="5143504"/>
            </a:xfrm>
            <a:prstGeom prst="rect">
              <a:avLst/>
            </a:prstGeom>
            <a:noFill/>
            <a:ln>
              <a:noFill/>
            </a:ln>
          </p:spPr>
        </p:pic>
      </p:grpSp>
      <p:grpSp>
        <p:nvGrpSpPr>
          <p:cNvPr id="488" name="Google Shape;488;p29"/>
          <p:cNvGrpSpPr/>
          <p:nvPr/>
        </p:nvGrpSpPr>
        <p:grpSpPr>
          <a:xfrm>
            <a:off x="5073537" y="-47012"/>
            <a:ext cx="1807640" cy="841814"/>
            <a:chOff x="5416115" y="596446"/>
            <a:chExt cx="945616" cy="440348"/>
          </a:xfrm>
        </p:grpSpPr>
        <p:grpSp>
          <p:nvGrpSpPr>
            <p:cNvPr id="489" name="Google Shape;489;p29"/>
            <p:cNvGrpSpPr/>
            <p:nvPr/>
          </p:nvGrpSpPr>
          <p:grpSpPr>
            <a:xfrm>
              <a:off x="5416115" y="596470"/>
              <a:ext cx="440270" cy="440322"/>
              <a:chOff x="4610358" y="539437"/>
              <a:chExt cx="511051" cy="511051"/>
            </a:xfrm>
          </p:grpSpPr>
          <p:sp>
            <p:nvSpPr>
              <p:cNvPr id="490" name="Google Shape;490;p29"/>
              <p:cNvSpPr/>
              <p:nvPr/>
            </p:nvSpPr>
            <p:spPr>
              <a:xfrm>
                <a:off x="4790903" y="680225"/>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89" y="15240"/>
                      <a:pt x="5" y="34165"/>
                    </a:cubicBezTo>
                    <a:cubicBezTo>
                      <a:pt x="-179" y="53089"/>
                      <a:pt x="4577" y="68497"/>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29"/>
              <p:cNvSpPr/>
              <p:nvPr/>
            </p:nvSpPr>
            <p:spPr>
              <a:xfrm>
                <a:off x="4903894" y="679297"/>
                <a:ext cx="36817" cy="115186"/>
              </a:xfrm>
              <a:custGeom>
                <a:rect b="b" l="l" r="r" t="t"/>
                <a:pathLst>
                  <a:path extrusionOk="0" h="68563" w="21915">
                    <a:moveTo>
                      <a:pt x="10640" y="68563"/>
                    </a:moveTo>
                    <a:cubicBezTo>
                      <a:pt x="16685" y="68614"/>
                      <a:pt x="21743" y="53323"/>
                      <a:pt x="21911" y="34382"/>
                    </a:cubicBezTo>
                    <a:cubicBezTo>
                      <a:pt x="22095" y="15458"/>
                      <a:pt x="17339" y="67"/>
                      <a:pt x="11276" y="0"/>
                    </a:cubicBezTo>
                    <a:cubicBezTo>
                      <a:pt x="5231" y="-67"/>
                      <a:pt x="190" y="15240"/>
                      <a:pt x="5" y="34165"/>
                    </a:cubicBezTo>
                    <a:cubicBezTo>
                      <a:pt x="-179" y="53089"/>
                      <a:pt x="4577" y="68496"/>
                      <a:pt x="10640" y="6854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29"/>
              <p:cNvSpPr/>
              <p:nvPr/>
            </p:nvSpPr>
            <p:spPr>
              <a:xfrm>
                <a:off x="4610358" y="539437"/>
                <a:ext cx="511051" cy="511051"/>
              </a:xfrm>
              <a:custGeom>
                <a:rect b="b" l="l" r="r" t="t"/>
                <a:pathLst>
                  <a:path extrusionOk="0" h="304197" w="304197">
                    <a:moveTo>
                      <a:pt x="152098" y="304197"/>
                    </a:moveTo>
                    <a:cubicBezTo>
                      <a:pt x="68228" y="304197"/>
                      <a:pt x="0" y="235969"/>
                      <a:pt x="0" y="152099"/>
                    </a:cubicBezTo>
                    <a:cubicBezTo>
                      <a:pt x="0" y="68228"/>
                      <a:pt x="68228" y="0"/>
                      <a:pt x="152098" y="0"/>
                    </a:cubicBezTo>
                    <a:cubicBezTo>
                      <a:pt x="235969" y="0"/>
                      <a:pt x="304197" y="68228"/>
                      <a:pt x="304197" y="152099"/>
                    </a:cubicBezTo>
                    <a:cubicBezTo>
                      <a:pt x="304197" y="235969"/>
                      <a:pt x="235969" y="304197"/>
                      <a:pt x="152098" y="304197"/>
                    </a:cubicBezTo>
                    <a:moveTo>
                      <a:pt x="152098" y="7319"/>
                    </a:moveTo>
                    <a:cubicBezTo>
                      <a:pt x="72264" y="7319"/>
                      <a:pt x="7319" y="72264"/>
                      <a:pt x="7319" y="152099"/>
                    </a:cubicBezTo>
                    <a:cubicBezTo>
                      <a:pt x="7319" y="231933"/>
                      <a:pt x="72264" y="296879"/>
                      <a:pt x="152098" y="296879"/>
                    </a:cubicBezTo>
                    <a:cubicBezTo>
                      <a:pt x="231932" y="296879"/>
                      <a:pt x="296879" y="231933"/>
                      <a:pt x="296879" y="152099"/>
                    </a:cubicBezTo>
                    <a:cubicBezTo>
                      <a:pt x="296879" y="72264"/>
                      <a:pt x="231932" y="7319"/>
                      <a:pt x="152098" y="731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29"/>
              <p:cNvSpPr/>
              <p:nvPr/>
            </p:nvSpPr>
            <p:spPr>
              <a:xfrm>
                <a:off x="4678288" y="795845"/>
                <a:ext cx="60386" cy="15918"/>
              </a:xfrm>
              <a:custGeom>
                <a:rect b="b" l="l" r="r" t="t"/>
                <a:pathLst>
                  <a:path extrusionOk="0" h="9475" w="35944">
                    <a:moveTo>
                      <a:pt x="3281" y="9475"/>
                    </a:moveTo>
                    <a:cubicBezTo>
                      <a:pt x="1908" y="9475"/>
                      <a:pt x="619" y="8604"/>
                      <a:pt x="166" y="7214"/>
                    </a:cubicBezTo>
                    <a:cubicBezTo>
                      <a:pt x="-403" y="5489"/>
                      <a:pt x="535" y="3630"/>
                      <a:pt x="2260" y="3061"/>
                    </a:cubicBezTo>
                    <a:cubicBezTo>
                      <a:pt x="2963" y="2827"/>
                      <a:pt x="19911" y="-2700"/>
                      <a:pt x="33661" y="1688"/>
                    </a:cubicBezTo>
                    <a:cubicBezTo>
                      <a:pt x="35386" y="2240"/>
                      <a:pt x="36341" y="4083"/>
                      <a:pt x="35788" y="5808"/>
                    </a:cubicBezTo>
                    <a:cubicBezTo>
                      <a:pt x="35235" y="7533"/>
                      <a:pt x="33410" y="8487"/>
                      <a:pt x="31668" y="7935"/>
                    </a:cubicBezTo>
                    <a:cubicBezTo>
                      <a:pt x="19961" y="4200"/>
                      <a:pt x="4487" y="9241"/>
                      <a:pt x="4336" y="9291"/>
                    </a:cubicBezTo>
                    <a:cubicBezTo>
                      <a:pt x="4002" y="9408"/>
                      <a:pt x="3650" y="9459"/>
                      <a:pt x="3298"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29"/>
              <p:cNvSpPr/>
              <p:nvPr/>
            </p:nvSpPr>
            <p:spPr>
              <a:xfrm>
                <a:off x="4992985" y="795845"/>
                <a:ext cx="60386" cy="15918"/>
              </a:xfrm>
              <a:custGeom>
                <a:rect b="b" l="l" r="r" t="t"/>
                <a:pathLst>
                  <a:path extrusionOk="0" h="9475" w="35944">
                    <a:moveTo>
                      <a:pt x="3281" y="9475"/>
                    </a:moveTo>
                    <a:cubicBezTo>
                      <a:pt x="1908" y="9475"/>
                      <a:pt x="619" y="8604"/>
                      <a:pt x="166" y="7214"/>
                    </a:cubicBezTo>
                    <a:cubicBezTo>
                      <a:pt x="-403" y="5489"/>
                      <a:pt x="535" y="3647"/>
                      <a:pt x="2260" y="3061"/>
                    </a:cubicBezTo>
                    <a:cubicBezTo>
                      <a:pt x="2980" y="2827"/>
                      <a:pt x="19911" y="-2700"/>
                      <a:pt x="33661" y="1688"/>
                    </a:cubicBezTo>
                    <a:cubicBezTo>
                      <a:pt x="35386" y="2240"/>
                      <a:pt x="36341" y="4083"/>
                      <a:pt x="35788" y="5808"/>
                    </a:cubicBezTo>
                    <a:cubicBezTo>
                      <a:pt x="35235" y="7533"/>
                      <a:pt x="33410" y="8487"/>
                      <a:pt x="31668" y="7935"/>
                    </a:cubicBezTo>
                    <a:cubicBezTo>
                      <a:pt x="20012" y="4233"/>
                      <a:pt x="4487" y="9241"/>
                      <a:pt x="4337" y="9291"/>
                    </a:cubicBezTo>
                    <a:cubicBezTo>
                      <a:pt x="4002" y="9408"/>
                      <a:pt x="3650" y="9459"/>
                      <a:pt x="3315" y="945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29"/>
              <p:cNvSpPr/>
              <p:nvPr/>
            </p:nvSpPr>
            <p:spPr>
              <a:xfrm>
                <a:off x="4702504" y="798228"/>
                <a:ext cx="326933" cy="163466"/>
              </a:xfrm>
              <a:custGeom>
                <a:rect b="b" l="l" r="r" t="t"/>
                <a:pathLst>
                  <a:path extrusionOk="0" h="97301" w="194603">
                    <a:moveTo>
                      <a:pt x="97302" y="97302"/>
                    </a:moveTo>
                    <a:cubicBezTo>
                      <a:pt x="43643" y="97302"/>
                      <a:pt x="0" y="53641"/>
                      <a:pt x="0" y="0"/>
                    </a:cubicBezTo>
                    <a:lnTo>
                      <a:pt x="7788" y="0"/>
                    </a:lnTo>
                    <a:cubicBezTo>
                      <a:pt x="7788" y="49354"/>
                      <a:pt x="47948" y="89514"/>
                      <a:pt x="97302" y="89514"/>
                    </a:cubicBezTo>
                    <a:cubicBezTo>
                      <a:pt x="146656" y="89514"/>
                      <a:pt x="186816" y="49354"/>
                      <a:pt x="186816" y="0"/>
                    </a:cubicBezTo>
                    <a:lnTo>
                      <a:pt x="194603" y="0"/>
                    </a:lnTo>
                    <a:cubicBezTo>
                      <a:pt x="194603" y="53658"/>
                      <a:pt x="150960" y="97302"/>
                      <a:pt x="97302" y="97302"/>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6" name="Google Shape;496;p29"/>
            <p:cNvSpPr/>
            <p:nvPr/>
          </p:nvSpPr>
          <p:spPr>
            <a:xfrm>
              <a:off x="5921382" y="596446"/>
              <a:ext cx="440350" cy="440348"/>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 name="Google Shape;497;p29"/>
          <p:cNvGrpSpPr/>
          <p:nvPr/>
        </p:nvGrpSpPr>
        <p:grpSpPr>
          <a:xfrm>
            <a:off x="3541907" y="124525"/>
            <a:ext cx="1238850" cy="498750"/>
            <a:chOff x="10995982" y="20550"/>
            <a:chExt cx="1238850" cy="498750"/>
          </a:xfrm>
        </p:grpSpPr>
        <p:sp>
          <p:nvSpPr>
            <p:cNvPr id="498" name="Google Shape;498;p29"/>
            <p:cNvSpPr/>
            <p:nvPr/>
          </p:nvSpPr>
          <p:spPr>
            <a:xfrm>
              <a:off x="10995982" y="205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499" name="Google Shape;499;p29"/>
            <p:cNvGrpSpPr/>
            <p:nvPr/>
          </p:nvGrpSpPr>
          <p:grpSpPr>
            <a:xfrm>
              <a:off x="11377507" y="43500"/>
              <a:ext cx="857326" cy="475800"/>
              <a:chOff x="10143257" y="626375"/>
              <a:chExt cx="857326" cy="475800"/>
            </a:xfrm>
          </p:grpSpPr>
          <p:sp>
            <p:nvSpPr>
              <p:cNvPr id="500" name="Google Shape;500;p29"/>
              <p:cNvSpPr/>
              <p:nvPr/>
            </p:nvSpPr>
            <p:spPr>
              <a:xfrm>
                <a:off x="10747982" y="7150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01" name="Google Shape;501;p29"/>
              <p:cNvSpPr/>
              <p:nvPr/>
            </p:nvSpPr>
            <p:spPr>
              <a:xfrm>
                <a:off x="10143257" y="62637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05" name="Shape 505"/>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06" name="Shape 506"/>
        <p:cNvGrpSpPr/>
        <p:nvPr/>
      </p:nvGrpSpPr>
      <p:grpSpPr>
        <a:xfrm>
          <a:off x="0" y="0"/>
          <a:ext cx="0" cy="0"/>
          <a:chOff x="0" y="0"/>
          <a:chExt cx="0" cy="0"/>
        </a:xfrm>
      </p:grpSpPr>
      <p:sp>
        <p:nvSpPr>
          <p:cNvPr id="507" name="Google Shape;507;p3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100" y="539400"/>
            <a:ext cx="77178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1pPr>
            <a:lvl2pPr lvl="1"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2pPr>
            <a:lvl3pPr lvl="2"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3pPr>
            <a:lvl4pPr lvl="3"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4pPr>
            <a:lvl5pPr lvl="4"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5pPr>
            <a:lvl6pPr lvl="5"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6pPr>
            <a:lvl7pPr lvl="6"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7pPr>
            <a:lvl8pPr lvl="7"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8pPr>
            <a:lvl9pPr lvl="8" rtl="0">
              <a:spcBef>
                <a:spcPts val="0"/>
              </a:spcBef>
              <a:spcAft>
                <a:spcPts val="0"/>
              </a:spcAft>
              <a:buClr>
                <a:schemeClr val="dk1"/>
              </a:buClr>
              <a:buSzPts val="3200"/>
              <a:buFont typeface="Inconsolata"/>
              <a:buNone/>
              <a:defRPr b="1" sz="3200">
                <a:solidFill>
                  <a:schemeClr val="dk1"/>
                </a:solidFill>
                <a:latin typeface="Inconsolata"/>
                <a:ea typeface="Inconsolata"/>
                <a:cs typeface="Inconsolata"/>
                <a:sym typeface="Inconsolata"/>
              </a:defRPr>
            </a:lvl9pPr>
          </a:lstStyle>
          <a:p/>
        </p:txBody>
      </p:sp>
      <p:sp>
        <p:nvSpPr>
          <p:cNvPr id="7" name="Google Shape;7;p1"/>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1pPr>
            <a:lvl2pPr indent="-304800" lvl="1" marL="9144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2pPr>
            <a:lvl3pPr indent="-304800" lvl="2" marL="13716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3pPr>
            <a:lvl4pPr indent="-304800" lvl="3" marL="18288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4pPr>
            <a:lvl5pPr indent="-304800" lvl="4" marL="22860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5pPr>
            <a:lvl6pPr indent="-304800" lvl="5" marL="27432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6pPr>
            <a:lvl7pPr indent="-304800" lvl="6" marL="32004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7pPr>
            <a:lvl8pPr indent="-304800" lvl="7" marL="3657600">
              <a:lnSpc>
                <a:spcPct val="115000"/>
              </a:lnSpc>
              <a:spcBef>
                <a:spcPts val="1600"/>
              </a:spcBef>
              <a:spcAft>
                <a:spcPts val="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8pPr>
            <a:lvl9pPr indent="-304800" lvl="8" marL="4114800">
              <a:lnSpc>
                <a:spcPct val="115000"/>
              </a:lnSpc>
              <a:spcBef>
                <a:spcPts val="1600"/>
              </a:spcBef>
              <a:spcAft>
                <a:spcPts val="1600"/>
              </a:spcAft>
              <a:buClr>
                <a:schemeClr val="dk1"/>
              </a:buClr>
              <a:buSzPts val="1200"/>
              <a:buFont typeface="Inconsolata Medium"/>
              <a:buChar char="■"/>
              <a:defRPr sz="1200">
                <a:solidFill>
                  <a:schemeClr val="dk1"/>
                </a:solidFill>
                <a:latin typeface="Inconsolata Medium"/>
                <a:ea typeface="Inconsolata Medium"/>
                <a:cs typeface="Inconsolata Medium"/>
                <a:sym typeface="Inconsolata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02" name="Shape 502"/>
        <p:cNvGrpSpPr/>
        <p:nvPr/>
      </p:nvGrpSpPr>
      <p:grpSpPr>
        <a:xfrm>
          <a:off x="0" y="0"/>
          <a:ext cx="0" cy="0"/>
          <a:chOff x="0" y="0"/>
          <a:chExt cx="0" cy="0"/>
        </a:xfrm>
      </p:grpSpPr>
      <p:sp>
        <p:nvSpPr>
          <p:cNvPr id="503" name="Google Shape;503;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04" name="Google Shape;504;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image" Target="../media/image9.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xml"/><Relationship Id="rId3" Type="http://schemas.openxmlformats.org/officeDocument/2006/relationships/image" Target="../media/image6.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1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1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2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2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1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1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image" Target="../media/image1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image" Target="../media/image2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1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 Id="rId3" Type="http://schemas.openxmlformats.org/officeDocument/2006/relationships/image" Target="../media/image2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image" Target="../media/image2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3.xml"/><Relationship Id="rId3" Type="http://schemas.openxmlformats.org/officeDocument/2006/relationships/image" Target="../media/image28.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xml"/><Relationship Id="rId3" Type="http://schemas.openxmlformats.org/officeDocument/2006/relationships/image" Target="../media/image27.jpg"/><Relationship Id="rId4" Type="http://schemas.openxmlformats.org/officeDocument/2006/relationships/image" Target="../media/image33.jp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7.xml"/><Relationship Id="rId3" Type="http://schemas.openxmlformats.org/officeDocument/2006/relationships/image" Target="../media/image38.jpg"/><Relationship Id="rId4" Type="http://schemas.openxmlformats.org/officeDocument/2006/relationships/image" Target="../media/image34.jpg"/><Relationship Id="rId5" Type="http://schemas.openxmlformats.org/officeDocument/2006/relationships/image" Target="../media/image36.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8.xml"/><Relationship Id="rId3" Type="http://schemas.openxmlformats.org/officeDocument/2006/relationships/image" Target="../media/image31.jp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b9A5KSK7tdZFa_ttHAOYXmB86kKDMC5K8tfjmilTys/copy#gid=1848306791" TargetMode="External"/><Relationship Id="rId5" Type="http://schemas.openxmlformats.org/officeDocument/2006/relationships/image" Target="../media/image26.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7.xml"/><Relationship Id="rId3" Type="http://schemas.openxmlformats.org/officeDocument/2006/relationships/hyperlink" Target="https://www.freepik.com/free-vector/watercolor-tie-dye-background_21508801.htm/?utm_source=slidesgo_template&amp;utm_medium=referral-link&amp;utm_campaign=sg_resources&amp;utm_content=freepik" TargetMode="External"/><Relationship Id="rId4" Type="http://schemas.openxmlformats.org/officeDocument/2006/relationships/hyperlink" Target="https://www.freepik.com/free-vector/watercolor-tie-dye-background_21508802.htm/?utm_source=slidesgo_template&amp;utm_medium=referral-link&amp;utm_campaign=sg_resources&amp;utm_content=freepik" TargetMode="External"/><Relationship Id="rId5" Type="http://schemas.openxmlformats.org/officeDocument/2006/relationships/hyperlink" Target="https://www.freepik.com/free-vector/flat-acid-emoji-vertical-poster-template_13379514.htm/?utm_source=slidesgo_template&amp;utm_medium=referral-link&amp;utm_campaign=sg_resources&amp;utm_content=freepik" TargetMode="External"/><Relationship Id="rId6" Type="http://schemas.openxmlformats.org/officeDocument/2006/relationships/hyperlink" Target="https://www.freepik.com/free-vector/gradient-rave-party-poster-design_40470290.htm/?utm_source=slidesgo_template&amp;utm_medium=referral-link&amp;utm_campaign=sg_resources&amp;utm_content=freepik" TargetMode="External"/><Relationship Id="rId7" Type="http://schemas.openxmlformats.org/officeDocument/2006/relationships/image" Target="../media/image35.jpg"/><Relationship Id="rId8" Type="http://schemas.openxmlformats.org/officeDocument/2006/relationships/image" Target="../media/image37.jp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8.xml"/><Relationship Id="rId3" Type="http://schemas.openxmlformats.org/officeDocument/2006/relationships/hyperlink" Target="https://www.freepik.com/free-photo/graphic-designer-making-logo-notebook_19673177.htm/?utm_source=slidesgo_template&amp;utm_medium=referral-link&amp;utm_campaign=sg_resources&amp;utm_content=freepik" TargetMode="External"/><Relationship Id="rId4" Type="http://schemas.openxmlformats.org/officeDocument/2006/relationships/hyperlink" Target="https://www.freepik.com/free-photo/tie-dye-background_13346030.htm/?utm_source=slidesgo_template&amp;utm_medium=referral-link&amp;utm_campaign=sg_resources&amp;utm_content=freepik" TargetMode="External"/><Relationship Id="rId9" Type="http://schemas.openxmlformats.org/officeDocument/2006/relationships/hyperlink" Target="https://www.freepik.com/free-photo/tie-dye-background_13346166.htm/?utm_source=slidesgo_template&amp;utm_medium=referral-link&amp;utm_campaign=sg_resources&amp;utm_content=freepik" TargetMode="External"/><Relationship Id="rId5" Type="http://schemas.openxmlformats.org/officeDocument/2006/relationships/hyperlink" Target="https://www.freepik.com/free-photo/tie-dye-background_13346173.htm/?utm_source=slidesgo_template&amp;utm_medium=referral-link&amp;utm_campaign=sg_resources&amp;utm_content=freepik" TargetMode="External"/><Relationship Id="rId6" Type="http://schemas.openxmlformats.org/officeDocument/2006/relationships/hyperlink" Target="https://www.freepik.com/free-photo/tie-dye-background_13346176.htm/?utm_source=slidesgo_template&amp;utm_medium=referral-link&amp;utm_campaign=sg_resources&amp;utm_content=freepik" TargetMode="External"/><Relationship Id="rId7" Type="http://schemas.openxmlformats.org/officeDocument/2006/relationships/hyperlink" Target="https://www.freepik.com/free-photo/tie-dye-background_13346136.htm/?utm_source=slidesgo_template&amp;utm_medium=referral-link&amp;utm_campaign=sg_resources&amp;utm_content=freepik" TargetMode="External"/><Relationship Id="rId8" Type="http://schemas.openxmlformats.org/officeDocument/2006/relationships/hyperlink" Target="https://www.freepik.com/free-photo/tie-dye-background_13346159.htm/?utm_source=slidesgo_template&amp;utm_medium=referral-link&amp;utm_campaign=sg_resources&amp;utm_content=freepik" TargetMode="External"/><Relationship Id="rId11" Type="http://schemas.openxmlformats.org/officeDocument/2006/relationships/hyperlink" Target="https://www.freepik.com/free-vector/watercolor-tie-dye-background_21508794.htm/?utm_source=slidesgo_template&amp;utm_medium=referral-link&amp;utm_campaign=sg_resources&amp;utm_content=freepik" TargetMode="External"/><Relationship Id="rId10" Type="http://schemas.openxmlformats.org/officeDocument/2006/relationships/hyperlink" Target="https://www.freepik.com/free-vector/watercolor-tie-dye-background_21508796.htm/?utm_source=slidesgo_template&amp;utm_medium=referral-link&amp;utm_campaign=sg_resources&amp;utm_content=freepik" TargetMode="External"/><Relationship Id="rId13" Type="http://schemas.openxmlformats.org/officeDocument/2006/relationships/hyperlink" Target="https://www.freepik.com/free-vector/watercolor-tie-dye-background_21508799.htm/?utm_source=slidesgo_template&amp;utm_medium=referral-link&amp;utm_campaign=sg_resources&amp;utm_content=freepik" TargetMode="External"/><Relationship Id="rId12" Type="http://schemas.openxmlformats.org/officeDocument/2006/relationships/hyperlink" Target="https://www.freepik.com/free-vector/watercolor-tie-dye-background_21508797.htm/?utm_source=slidesgo_template&amp;utm_medium=referral-link&amp;utm_campaign=sg_resources&amp;utm_content=freepik" TargetMode="External"/><Relationship Id="rId14" Type="http://schemas.openxmlformats.org/officeDocument/2006/relationships/hyperlink" Target="https://www.freepik.com/free-psd/landing-page-template-cyber-monday-sales_76627085.htm/?utm_source=slidesgo_template&amp;utm_medium=referral-link&amp;utm_campaign=sg_resources&amp;utm_content=freepik"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9.xml"/><Relationship Id="rId3" Type="http://schemas.openxmlformats.org/officeDocument/2006/relationships/hyperlink" Target="https://bit.ly/3A1uf1Q" TargetMode="External"/><Relationship Id="rId4" Type="http://schemas.openxmlformats.org/officeDocument/2006/relationships/slide" Target="/ppt/slides/slide5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0.xml"/><Relationship Id="rId3" Type="http://schemas.openxmlformats.org/officeDocument/2006/relationships/hyperlink" Target="https://bit.ly/3A1uf1Q" TargetMode="External"/><Relationship Id="rId4" Type="http://schemas.openxmlformats.org/officeDocument/2006/relationships/slide" Target="/ppt/slides/slide5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1.xml"/><Relationship Id="rId3" Type="http://schemas.openxmlformats.org/officeDocument/2006/relationships/hyperlink" Target="https://fonts.google.com/specimen/Inconsolata" TargetMode="External"/><Relationship Id="rId4" Type="http://schemas.openxmlformats.org/officeDocument/2006/relationships/hyperlink" Target="https://fonts.google.com/specimen/Inconsolata" TargetMode="Externa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9.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0.png"/><Relationship Id="rId14" Type="http://schemas.openxmlformats.org/officeDocument/2006/relationships/image" Target="../media/image25.png"/><Relationship Id="rId17" Type="http://schemas.openxmlformats.org/officeDocument/2006/relationships/image" Target="../media/image32.png"/><Relationship Id="rId16" Type="http://schemas.openxmlformats.org/officeDocument/2006/relationships/image" Target="../media/image1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3.xml"/><Relationship Id="rId3" Type="http://schemas.openxmlformats.org/officeDocument/2006/relationships/hyperlink" Target="https://bit.ly/2ZjL1pd"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9.xml"/><Relationship Id="rId3" Type="http://schemas.openxmlformats.org/officeDocument/2006/relationships/hyperlink" Target="https://workspace.google.com/marketplace/app/icons_for_slides_docs/381578326502"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6.xml"/><Relationship Id="rId3" Type="http://schemas.openxmlformats.org/officeDocument/2006/relationships/hyperlink" Target="http://bit.ly/2PfT4lq" TargetMode="Externa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33"/>
          <p:cNvSpPr txBox="1"/>
          <p:nvPr>
            <p:ph type="ctrTitle"/>
          </p:nvPr>
        </p:nvSpPr>
        <p:spPr>
          <a:xfrm>
            <a:off x="713100" y="697838"/>
            <a:ext cx="5910000" cy="170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Stack &amp; Queue</a:t>
            </a:r>
            <a:endParaRPr/>
          </a:p>
        </p:txBody>
      </p:sp>
      <p:sp>
        <p:nvSpPr>
          <p:cNvPr id="513" name="Google Shape;513;p33"/>
          <p:cNvSpPr txBox="1"/>
          <p:nvPr>
            <p:ph idx="1" type="subTitle"/>
          </p:nvPr>
        </p:nvSpPr>
        <p:spPr>
          <a:xfrm>
            <a:off x="4651200" y="4027763"/>
            <a:ext cx="3779700" cy="417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Data Structure &amp; Algorithms</a:t>
            </a:r>
            <a:endParaRPr/>
          </a:p>
        </p:txBody>
      </p:sp>
      <p:sp>
        <p:nvSpPr>
          <p:cNvPr id="514" name="Google Shape;514;p33"/>
          <p:cNvSpPr/>
          <p:nvPr/>
        </p:nvSpPr>
        <p:spPr>
          <a:xfrm>
            <a:off x="7261157" y="69785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515" name="Google Shape;515;p33"/>
          <p:cNvGrpSpPr/>
          <p:nvPr/>
        </p:nvGrpSpPr>
        <p:grpSpPr>
          <a:xfrm>
            <a:off x="568471" y="3094512"/>
            <a:ext cx="3279571" cy="3634210"/>
            <a:chOff x="416071" y="3170712"/>
            <a:chExt cx="3279571" cy="3634210"/>
          </a:xfrm>
        </p:grpSpPr>
        <p:sp>
          <p:nvSpPr>
            <p:cNvPr id="516" name="Google Shape;516;p33"/>
            <p:cNvSpPr/>
            <p:nvPr/>
          </p:nvSpPr>
          <p:spPr>
            <a:xfrm>
              <a:off x="652949" y="3760476"/>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7" name="Google Shape;517;p33"/>
            <p:cNvGrpSpPr/>
            <p:nvPr/>
          </p:nvGrpSpPr>
          <p:grpSpPr>
            <a:xfrm>
              <a:off x="416071" y="3170712"/>
              <a:ext cx="775200" cy="1126837"/>
              <a:chOff x="210171" y="2972687"/>
              <a:chExt cx="775200" cy="1126837"/>
            </a:xfrm>
          </p:grpSpPr>
          <p:sp>
            <p:nvSpPr>
              <p:cNvPr id="518" name="Google Shape;518;p33"/>
              <p:cNvSpPr/>
              <p:nvPr/>
            </p:nvSpPr>
            <p:spPr>
              <a:xfrm>
                <a:off x="471482" y="38469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19" name="Google Shape;519;p33"/>
              <p:cNvSpPr/>
              <p:nvPr/>
            </p:nvSpPr>
            <p:spPr>
              <a:xfrm>
                <a:off x="724075" y="370975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0" name="Google Shape;520;p33"/>
              <p:cNvSpPr/>
              <p:nvPr/>
            </p:nvSpPr>
            <p:spPr>
              <a:xfrm>
                <a:off x="210171"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 name="Shape 524"/>
        <p:cNvGrpSpPr/>
        <p:nvPr/>
      </p:nvGrpSpPr>
      <p:grpSpPr>
        <a:xfrm>
          <a:off x="0" y="0"/>
          <a:ext cx="0" cy="0"/>
          <a:chOff x="0" y="0"/>
          <a:chExt cx="0" cy="0"/>
        </a:xfrm>
      </p:grpSpPr>
      <p:sp>
        <p:nvSpPr>
          <p:cNvPr id="525" name="Google Shape;525;p3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QUEUE</a:t>
            </a:r>
            <a:endParaRPr/>
          </a:p>
        </p:txBody>
      </p:sp>
      <p:sp>
        <p:nvSpPr>
          <p:cNvPr id="526" name="Google Shape;526;p34"/>
          <p:cNvSpPr txBox="1"/>
          <p:nvPr/>
        </p:nvSpPr>
        <p:spPr>
          <a:xfrm>
            <a:off x="720000" y="1151375"/>
            <a:ext cx="7704000" cy="36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Inconsolata"/>
                <a:ea typeface="Inconsolata"/>
                <a:cs typeface="Inconsolata"/>
                <a:sym typeface="Inconsolata"/>
              </a:rPr>
              <a:t>Queue:( Hàng đợi ) là một cấu trúc dữ liệu hoạt động theo nguyên tắc FIFO ( First In First Out ) - VÀO TRƯỚC RA TRƯỚC </a:t>
            </a:r>
            <a:endParaRPr sz="1800">
              <a:solidFill>
                <a:schemeClr val="dk1"/>
              </a:solidFill>
              <a:latin typeface="Inconsolata"/>
              <a:ea typeface="Inconsolata"/>
              <a:cs typeface="Inconsolata"/>
              <a:sym typeface="Inconsolata"/>
            </a:endParaRPr>
          </a:p>
          <a:p>
            <a:pPr indent="0" lvl="0" marL="0" rtl="0" algn="l">
              <a:spcBef>
                <a:spcPts val="0"/>
              </a:spcBef>
              <a:spcAft>
                <a:spcPts val="0"/>
              </a:spcAft>
              <a:buNone/>
            </a:pPr>
            <a:r>
              <a:t/>
            </a:r>
            <a:endParaRPr b="1" sz="1200">
              <a:solidFill>
                <a:schemeClr val="dk1"/>
              </a:solidFill>
              <a:latin typeface="Inconsolata"/>
              <a:ea typeface="Inconsolata"/>
              <a:cs typeface="Inconsolata"/>
              <a:sym typeface="Inconsolata"/>
            </a:endParaRPr>
          </a:p>
        </p:txBody>
      </p:sp>
      <p:sp>
        <p:nvSpPr>
          <p:cNvPr id="527" name="Google Shape;527;p34"/>
          <p:cNvSpPr txBox="1"/>
          <p:nvPr/>
        </p:nvSpPr>
        <p:spPr>
          <a:xfrm>
            <a:off x="2652600" y="4096200"/>
            <a:ext cx="3501300" cy="50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b="1" sz="1000" u="sng">
              <a:solidFill>
                <a:schemeClr val="dk1"/>
              </a:solidFill>
              <a:latin typeface="Inconsolata"/>
              <a:ea typeface="Inconsolata"/>
              <a:cs typeface="Inconsolata"/>
              <a:sym typeface="Inconsolata"/>
            </a:endParaRPr>
          </a:p>
        </p:txBody>
      </p:sp>
      <p:sp>
        <p:nvSpPr>
          <p:cNvPr id="528" name="Google Shape;528;p34"/>
          <p:cNvSpPr txBox="1"/>
          <p:nvPr/>
        </p:nvSpPr>
        <p:spPr>
          <a:xfrm>
            <a:off x="720000" y="4096200"/>
            <a:ext cx="1932600" cy="50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b="1" sz="1000" u="sng">
              <a:solidFill>
                <a:schemeClr val="dk1"/>
              </a:solidFill>
              <a:latin typeface="Inconsolata"/>
              <a:ea typeface="Inconsolata"/>
              <a:cs typeface="Inconsolata"/>
              <a:sym typeface="Inconsolata"/>
            </a:endParaRPr>
          </a:p>
        </p:txBody>
      </p:sp>
      <p:pic>
        <p:nvPicPr>
          <p:cNvPr id="529" name="Google Shape;529;p34"/>
          <p:cNvPicPr preferRelativeResize="0"/>
          <p:nvPr/>
        </p:nvPicPr>
        <p:blipFill>
          <a:blip r:embed="rId3">
            <a:alphaModFix/>
          </a:blip>
          <a:stretch>
            <a:fillRect/>
          </a:stretch>
        </p:blipFill>
        <p:spPr>
          <a:xfrm>
            <a:off x="2023138" y="1888500"/>
            <a:ext cx="4760223" cy="31727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3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STACK</a:t>
            </a:r>
            <a:endParaRPr/>
          </a:p>
          <a:p>
            <a:pPr indent="0" lvl="0" marL="0" rtl="0" algn="l">
              <a:spcBef>
                <a:spcPts val="0"/>
              </a:spcBef>
              <a:spcAft>
                <a:spcPts val="0"/>
              </a:spcAft>
              <a:buNone/>
            </a:pPr>
            <a:r>
              <a:rPr b="0" lang="en" sz="1800"/>
              <a:t>STACK - NGĂN XẾP : FILO ( FIRST IN LAST OUT : VÀO TRƯỚC RA SAU )</a:t>
            </a:r>
            <a:r>
              <a:rPr lang="en"/>
              <a:t> </a:t>
            </a:r>
            <a:endParaRPr/>
          </a:p>
        </p:txBody>
      </p:sp>
      <p:sp>
        <p:nvSpPr>
          <p:cNvPr id="535" name="Google Shape;535;p35"/>
          <p:cNvSpPr txBox="1"/>
          <p:nvPr/>
        </p:nvSpPr>
        <p:spPr>
          <a:xfrm>
            <a:off x="0" y="0"/>
            <a:ext cx="3000000" cy="36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200">
              <a:solidFill>
                <a:schemeClr val="dk1"/>
              </a:solidFill>
              <a:latin typeface="Inconsolata"/>
              <a:ea typeface="Inconsolata"/>
              <a:cs typeface="Inconsolata"/>
              <a:sym typeface="Inconsolata"/>
            </a:endParaRPr>
          </a:p>
        </p:txBody>
      </p:sp>
      <p:pic>
        <p:nvPicPr>
          <p:cNvPr id="536" name="Google Shape;536;p35"/>
          <p:cNvPicPr preferRelativeResize="0"/>
          <p:nvPr/>
        </p:nvPicPr>
        <p:blipFill>
          <a:blip r:embed="rId3">
            <a:alphaModFix/>
          </a:blip>
          <a:stretch>
            <a:fillRect/>
          </a:stretch>
        </p:blipFill>
        <p:spPr>
          <a:xfrm>
            <a:off x="2132450" y="1687075"/>
            <a:ext cx="5003023" cy="3334524"/>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 name="Shape 540"/>
        <p:cNvGrpSpPr/>
        <p:nvPr/>
      </p:nvGrpSpPr>
      <p:grpSpPr>
        <a:xfrm>
          <a:off x="0" y="0"/>
          <a:ext cx="0" cy="0"/>
          <a:chOff x="0" y="0"/>
          <a:chExt cx="0" cy="0"/>
        </a:xfrm>
      </p:grpSpPr>
      <p:sp>
        <p:nvSpPr>
          <p:cNvPr id="541" name="Google Shape;541;p3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APPLICATIONS - ỨNG DỤNG STACK &amp; QUEUE</a:t>
            </a:r>
            <a:endParaRPr/>
          </a:p>
        </p:txBody>
      </p:sp>
      <p:sp>
        <p:nvSpPr>
          <p:cNvPr id="542" name="Google Shape;542;p36"/>
          <p:cNvSpPr txBox="1"/>
          <p:nvPr/>
        </p:nvSpPr>
        <p:spPr>
          <a:xfrm>
            <a:off x="925825" y="2016250"/>
            <a:ext cx="59253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QUEUE - HÀNG ĐỢI : </a:t>
            </a:r>
            <a:r>
              <a:rPr lang="en" sz="1800">
                <a:solidFill>
                  <a:schemeClr val="dk1"/>
                </a:solidFill>
                <a:latin typeface="Inconsolata Medium"/>
                <a:ea typeface="Inconsolata Medium"/>
                <a:cs typeface="Inconsolata Medium"/>
                <a:sym typeface="Inconsolata Medium"/>
              </a:rPr>
              <a:t>Breadth</a:t>
            </a:r>
            <a:r>
              <a:rPr lang="en" sz="1800">
                <a:solidFill>
                  <a:schemeClr val="dk1"/>
                </a:solidFill>
                <a:latin typeface="Inconsolata Medium"/>
                <a:ea typeface="Inconsolata Medium"/>
                <a:cs typeface="Inconsolata Medium"/>
                <a:sym typeface="Inconsolata Medium"/>
              </a:rPr>
              <a:t> First Search ( BFS ) algorithm, … </a:t>
            </a:r>
            <a:endParaRPr sz="1800">
              <a:solidFill>
                <a:schemeClr val="dk1"/>
              </a:solidFill>
              <a:latin typeface="Inconsolata Medium"/>
              <a:ea typeface="Inconsolata Medium"/>
              <a:cs typeface="Inconsolata Medium"/>
              <a:sym typeface="Inconsolata Medium"/>
            </a:endParaRPr>
          </a:p>
        </p:txBody>
      </p:sp>
      <p:sp>
        <p:nvSpPr>
          <p:cNvPr id="543" name="Google Shape;543;p36"/>
          <p:cNvSpPr txBox="1"/>
          <p:nvPr/>
        </p:nvSpPr>
        <p:spPr>
          <a:xfrm>
            <a:off x="925750" y="2810325"/>
            <a:ext cx="5925300" cy="923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STACK - NGĂN XẾP : Depth First Search ( DFS ) algorithm,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2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3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 cài đặt </a:t>
            </a:r>
            <a:endParaRPr/>
          </a:p>
        </p:txBody>
      </p:sp>
      <p:sp>
        <p:nvSpPr>
          <p:cNvPr id="549" name="Google Shape;549;p37"/>
          <p:cNvSpPr txBox="1"/>
          <p:nvPr/>
        </p:nvSpPr>
        <p:spPr>
          <a:xfrm>
            <a:off x="812675" y="1656200"/>
            <a:ext cx="5925300" cy="1569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Các thao tác chính :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push    : Thêm một phần tử vào SoQ</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pop     : Lấy một phần tử từ SoQ</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isFull  : Kiểm tra SoQ đã đầy chưa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isEmpty : Kiểm tra </a:t>
            </a:r>
            <a:r>
              <a:rPr lang="en" sz="1800">
                <a:solidFill>
                  <a:schemeClr val="dk1"/>
                </a:solidFill>
                <a:latin typeface="Inconsolata Medium"/>
                <a:ea typeface="Inconsolata Medium"/>
                <a:cs typeface="Inconsolata Medium"/>
                <a:sym typeface="Inconsolata Medium"/>
              </a:rPr>
              <a:t>SoQ</a:t>
            </a:r>
            <a:r>
              <a:rPr lang="en" sz="1800">
                <a:solidFill>
                  <a:schemeClr val="dk1"/>
                </a:solidFill>
                <a:latin typeface="Inconsolata Medium"/>
                <a:ea typeface="Inconsolata Medium"/>
                <a:cs typeface="Inconsolata Medium"/>
                <a:sym typeface="Inconsolata Medium"/>
              </a:rPr>
              <a:t> rỗng hay không </a:t>
            </a:r>
            <a:endParaRPr sz="18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sp>
        <p:nvSpPr>
          <p:cNvPr id="554" name="Google Shape;554;p3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 Cài đặt </a:t>
            </a:r>
            <a:endParaRPr/>
          </a:p>
        </p:txBody>
      </p:sp>
      <p:sp>
        <p:nvSpPr>
          <p:cNvPr id="555" name="Google Shape;555;p38"/>
          <p:cNvSpPr txBox="1"/>
          <p:nvPr/>
        </p:nvSpPr>
        <p:spPr>
          <a:xfrm>
            <a:off x="720000" y="1368175"/>
            <a:ext cx="78387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Array : Sử dụng một mảng array để làm buffer cho stack &amp; queue</a:t>
            </a:r>
            <a:endParaRPr sz="1800">
              <a:solidFill>
                <a:schemeClr val="dk1"/>
              </a:solidFill>
              <a:latin typeface="Inconsolata Medium"/>
              <a:ea typeface="Inconsolata Medium"/>
              <a:cs typeface="Inconsolata Medium"/>
              <a:sym typeface="Inconsolata Medium"/>
            </a:endParaRPr>
          </a:p>
        </p:txBody>
      </p:sp>
      <p:sp>
        <p:nvSpPr>
          <p:cNvPr id="556" name="Google Shape;556;p38"/>
          <p:cNvSpPr txBox="1"/>
          <p:nvPr>
            <p:ph idx="4294967295" type="title"/>
          </p:nvPr>
        </p:nvSpPr>
        <p:spPr>
          <a:xfrm>
            <a:off x="867550" y="2300100"/>
            <a:ext cx="666000" cy="543300"/>
          </a:xfrm>
          <a:prstGeom prst="rect">
            <a:avLst/>
          </a:prstGeom>
          <a:solidFill>
            <a:srgbClr val="00C3B1"/>
          </a:solidFill>
        </p:spPr>
        <p:txBody>
          <a:bodyPr anchorCtr="0" anchor="t" bIns="91425" lIns="91425" spcFirstLastPara="1" rIns="91425" wrap="square" tIns="91425">
            <a:noAutofit/>
          </a:bodyPr>
          <a:lstStyle/>
          <a:p>
            <a:pPr indent="0" lvl="0" marL="0" rtl="0" algn="l">
              <a:spcBef>
                <a:spcPts val="0"/>
              </a:spcBef>
              <a:spcAft>
                <a:spcPts val="0"/>
              </a:spcAft>
              <a:buNone/>
            </a:pPr>
            <a:r>
              <a:rPr lang="en"/>
              <a:t>5</a:t>
            </a:r>
            <a:endParaRPr/>
          </a:p>
        </p:txBody>
      </p:sp>
      <p:sp>
        <p:nvSpPr>
          <p:cNvPr id="557" name="Google Shape;557;p38"/>
          <p:cNvSpPr txBox="1"/>
          <p:nvPr>
            <p:ph idx="4294967295" type="title"/>
          </p:nvPr>
        </p:nvSpPr>
        <p:spPr>
          <a:xfrm>
            <a:off x="1533550" y="230010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558" name="Google Shape;558;p38"/>
          <p:cNvSpPr txBox="1"/>
          <p:nvPr>
            <p:ph idx="4294967295" type="title"/>
          </p:nvPr>
        </p:nvSpPr>
        <p:spPr>
          <a:xfrm>
            <a:off x="2199550" y="230010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559" name="Google Shape;559;p38"/>
          <p:cNvSpPr txBox="1"/>
          <p:nvPr>
            <p:ph idx="4294967295" type="title"/>
          </p:nvPr>
        </p:nvSpPr>
        <p:spPr>
          <a:xfrm>
            <a:off x="2865550" y="230010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560" name="Google Shape;560;p38"/>
          <p:cNvSpPr txBox="1"/>
          <p:nvPr>
            <p:ph idx="4294967295" type="title"/>
          </p:nvPr>
        </p:nvSpPr>
        <p:spPr>
          <a:xfrm>
            <a:off x="3531550" y="2300100"/>
            <a:ext cx="666000" cy="543300"/>
          </a:xfrm>
          <a:prstGeom prst="rect">
            <a:avLst/>
          </a:prstGeom>
          <a:solidFill>
            <a:schemeClr val="dk2"/>
          </a:solidFill>
        </p:spPr>
        <p:txBody>
          <a:bodyPr anchorCtr="0" anchor="t"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561" name="Google Shape;561;p38"/>
          <p:cNvSpPr txBox="1"/>
          <p:nvPr/>
        </p:nvSpPr>
        <p:spPr>
          <a:xfrm>
            <a:off x="867550" y="1892800"/>
            <a:ext cx="11625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Head</a:t>
            </a:r>
            <a:endParaRPr sz="1800">
              <a:solidFill>
                <a:schemeClr val="dk1"/>
              </a:solidFill>
              <a:latin typeface="Inconsolata Medium"/>
              <a:ea typeface="Inconsolata Medium"/>
              <a:cs typeface="Inconsolata Medium"/>
              <a:sym typeface="Inconsolata Medium"/>
            </a:endParaRPr>
          </a:p>
        </p:txBody>
      </p:sp>
      <p:sp>
        <p:nvSpPr>
          <p:cNvPr id="562" name="Google Shape;562;p38"/>
          <p:cNvSpPr txBox="1"/>
          <p:nvPr/>
        </p:nvSpPr>
        <p:spPr>
          <a:xfrm>
            <a:off x="3481525" y="1892800"/>
            <a:ext cx="11625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Tail</a:t>
            </a:r>
            <a:endParaRPr sz="1800">
              <a:solidFill>
                <a:schemeClr val="dk1"/>
              </a:solidFill>
              <a:latin typeface="Inconsolata Medium"/>
              <a:ea typeface="Inconsolata Medium"/>
              <a:cs typeface="Inconsolata Medium"/>
              <a:sym typeface="Inconsolata Medium"/>
            </a:endParaRPr>
          </a:p>
        </p:txBody>
      </p:sp>
      <p:sp>
        <p:nvSpPr>
          <p:cNvPr id="563" name="Google Shape;563;p38"/>
          <p:cNvSpPr txBox="1"/>
          <p:nvPr/>
        </p:nvSpPr>
        <p:spPr>
          <a:xfrm>
            <a:off x="901900" y="3065525"/>
            <a:ext cx="20607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Queue - Hàng đợi </a:t>
            </a:r>
            <a:endParaRPr sz="1800">
              <a:solidFill>
                <a:schemeClr val="dk1"/>
              </a:solidFill>
              <a:latin typeface="Inconsolata Medium"/>
              <a:ea typeface="Inconsolata Medium"/>
              <a:cs typeface="Inconsolata Medium"/>
              <a:sym typeface="Inconsolata Medium"/>
            </a:endParaRPr>
          </a:p>
        </p:txBody>
      </p:sp>
      <p:sp>
        <p:nvSpPr>
          <p:cNvPr id="564" name="Google Shape;564;p38"/>
          <p:cNvSpPr txBox="1"/>
          <p:nvPr>
            <p:ph idx="4294967295" type="title"/>
          </p:nvPr>
        </p:nvSpPr>
        <p:spPr>
          <a:xfrm>
            <a:off x="6368850" y="2085950"/>
            <a:ext cx="666000" cy="543300"/>
          </a:xfrm>
          <a:prstGeom prst="rect">
            <a:avLst/>
          </a:prstGeom>
          <a:solidFill>
            <a:srgbClr val="BF9000"/>
          </a:solidFill>
        </p:spPr>
        <p:txBody>
          <a:bodyPr anchorCtr="0" anchor="t"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565" name="Google Shape;565;p38"/>
          <p:cNvSpPr txBox="1"/>
          <p:nvPr>
            <p:ph idx="4294967295" type="title"/>
          </p:nvPr>
        </p:nvSpPr>
        <p:spPr>
          <a:xfrm>
            <a:off x="6368850" y="262925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566" name="Google Shape;566;p38"/>
          <p:cNvSpPr txBox="1"/>
          <p:nvPr>
            <p:ph idx="4294967295" type="title"/>
          </p:nvPr>
        </p:nvSpPr>
        <p:spPr>
          <a:xfrm>
            <a:off x="6368850" y="317255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567" name="Google Shape;567;p38"/>
          <p:cNvSpPr txBox="1"/>
          <p:nvPr/>
        </p:nvSpPr>
        <p:spPr>
          <a:xfrm>
            <a:off x="7130425" y="2126750"/>
            <a:ext cx="11625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Top</a:t>
            </a:r>
            <a:endParaRPr sz="1800">
              <a:solidFill>
                <a:schemeClr val="dk1"/>
              </a:solidFill>
              <a:latin typeface="Inconsolata Medium"/>
              <a:ea typeface="Inconsolata Medium"/>
              <a:cs typeface="Inconsolata Medium"/>
              <a:sym typeface="Inconsolata Medium"/>
            </a:endParaRPr>
          </a:p>
        </p:txBody>
      </p:sp>
      <p:sp>
        <p:nvSpPr>
          <p:cNvPr id="568" name="Google Shape;568;p38"/>
          <p:cNvSpPr txBox="1"/>
          <p:nvPr>
            <p:ph idx="4294967295" type="title"/>
          </p:nvPr>
        </p:nvSpPr>
        <p:spPr>
          <a:xfrm>
            <a:off x="6368850" y="3715850"/>
            <a:ext cx="666000" cy="543300"/>
          </a:xfrm>
          <a:prstGeom prst="rect">
            <a:avLst/>
          </a:prstGeom>
          <a:solidFill>
            <a:srgbClr val="FFE599"/>
          </a:solidFill>
        </p:spPr>
        <p:txBody>
          <a:bodyPr anchorCtr="0" anchor="t"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569" name="Google Shape;569;p38"/>
          <p:cNvSpPr txBox="1"/>
          <p:nvPr/>
        </p:nvSpPr>
        <p:spPr>
          <a:xfrm>
            <a:off x="5782500" y="4512200"/>
            <a:ext cx="30000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Stack - Ngăn xếp</a:t>
            </a:r>
            <a:endParaRPr sz="18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3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 Cài đặt </a:t>
            </a:r>
            <a:endParaRPr/>
          </a:p>
          <a:p>
            <a:pPr indent="0" lvl="0" marL="0" rtl="0" algn="l">
              <a:spcBef>
                <a:spcPts val="0"/>
              </a:spcBef>
              <a:spcAft>
                <a:spcPts val="0"/>
              </a:spcAft>
              <a:buNone/>
            </a:pPr>
            <a:r>
              <a:t/>
            </a:r>
            <a:endParaRPr/>
          </a:p>
        </p:txBody>
      </p:sp>
      <p:sp>
        <p:nvSpPr>
          <p:cNvPr id="575" name="Google Shape;575;p39"/>
          <p:cNvSpPr txBox="1"/>
          <p:nvPr/>
        </p:nvSpPr>
        <p:spPr>
          <a:xfrm>
            <a:off x="769625" y="1447775"/>
            <a:ext cx="69876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Array : sử dụng 1 mảng array làm buffer cho Stack &amp; Queue</a:t>
            </a:r>
            <a:endParaRPr sz="1800">
              <a:solidFill>
                <a:schemeClr val="dk1"/>
              </a:solidFill>
              <a:latin typeface="Inconsolata Medium"/>
              <a:ea typeface="Inconsolata Medium"/>
              <a:cs typeface="Inconsolata Medium"/>
              <a:sym typeface="Inconsolata Medium"/>
            </a:endParaRPr>
          </a:p>
        </p:txBody>
      </p:sp>
      <p:sp>
        <p:nvSpPr>
          <p:cNvPr id="576" name="Google Shape;576;p39"/>
          <p:cNvSpPr txBox="1"/>
          <p:nvPr/>
        </p:nvSpPr>
        <p:spPr>
          <a:xfrm>
            <a:off x="891550" y="1958350"/>
            <a:ext cx="2994600" cy="2989800"/>
          </a:xfrm>
          <a:prstGeom prst="rect">
            <a:avLst/>
          </a:prstGeom>
          <a:solidFill>
            <a:srgbClr val="212121"/>
          </a:solid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050">
                <a:solidFill>
                  <a:srgbClr val="C792EA"/>
                </a:solidFill>
                <a:highlight>
                  <a:srgbClr val="282C34"/>
                </a:highlight>
                <a:latin typeface="Courier New"/>
                <a:ea typeface="Courier New"/>
                <a:cs typeface="Courier New"/>
                <a:sym typeface="Courier New"/>
              </a:rPr>
              <a:t>public</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class</a:t>
            </a:r>
            <a:r>
              <a:rPr lang="en" sz="1050">
                <a:solidFill>
                  <a:srgbClr val="DB7079"/>
                </a:solidFill>
                <a:highlight>
                  <a:srgbClr val="282C34"/>
                </a:highlight>
                <a:latin typeface="Courier New"/>
                <a:ea typeface="Courier New"/>
                <a:cs typeface="Courier New"/>
                <a:sym typeface="Courier New"/>
              </a:rPr>
              <a:t> </a:t>
            </a:r>
            <a:r>
              <a:rPr lang="en" sz="1050">
                <a:solidFill>
                  <a:srgbClr val="DBB979"/>
                </a:solidFill>
                <a:highlight>
                  <a:srgbClr val="282C34"/>
                </a:highlight>
                <a:latin typeface="Courier New"/>
                <a:ea typeface="Courier New"/>
                <a:cs typeface="Courier New"/>
                <a:sym typeface="Courier New"/>
              </a:rPr>
              <a:t>MyQueue</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array</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SIZE</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head</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tail</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61AFEF"/>
                </a:solidFill>
                <a:highlight>
                  <a:srgbClr val="282C34"/>
                </a:highlight>
                <a:latin typeface="Courier New"/>
                <a:ea typeface="Courier New"/>
                <a:cs typeface="Courier New"/>
                <a:sym typeface="Courier New"/>
              </a:rPr>
              <a:t>MyQueue</a:t>
            </a:r>
            <a:r>
              <a:rPr lang="en" sz="1050">
                <a:solidFill>
                  <a:srgbClr val="ABB2BF"/>
                </a:solidFill>
                <a:highlight>
                  <a:srgbClr val="282C34"/>
                </a:highlight>
                <a:latin typeface="Courier New"/>
                <a:ea typeface="Courier New"/>
                <a:cs typeface="Courier New"/>
                <a:sym typeface="Courier New"/>
              </a:rPr>
              <a:t>(</a:t>
            </a:r>
            <a:r>
              <a:rPr lang="en" sz="1050">
                <a:solidFill>
                  <a:srgbClr val="C792EA"/>
                </a:solidFill>
                <a:highlight>
                  <a:srgbClr val="282C34"/>
                </a:highlight>
                <a:latin typeface="Courier New"/>
                <a:ea typeface="Courier New"/>
                <a:cs typeface="Courier New"/>
                <a:sym typeface="Courier New"/>
              </a:rPr>
              <a:t>int</a:t>
            </a:r>
            <a:r>
              <a:rPr lang="en" sz="1050">
                <a:solidFill>
                  <a:srgbClr val="ABB2BF"/>
                </a:solidFill>
                <a:highlight>
                  <a:srgbClr val="282C34"/>
                </a:highlight>
                <a:latin typeface="Courier New"/>
                <a:ea typeface="Courier New"/>
                <a:cs typeface="Courier New"/>
                <a:sym typeface="Courier New"/>
              </a:rPr>
              <a:t> </a:t>
            </a:r>
            <a:r>
              <a:rPr i="1" lang="en" sz="1050">
                <a:solidFill>
                  <a:srgbClr val="DB7079"/>
                </a:solidFill>
                <a:highlight>
                  <a:srgbClr val="282C34"/>
                </a:highlight>
                <a:latin typeface="Courier New"/>
                <a:ea typeface="Courier New"/>
                <a:cs typeface="Courier New"/>
                <a:sym typeface="Courier New"/>
              </a:rPr>
              <a:t>size</a:t>
            </a:r>
            <a:r>
              <a:rPr lang="en" sz="1050">
                <a:solidFill>
                  <a:srgbClr val="ABB2BF"/>
                </a:solidFill>
                <a:highlight>
                  <a:srgbClr val="282C34"/>
                </a:highlight>
                <a:latin typeface="Courier New"/>
                <a:ea typeface="Courier New"/>
                <a:cs typeface="Courier New"/>
                <a:sym typeface="Courier New"/>
              </a:rPr>
              <a:t>){</a:t>
            </a:r>
            <a:endParaRPr sz="6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array = </a:t>
            </a:r>
            <a:r>
              <a:rPr lang="en" sz="1050">
                <a:solidFill>
                  <a:srgbClr val="C792EA"/>
                </a:solidFill>
                <a:highlight>
                  <a:srgbClr val="282C34"/>
                </a:highlight>
                <a:latin typeface="Courier New"/>
                <a:ea typeface="Courier New"/>
                <a:cs typeface="Courier New"/>
                <a:sym typeface="Courier New"/>
              </a:rPr>
              <a:t>new</a:t>
            </a:r>
            <a:r>
              <a:rPr lang="en" sz="1050">
                <a:solidFill>
                  <a:srgbClr val="ABB2BF"/>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ABB2BF"/>
                </a:solidFill>
                <a:highlight>
                  <a:srgbClr val="282C34"/>
                </a:highlight>
                <a:latin typeface="Courier New"/>
                <a:ea typeface="Courier New"/>
                <a:cs typeface="Courier New"/>
                <a:sym typeface="Courier New"/>
              </a:rPr>
              <a:t>[size];</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SIZE = size;</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spcBef>
                <a:spcPts val="0"/>
              </a:spcBef>
              <a:spcAft>
                <a:spcPts val="0"/>
              </a:spcAft>
              <a:buNone/>
            </a:pPr>
            <a:r>
              <a:t/>
            </a:r>
            <a:endParaRPr sz="900">
              <a:solidFill>
                <a:schemeClr val="dk1"/>
              </a:solidFill>
              <a:latin typeface="Inconsolata Medium"/>
              <a:ea typeface="Inconsolata Medium"/>
              <a:cs typeface="Inconsolata Medium"/>
              <a:sym typeface="Inconsolata Medium"/>
            </a:endParaRPr>
          </a:p>
        </p:txBody>
      </p:sp>
      <p:sp>
        <p:nvSpPr>
          <p:cNvPr id="577" name="Google Shape;577;p39"/>
          <p:cNvSpPr txBox="1"/>
          <p:nvPr/>
        </p:nvSpPr>
        <p:spPr>
          <a:xfrm>
            <a:off x="4572000" y="1945000"/>
            <a:ext cx="3253800" cy="2989800"/>
          </a:xfrm>
          <a:prstGeom prst="rect">
            <a:avLst/>
          </a:prstGeom>
          <a:solidFill>
            <a:srgbClr val="212121"/>
          </a:solid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050">
                <a:solidFill>
                  <a:srgbClr val="C792EA"/>
                </a:solidFill>
                <a:highlight>
                  <a:srgbClr val="282C34"/>
                </a:highlight>
                <a:latin typeface="Courier New"/>
                <a:ea typeface="Courier New"/>
                <a:cs typeface="Courier New"/>
                <a:sym typeface="Courier New"/>
              </a:rPr>
              <a:t>public</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class</a:t>
            </a:r>
            <a:r>
              <a:rPr lang="en" sz="1050">
                <a:solidFill>
                  <a:srgbClr val="DB7079"/>
                </a:solidFill>
                <a:highlight>
                  <a:srgbClr val="282C34"/>
                </a:highlight>
                <a:latin typeface="Courier New"/>
                <a:ea typeface="Courier New"/>
                <a:cs typeface="Courier New"/>
                <a:sym typeface="Courier New"/>
              </a:rPr>
              <a:t> </a:t>
            </a:r>
            <a:r>
              <a:rPr lang="en" sz="1050">
                <a:solidFill>
                  <a:srgbClr val="DBB979"/>
                </a:solidFill>
                <a:highlight>
                  <a:srgbClr val="282C34"/>
                </a:highlight>
                <a:latin typeface="Courier New"/>
                <a:ea typeface="Courier New"/>
                <a:cs typeface="Courier New"/>
                <a:sym typeface="Courier New"/>
              </a:rPr>
              <a:t>MyStack</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array</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SIZE</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private</a:t>
            </a:r>
            <a:r>
              <a:rPr lang="en" sz="1050">
                <a:solidFill>
                  <a:srgbClr val="DB7079"/>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DB7079"/>
                </a:solidFill>
                <a:highlight>
                  <a:srgbClr val="282C34"/>
                </a:highlight>
                <a:latin typeface="Courier New"/>
                <a:ea typeface="Courier New"/>
                <a:cs typeface="Courier New"/>
                <a:sym typeface="Courier New"/>
              </a:rPr>
              <a:t> top</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DB7079"/>
                </a:solidFill>
                <a:highlight>
                  <a:srgbClr val="282C34"/>
                </a:highlight>
                <a:latin typeface="Courier New"/>
                <a:ea typeface="Courier New"/>
                <a:cs typeface="Courier New"/>
                <a:sym typeface="Courier New"/>
              </a:rPr>
              <a:t>   </a:t>
            </a:r>
            <a:r>
              <a:rPr lang="en" sz="1050">
                <a:solidFill>
                  <a:srgbClr val="61AFEF"/>
                </a:solidFill>
                <a:highlight>
                  <a:srgbClr val="282C34"/>
                </a:highlight>
                <a:latin typeface="Courier New"/>
                <a:ea typeface="Courier New"/>
                <a:cs typeface="Courier New"/>
                <a:sym typeface="Courier New"/>
              </a:rPr>
              <a:t>MyStack</a:t>
            </a:r>
            <a:r>
              <a:rPr lang="en" sz="1050">
                <a:solidFill>
                  <a:srgbClr val="ABB2BF"/>
                </a:solidFill>
                <a:highlight>
                  <a:srgbClr val="282C34"/>
                </a:highlight>
                <a:latin typeface="Courier New"/>
                <a:ea typeface="Courier New"/>
                <a:cs typeface="Courier New"/>
                <a:sym typeface="Courier New"/>
              </a:rPr>
              <a:t>(</a:t>
            </a:r>
            <a:r>
              <a:rPr lang="en" sz="1050">
                <a:solidFill>
                  <a:srgbClr val="C792EA"/>
                </a:solidFill>
                <a:highlight>
                  <a:srgbClr val="282C34"/>
                </a:highlight>
                <a:latin typeface="Courier New"/>
                <a:ea typeface="Courier New"/>
                <a:cs typeface="Courier New"/>
                <a:sym typeface="Courier New"/>
              </a:rPr>
              <a:t>int</a:t>
            </a:r>
            <a:r>
              <a:rPr lang="en" sz="1050">
                <a:solidFill>
                  <a:srgbClr val="ABB2BF"/>
                </a:solidFill>
                <a:highlight>
                  <a:srgbClr val="282C34"/>
                </a:highlight>
                <a:latin typeface="Courier New"/>
                <a:ea typeface="Courier New"/>
                <a:cs typeface="Courier New"/>
                <a:sym typeface="Courier New"/>
              </a:rPr>
              <a:t> </a:t>
            </a:r>
            <a:r>
              <a:rPr i="1" lang="en" sz="1050">
                <a:solidFill>
                  <a:srgbClr val="DB7079"/>
                </a:solidFill>
                <a:highlight>
                  <a:srgbClr val="282C34"/>
                </a:highlight>
                <a:latin typeface="Courier New"/>
                <a:ea typeface="Courier New"/>
                <a:cs typeface="Courier New"/>
                <a:sym typeface="Courier New"/>
              </a:rPr>
              <a:t>size</a:t>
            </a: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array = </a:t>
            </a:r>
            <a:r>
              <a:rPr lang="en" sz="1050">
                <a:solidFill>
                  <a:srgbClr val="C792EA"/>
                </a:solidFill>
                <a:highlight>
                  <a:srgbClr val="282C34"/>
                </a:highlight>
                <a:latin typeface="Courier New"/>
                <a:ea typeface="Courier New"/>
                <a:cs typeface="Courier New"/>
                <a:sym typeface="Courier New"/>
              </a:rPr>
              <a:t>new</a:t>
            </a:r>
            <a:r>
              <a:rPr lang="en" sz="1050">
                <a:solidFill>
                  <a:srgbClr val="ABB2BF"/>
                </a:solidFill>
                <a:highlight>
                  <a:srgbClr val="282C34"/>
                </a:highlight>
                <a:latin typeface="Courier New"/>
                <a:ea typeface="Courier New"/>
                <a:cs typeface="Courier New"/>
                <a:sym typeface="Courier New"/>
              </a:rPr>
              <a:t> </a:t>
            </a:r>
            <a:r>
              <a:rPr lang="en" sz="1050">
                <a:solidFill>
                  <a:srgbClr val="C792EA"/>
                </a:solidFill>
                <a:highlight>
                  <a:srgbClr val="282C34"/>
                </a:highlight>
                <a:latin typeface="Courier New"/>
                <a:ea typeface="Courier New"/>
                <a:cs typeface="Courier New"/>
                <a:sym typeface="Courier New"/>
              </a:rPr>
              <a:t>int</a:t>
            </a:r>
            <a:r>
              <a:rPr lang="en" sz="1050">
                <a:solidFill>
                  <a:srgbClr val="ABB2BF"/>
                </a:solidFill>
                <a:highlight>
                  <a:srgbClr val="282C34"/>
                </a:highlight>
                <a:latin typeface="Courier New"/>
                <a:ea typeface="Courier New"/>
                <a:cs typeface="Courier New"/>
                <a:sym typeface="Courier New"/>
              </a:rPr>
              <a:t>[size];</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SIZE = size;</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   }</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050">
                <a:solidFill>
                  <a:srgbClr val="ABB2BF"/>
                </a:solidFill>
                <a:highlight>
                  <a:srgbClr val="282C34"/>
                </a:highlight>
                <a:latin typeface="Courier New"/>
                <a:ea typeface="Courier New"/>
                <a:cs typeface="Courier New"/>
                <a:sym typeface="Courier New"/>
              </a:rPr>
              <a:t>}</a:t>
            </a:r>
            <a:endParaRPr sz="10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t/>
            </a:r>
            <a:endParaRPr sz="1050">
              <a:solidFill>
                <a:srgbClr val="ABB2BF"/>
              </a:solidFill>
              <a:highlight>
                <a:srgbClr val="282C34"/>
              </a:highlight>
              <a:latin typeface="Courier New"/>
              <a:ea typeface="Courier New"/>
              <a:cs typeface="Courier New"/>
              <a:sym typeface="Courier New"/>
            </a:endParaRPr>
          </a:p>
          <a:p>
            <a:pPr indent="0" lvl="0" marL="0" rtl="0" algn="l">
              <a:spcBef>
                <a:spcPts val="0"/>
              </a:spcBef>
              <a:spcAft>
                <a:spcPts val="0"/>
              </a:spcAft>
              <a:buNone/>
            </a:pPr>
            <a:r>
              <a:t/>
            </a:r>
            <a:endParaRPr sz="9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 name="Shape 581"/>
        <p:cNvGrpSpPr/>
        <p:nvPr/>
      </p:nvGrpSpPr>
      <p:grpSpPr>
        <a:xfrm>
          <a:off x="0" y="0"/>
          <a:ext cx="0" cy="0"/>
          <a:chOff x="0" y="0"/>
          <a:chExt cx="0" cy="0"/>
        </a:xfrm>
      </p:grpSpPr>
      <p:sp>
        <p:nvSpPr>
          <p:cNvPr id="582" name="Google Shape;582;p4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 Cài đặt </a:t>
            </a:r>
            <a:endParaRPr/>
          </a:p>
          <a:p>
            <a:pPr indent="0" lvl="0" marL="0" rtl="0" algn="l">
              <a:spcBef>
                <a:spcPts val="0"/>
              </a:spcBef>
              <a:spcAft>
                <a:spcPts val="0"/>
              </a:spcAft>
              <a:buNone/>
            </a:pPr>
            <a:r>
              <a:t/>
            </a:r>
            <a:endParaRPr/>
          </a:p>
        </p:txBody>
      </p:sp>
      <p:sp>
        <p:nvSpPr>
          <p:cNvPr id="583" name="Google Shape;583;p40"/>
          <p:cNvSpPr txBox="1"/>
          <p:nvPr/>
        </p:nvSpPr>
        <p:spPr>
          <a:xfrm>
            <a:off x="720000" y="1341100"/>
            <a:ext cx="59055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Sử dụng linked list để lưu trữ stack &amp; queue </a:t>
            </a:r>
            <a:endParaRPr sz="1800">
              <a:solidFill>
                <a:schemeClr val="dk1"/>
              </a:solidFill>
              <a:latin typeface="Inconsolata Medium"/>
              <a:ea typeface="Inconsolata Medium"/>
              <a:cs typeface="Inconsolata Medium"/>
              <a:sym typeface="Inconsolata Medium"/>
            </a:endParaRPr>
          </a:p>
        </p:txBody>
      </p:sp>
      <p:sp>
        <p:nvSpPr>
          <p:cNvPr id="584" name="Google Shape;584;p40"/>
          <p:cNvSpPr/>
          <p:nvPr/>
        </p:nvSpPr>
        <p:spPr>
          <a:xfrm>
            <a:off x="1621556" y="2539212"/>
            <a:ext cx="424500" cy="424500"/>
          </a:xfrm>
          <a:prstGeom prst="flowChartConnector">
            <a:avLst/>
          </a:prstGeom>
          <a:solidFill>
            <a:srgbClr val="FF6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585" name="Google Shape;585;p40"/>
          <p:cNvSpPr/>
          <p:nvPr/>
        </p:nvSpPr>
        <p:spPr>
          <a:xfrm>
            <a:off x="2292131" y="2539212"/>
            <a:ext cx="424500" cy="424500"/>
          </a:xfrm>
          <a:prstGeom prst="flowChartConnector">
            <a:avLst/>
          </a:pr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586" name="Google Shape;586;p40"/>
          <p:cNvSpPr/>
          <p:nvPr/>
        </p:nvSpPr>
        <p:spPr>
          <a:xfrm>
            <a:off x="2962706" y="2571762"/>
            <a:ext cx="424500" cy="424500"/>
          </a:xfrm>
          <a:prstGeom prst="flowChartConnector">
            <a:avLst/>
          </a:pr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587" name="Google Shape;587;p40"/>
          <p:cNvSpPr/>
          <p:nvPr/>
        </p:nvSpPr>
        <p:spPr>
          <a:xfrm>
            <a:off x="3633281" y="2571762"/>
            <a:ext cx="424500" cy="424500"/>
          </a:xfrm>
          <a:prstGeom prst="flowChartConnector">
            <a:avLst/>
          </a:prstGeom>
          <a:solidFill>
            <a:srgbClr val="FF6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588" name="Google Shape;588;p40"/>
          <p:cNvSpPr/>
          <p:nvPr/>
        </p:nvSpPr>
        <p:spPr>
          <a:xfrm flipH="1">
            <a:off x="3387202" y="2727750"/>
            <a:ext cx="246077"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flipH="1">
            <a:off x="2716627" y="2727750"/>
            <a:ext cx="246077"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flipH="1">
            <a:off x="2046052" y="2727750"/>
            <a:ext cx="246077"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txBox="1"/>
          <p:nvPr/>
        </p:nvSpPr>
        <p:spPr>
          <a:xfrm>
            <a:off x="1621550" y="2202450"/>
            <a:ext cx="43890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 sz="1700">
                <a:solidFill>
                  <a:schemeClr val="dk1"/>
                </a:solidFill>
                <a:latin typeface="Inconsolata"/>
                <a:ea typeface="Inconsolata"/>
                <a:cs typeface="Inconsolata"/>
                <a:sym typeface="Inconsolata"/>
              </a:rPr>
              <a:t>head</a:t>
            </a:r>
            <a:endParaRPr b="1" i="1" sz="1700">
              <a:solidFill>
                <a:schemeClr val="dk1"/>
              </a:solidFill>
              <a:latin typeface="Inconsolata"/>
              <a:ea typeface="Inconsolata"/>
              <a:cs typeface="Inconsolata"/>
              <a:sym typeface="Inconsolata"/>
            </a:endParaRPr>
          </a:p>
        </p:txBody>
      </p:sp>
      <p:sp>
        <p:nvSpPr>
          <p:cNvPr id="592" name="Google Shape;592;p40"/>
          <p:cNvSpPr txBox="1"/>
          <p:nvPr/>
        </p:nvSpPr>
        <p:spPr>
          <a:xfrm>
            <a:off x="3550925" y="2202450"/>
            <a:ext cx="43890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 sz="1800">
                <a:solidFill>
                  <a:schemeClr val="dk1"/>
                </a:solidFill>
                <a:latin typeface="Inconsolata"/>
                <a:ea typeface="Inconsolata"/>
                <a:cs typeface="Inconsolata"/>
                <a:sym typeface="Inconsolata"/>
              </a:rPr>
              <a:t>tail</a:t>
            </a:r>
            <a:endParaRPr b="1" i="1" sz="1800">
              <a:solidFill>
                <a:schemeClr val="dk1"/>
              </a:solidFill>
              <a:latin typeface="Inconsolata"/>
              <a:ea typeface="Inconsolata"/>
              <a:cs typeface="Inconsolata"/>
              <a:sym typeface="Inconsolata"/>
            </a:endParaRPr>
          </a:p>
        </p:txBody>
      </p:sp>
      <p:sp>
        <p:nvSpPr>
          <p:cNvPr id="593" name="Google Shape;593;p40"/>
          <p:cNvSpPr txBox="1"/>
          <p:nvPr/>
        </p:nvSpPr>
        <p:spPr>
          <a:xfrm>
            <a:off x="1817859" y="3878600"/>
            <a:ext cx="20436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 sz="1800">
                <a:solidFill>
                  <a:schemeClr val="dk1"/>
                </a:solidFill>
                <a:latin typeface="Inconsolata"/>
                <a:ea typeface="Inconsolata"/>
                <a:cs typeface="Inconsolata"/>
                <a:sym typeface="Inconsolata"/>
              </a:rPr>
              <a:t>Hàng đợi : queue</a:t>
            </a:r>
            <a:endParaRPr b="1" i="1" sz="1800">
              <a:solidFill>
                <a:schemeClr val="dk1"/>
              </a:solidFill>
              <a:latin typeface="Inconsolata"/>
              <a:ea typeface="Inconsolata"/>
              <a:cs typeface="Inconsolata"/>
              <a:sym typeface="Inconsolata"/>
            </a:endParaRPr>
          </a:p>
        </p:txBody>
      </p:sp>
      <p:sp>
        <p:nvSpPr>
          <p:cNvPr id="594" name="Google Shape;594;p40"/>
          <p:cNvSpPr/>
          <p:nvPr/>
        </p:nvSpPr>
        <p:spPr>
          <a:xfrm>
            <a:off x="6841256" y="1883887"/>
            <a:ext cx="424500" cy="424500"/>
          </a:xfrm>
          <a:prstGeom prst="flowChartConnector">
            <a:avLst/>
          </a:prstGeom>
          <a:solidFill>
            <a:srgbClr val="FF6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595" name="Google Shape;595;p40"/>
          <p:cNvSpPr/>
          <p:nvPr/>
        </p:nvSpPr>
        <p:spPr>
          <a:xfrm>
            <a:off x="6841256" y="2571762"/>
            <a:ext cx="424500" cy="424500"/>
          </a:xfrm>
          <a:prstGeom prst="flowChartConnector">
            <a:avLst/>
          </a:pr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596" name="Google Shape;596;p40"/>
          <p:cNvSpPr/>
          <p:nvPr/>
        </p:nvSpPr>
        <p:spPr>
          <a:xfrm>
            <a:off x="6841256" y="3209762"/>
            <a:ext cx="424500" cy="424500"/>
          </a:xfrm>
          <a:prstGeom prst="flowChartConnector">
            <a:avLst/>
          </a:pr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597" name="Google Shape;597;p40"/>
          <p:cNvSpPr/>
          <p:nvPr/>
        </p:nvSpPr>
        <p:spPr>
          <a:xfrm>
            <a:off x="6841256" y="3847762"/>
            <a:ext cx="424500" cy="424500"/>
          </a:xfrm>
          <a:prstGeom prst="flowChartConnector">
            <a:avLst/>
          </a:pr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598" name="Google Shape;598;p40"/>
          <p:cNvSpPr/>
          <p:nvPr/>
        </p:nvSpPr>
        <p:spPr>
          <a:xfrm flipH="1" rot="-5400000">
            <a:off x="6920350" y="2382350"/>
            <a:ext cx="266302"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flipH="1" rot="-5400000">
            <a:off x="6945776" y="3045049"/>
            <a:ext cx="215449"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flipH="1" rot="-5400000">
            <a:off x="6950313" y="3684587"/>
            <a:ext cx="206376" cy="112502"/>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txBox="1"/>
          <p:nvPr/>
        </p:nvSpPr>
        <p:spPr>
          <a:xfrm>
            <a:off x="7360900" y="1865275"/>
            <a:ext cx="16230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 sz="1800">
                <a:solidFill>
                  <a:schemeClr val="dk1"/>
                </a:solidFill>
                <a:latin typeface="Inconsolata"/>
                <a:ea typeface="Inconsolata"/>
                <a:cs typeface="Inconsolata"/>
                <a:sym typeface="Inconsolata"/>
              </a:rPr>
              <a:t>topNode</a:t>
            </a:r>
            <a:endParaRPr b="1" i="1" sz="1800">
              <a:solidFill>
                <a:schemeClr val="dk1"/>
              </a:solidFill>
              <a:latin typeface="Inconsolata"/>
              <a:ea typeface="Inconsolata"/>
              <a:cs typeface="Inconsolata"/>
              <a:sym typeface="Inconsolata"/>
            </a:endParaRPr>
          </a:p>
        </p:txBody>
      </p:sp>
      <p:sp>
        <p:nvSpPr>
          <p:cNvPr id="602" name="Google Shape;602;p40"/>
          <p:cNvSpPr txBox="1"/>
          <p:nvPr/>
        </p:nvSpPr>
        <p:spPr>
          <a:xfrm>
            <a:off x="6010550" y="4485750"/>
            <a:ext cx="30000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 sz="1800">
                <a:solidFill>
                  <a:schemeClr val="dk1"/>
                </a:solidFill>
                <a:latin typeface="Inconsolata"/>
                <a:ea typeface="Inconsolata"/>
                <a:cs typeface="Inconsolata"/>
                <a:sym typeface="Inconsolata"/>
              </a:rPr>
              <a:t>Ngăn xếp : stack </a:t>
            </a:r>
            <a:endParaRPr b="1" i="1" sz="1800">
              <a:solidFill>
                <a:schemeClr val="dk1"/>
              </a:solidFill>
              <a:latin typeface="Inconsolata"/>
              <a:ea typeface="Inconsolata"/>
              <a:cs typeface="Inconsolata"/>
              <a:sym typeface="Inconsolata"/>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sp>
        <p:nvSpPr>
          <p:cNvPr id="607" name="Google Shape;607;p4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 - Cài đặt </a:t>
            </a:r>
            <a:endParaRPr/>
          </a:p>
        </p:txBody>
      </p:sp>
      <p:sp>
        <p:nvSpPr>
          <p:cNvPr id="608" name="Google Shape;608;p41"/>
          <p:cNvSpPr txBox="1"/>
          <p:nvPr/>
        </p:nvSpPr>
        <p:spPr>
          <a:xfrm>
            <a:off x="891550" y="1348750"/>
            <a:ext cx="7132200" cy="2955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Array : Sử dụng một mảng để làm buffer cho Stack và Queue</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Ưu điểm    : Dễ implement ( cài đặt )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Nhược điểm : bộ nhớ bị giới hạn và không tối ưu </a:t>
            </a:r>
            <a:endParaRPr sz="1800">
              <a:solidFill>
                <a:schemeClr val="dk1"/>
              </a:solidFill>
              <a:latin typeface="Inconsolata Medium"/>
              <a:ea typeface="Inconsolata Medium"/>
              <a:cs typeface="Inconsolata Medium"/>
              <a:sym typeface="Inconsolata Medium"/>
            </a:endParaRPr>
          </a:p>
          <a:p>
            <a:pPr indent="0" lvl="0" marL="457200" rtl="0" algn="l">
              <a:spcBef>
                <a:spcPts val="0"/>
              </a:spcBef>
              <a:spcAft>
                <a:spcPts val="0"/>
              </a:spcAft>
              <a:buNone/>
            </a:pPr>
            <a:r>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Linked list : Sử dụng danh sách liên kết đơn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Ưu điểm    : Tối ưu về mặt kich thuoc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Nhược điểm : Implement khó hơn sử dụng array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8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 name="Shape 612"/>
        <p:cNvGrpSpPr/>
        <p:nvPr/>
      </p:nvGrpSpPr>
      <p:grpSpPr>
        <a:xfrm>
          <a:off x="0" y="0"/>
          <a:ext cx="0" cy="0"/>
          <a:chOff x="0" y="0"/>
          <a:chExt cx="0" cy="0"/>
        </a:xfrm>
      </p:grpSpPr>
      <p:sp>
        <p:nvSpPr>
          <p:cNvPr id="613" name="Google Shape;613;p4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Tạo interface cho stack &amp; queue</a:t>
            </a:r>
            <a:endParaRPr/>
          </a:p>
        </p:txBody>
      </p:sp>
      <p:sp>
        <p:nvSpPr>
          <p:cNvPr id="614" name="Google Shape;614;p42"/>
          <p:cNvSpPr txBox="1"/>
          <p:nvPr/>
        </p:nvSpPr>
        <p:spPr>
          <a:xfrm>
            <a:off x="818275" y="1342050"/>
            <a:ext cx="7061700" cy="28782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750">
                <a:solidFill>
                  <a:srgbClr val="C792EA"/>
                </a:solidFill>
                <a:highlight>
                  <a:srgbClr val="282C34"/>
                </a:highlight>
                <a:latin typeface="Courier New"/>
                <a:ea typeface="Courier New"/>
                <a:cs typeface="Courier New"/>
                <a:sym typeface="Courier New"/>
              </a:rPr>
              <a:t>public</a:t>
            </a: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interface</a:t>
            </a:r>
            <a:r>
              <a:rPr lang="en" sz="1750">
                <a:solidFill>
                  <a:srgbClr val="DB7079"/>
                </a:solidFill>
                <a:highlight>
                  <a:srgbClr val="282C34"/>
                </a:highlight>
                <a:latin typeface="Courier New"/>
                <a:ea typeface="Courier New"/>
                <a:cs typeface="Courier New"/>
                <a:sym typeface="Courier New"/>
              </a:rPr>
              <a:t> </a:t>
            </a:r>
            <a:r>
              <a:rPr lang="en" sz="1750">
                <a:solidFill>
                  <a:srgbClr val="DBB979"/>
                </a:solidFill>
                <a:highlight>
                  <a:srgbClr val="282C34"/>
                </a:highlight>
                <a:latin typeface="Courier New"/>
                <a:ea typeface="Courier New"/>
                <a:cs typeface="Courier New"/>
                <a:sym typeface="Courier New"/>
              </a:rPr>
              <a:t>IStackQueue</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public</a:t>
            </a:r>
            <a:r>
              <a:rPr lang="en" sz="1750">
                <a:solidFill>
                  <a:srgbClr val="61AFEF"/>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boolean</a:t>
            </a:r>
            <a:r>
              <a:rPr lang="en" sz="1750">
                <a:solidFill>
                  <a:srgbClr val="61AFEF"/>
                </a:solidFill>
                <a:highlight>
                  <a:srgbClr val="282C34"/>
                </a:highlight>
                <a:latin typeface="Courier New"/>
                <a:ea typeface="Courier New"/>
                <a:cs typeface="Courier New"/>
                <a:sym typeface="Courier New"/>
              </a:rPr>
              <a:t> push</a:t>
            </a:r>
            <a:r>
              <a:rPr lang="en" sz="1750">
                <a:solidFill>
                  <a:srgbClr val="ABB2BF"/>
                </a:solidFill>
                <a:highlight>
                  <a:srgbClr val="282C34"/>
                </a:highlight>
                <a:latin typeface="Courier New"/>
                <a:ea typeface="Courier New"/>
                <a:cs typeface="Courier New"/>
                <a:sym typeface="Courier New"/>
              </a:rPr>
              <a:t>(</a:t>
            </a:r>
            <a:r>
              <a:rPr lang="en" sz="1750">
                <a:solidFill>
                  <a:srgbClr val="C792EA"/>
                </a:solidFill>
                <a:highlight>
                  <a:srgbClr val="282C34"/>
                </a:highlight>
                <a:latin typeface="Courier New"/>
                <a:ea typeface="Courier New"/>
                <a:cs typeface="Courier New"/>
                <a:sym typeface="Courier New"/>
              </a:rPr>
              <a:t>int</a:t>
            </a:r>
            <a:r>
              <a:rPr lang="en" sz="1750">
                <a:solidFill>
                  <a:srgbClr val="ABB2BF"/>
                </a:solidFill>
                <a:highlight>
                  <a:srgbClr val="282C34"/>
                </a:highlight>
                <a:latin typeface="Courier New"/>
                <a:ea typeface="Courier New"/>
                <a:cs typeface="Courier New"/>
                <a:sym typeface="Courier New"/>
              </a:rPr>
              <a:t> </a:t>
            </a:r>
            <a:r>
              <a:rPr i="1" lang="en" sz="1750">
                <a:solidFill>
                  <a:srgbClr val="DB7079"/>
                </a:solidFill>
                <a:highlight>
                  <a:srgbClr val="282C34"/>
                </a:highlight>
                <a:latin typeface="Courier New"/>
                <a:ea typeface="Courier New"/>
                <a:cs typeface="Courier New"/>
                <a:sym typeface="Courier New"/>
              </a:rPr>
              <a:t>value</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public</a:t>
            </a:r>
            <a:r>
              <a:rPr lang="en" sz="1750">
                <a:solidFill>
                  <a:srgbClr val="61AFEF"/>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int</a:t>
            </a:r>
            <a:r>
              <a:rPr lang="en" sz="1750">
                <a:solidFill>
                  <a:srgbClr val="61AFEF"/>
                </a:solidFill>
                <a:highlight>
                  <a:srgbClr val="282C34"/>
                </a:highlight>
                <a:latin typeface="Courier New"/>
                <a:ea typeface="Courier New"/>
                <a:cs typeface="Courier New"/>
                <a:sym typeface="Courier New"/>
              </a:rPr>
              <a:t> pop</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public</a:t>
            </a:r>
            <a:r>
              <a:rPr lang="en" sz="1750">
                <a:solidFill>
                  <a:srgbClr val="61AFEF"/>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boolean</a:t>
            </a:r>
            <a:r>
              <a:rPr lang="en" sz="1750">
                <a:solidFill>
                  <a:srgbClr val="61AFEF"/>
                </a:solidFill>
                <a:highlight>
                  <a:srgbClr val="282C34"/>
                </a:highlight>
                <a:latin typeface="Courier New"/>
                <a:ea typeface="Courier New"/>
                <a:cs typeface="Courier New"/>
                <a:sym typeface="Courier New"/>
              </a:rPr>
              <a:t> isFull</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public</a:t>
            </a:r>
            <a:r>
              <a:rPr lang="en" sz="1750">
                <a:solidFill>
                  <a:srgbClr val="61AFEF"/>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boolean</a:t>
            </a:r>
            <a:r>
              <a:rPr lang="en" sz="1750">
                <a:solidFill>
                  <a:srgbClr val="61AFEF"/>
                </a:solidFill>
                <a:highlight>
                  <a:srgbClr val="282C34"/>
                </a:highlight>
                <a:latin typeface="Courier New"/>
                <a:ea typeface="Courier New"/>
                <a:cs typeface="Courier New"/>
                <a:sym typeface="Courier New"/>
              </a:rPr>
              <a:t> isEmpty</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DB7079"/>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public</a:t>
            </a:r>
            <a:r>
              <a:rPr lang="en" sz="1750">
                <a:solidFill>
                  <a:srgbClr val="61AFEF"/>
                </a:solidFill>
                <a:highlight>
                  <a:srgbClr val="282C34"/>
                </a:highlight>
                <a:latin typeface="Courier New"/>
                <a:ea typeface="Courier New"/>
                <a:cs typeface="Courier New"/>
                <a:sym typeface="Courier New"/>
              </a:rPr>
              <a:t> </a:t>
            </a:r>
            <a:r>
              <a:rPr lang="en" sz="1750">
                <a:solidFill>
                  <a:srgbClr val="C792EA"/>
                </a:solidFill>
                <a:highlight>
                  <a:srgbClr val="282C34"/>
                </a:highlight>
                <a:latin typeface="Courier New"/>
                <a:ea typeface="Courier New"/>
                <a:cs typeface="Courier New"/>
                <a:sym typeface="Courier New"/>
              </a:rPr>
              <a:t>void</a:t>
            </a:r>
            <a:r>
              <a:rPr lang="en" sz="1750">
                <a:solidFill>
                  <a:srgbClr val="61AFEF"/>
                </a:solidFill>
                <a:highlight>
                  <a:srgbClr val="282C34"/>
                </a:highlight>
                <a:latin typeface="Courier New"/>
                <a:ea typeface="Courier New"/>
                <a:cs typeface="Courier New"/>
                <a:sym typeface="Courier New"/>
              </a:rPr>
              <a:t> display</a:t>
            </a:r>
            <a:r>
              <a:rPr lang="en" sz="1750">
                <a:solidFill>
                  <a:srgbClr val="ABB2BF"/>
                </a:solidFill>
                <a:highlight>
                  <a:srgbClr val="282C34"/>
                </a:highlight>
                <a:latin typeface="Courier New"/>
                <a:ea typeface="Courier New"/>
                <a:cs typeface="Courier New"/>
                <a:sym typeface="Courier New"/>
              </a:rPr>
              <a:t>();</a:t>
            </a:r>
            <a:endParaRPr sz="17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750">
                <a:solidFill>
                  <a:srgbClr val="ABB2BF"/>
                </a:solidFill>
                <a:highlight>
                  <a:srgbClr val="282C34"/>
                </a:highlight>
                <a:latin typeface="Courier New"/>
                <a:ea typeface="Courier New"/>
                <a:cs typeface="Courier New"/>
                <a:sym typeface="Courier New"/>
              </a:rPr>
              <a:t>}</a:t>
            </a:r>
            <a:endParaRPr sz="16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4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MyStack</a:t>
            </a:r>
            <a:endParaRPr/>
          </a:p>
        </p:txBody>
      </p:sp>
      <p:sp>
        <p:nvSpPr>
          <p:cNvPr id="620" name="Google Shape;620;p43"/>
          <p:cNvSpPr txBox="1"/>
          <p:nvPr/>
        </p:nvSpPr>
        <p:spPr>
          <a:xfrm>
            <a:off x="802375" y="1244725"/>
            <a:ext cx="7211100" cy="34863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350">
                <a:solidFill>
                  <a:srgbClr val="C792EA"/>
                </a:solidFill>
                <a:highlight>
                  <a:srgbClr val="282C34"/>
                </a:highlight>
                <a:latin typeface="Courier New"/>
                <a:ea typeface="Courier New"/>
                <a:cs typeface="Courier New"/>
                <a:sym typeface="Courier New"/>
              </a:rPr>
              <a:t>public</a:t>
            </a: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class</a:t>
            </a:r>
            <a:r>
              <a:rPr lang="en" sz="1350">
                <a:solidFill>
                  <a:srgbClr val="DB7079"/>
                </a:solidFill>
                <a:highlight>
                  <a:srgbClr val="282C34"/>
                </a:highlight>
                <a:latin typeface="Courier New"/>
                <a:ea typeface="Courier New"/>
                <a:cs typeface="Courier New"/>
                <a:sym typeface="Courier New"/>
              </a:rPr>
              <a:t> </a:t>
            </a:r>
            <a:r>
              <a:rPr lang="en" sz="1350">
                <a:solidFill>
                  <a:srgbClr val="DBB979"/>
                </a:solidFill>
                <a:highlight>
                  <a:srgbClr val="282C34"/>
                </a:highlight>
                <a:latin typeface="Courier New"/>
                <a:ea typeface="Courier New"/>
                <a:cs typeface="Courier New"/>
                <a:sym typeface="Courier New"/>
              </a:rPr>
              <a:t>MyArrayStack</a:t>
            </a: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implements</a:t>
            </a:r>
            <a:r>
              <a:rPr lang="en" sz="1350">
                <a:solidFill>
                  <a:srgbClr val="DB7079"/>
                </a:solidFill>
                <a:highlight>
                  <a:srgbClr val="282C34"/>
                </a:highlight>
                <a:latin typeface="Courier New"/>
                <a:ea typeface="Courier New"/>
                <a:cs typeface="Courier New"/>
                <a:sym typeface="Courier New"/>
              </a:rPr>
              <a:t> </a:t>
            </a:r>
            <a:r>
              <a:rPr lang="en" sz="1350">
                <a:solidFill>
                  <a:srgbClr val="92D69E"/>
                </a:solidFill>
                <a:highlight>
                  <a:srgbClr val="282C34"/>
                </a:highlight>
                <a:latin typeface="Courier New"/>
                <a:ea typeface="Courier New"/>
                <a:cs typeface="Courier New"/>
                <a:sym typeface="Courier New"/>
              </a:rPr>
              <a:t>IStackQueue</a:t>
            </a:r>
            <a:r>
              <a:rPr lang="en" sz="1350">
                <a:solidFill>
                  <a:srgbClr val="DB7079"/>
                </a:solidFill>
                <a:highlight>
                  <a:srgbClr val="282C34"/>
                </a:highlight>
                <a:latin typeface="Courier New"/>
                <a:ea typeface="Courier New"/>
                <a:cs typeface="Courier New"/>
                <a:sym typeface="Courier New"/>
              </a:rPr>
              <a:t> </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private</a:t>
            </a: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int</a:t>
            </a:r>
            <a:r>
              <a:rPr lang="en" sz="1350">
                <a:solidFill>
                  <a:srgbClr val="DB7079"/>
                </a:solidFill>
                <a:highlight>
                  <a:srgbClr val="282C34"/>
                </a:highlight>
                <a:latin typeface="Courier New"/>
                <a:ea typeface="Courier New"/>
                <a:cs typeface="Courier New"/>
                <a:sym typeface="Courier New"/>
              </a:rPr>
              <a:t>[] array</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private</a:t>
            </a: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int</a:t>
            </a:r>
            <a:r>
              <a:rPr lang="en" sz="1350">
                <a:solidFill>
                  <a:srgbClr val="DB7079"/>
                </a:solidFill>
                <a:highlight>
                  <a:srgbClr val="282C34"/>
                </a:highlight>
                <a:latin typeface="Courier New"/>
                <a:ea typeface="Courier New"/>
                <a:cs typeface="Courier New"/>
                <a:sym typeface="Courier New"/>
              </a:rPr>
              <a:t> SIZE</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private</a:t>
            </a: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int</a:t>
            </a:r>
            <a:r>
              <a:rPr lang="en" sz="1350">
                <a:solidFill>
                  <a:srgbClr val="DB7079"/>
                </a:solidFill>
                <a:highlight>
                  <a:srgbClr val="282C34"/>
                </a:highlight>
                <a:latin typeface="Courier New"/>
                <a:ea typeface="Courier New"/>
                <a:cs typeface="Courier New"/>
                <a:sym typeface="Courier New"/>
              </a:rPr>
              <a:t> topIndex</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endParaRPr sz="1350">
              <a:solidFill>
                <a:srgbClr val="DB7079"/>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61AFEF"/>
                </a:solidFill>
                <a:highlight>
                  <a:srgbClr val="282C34"/>
                </a:highlight>
                <a:latin typeface="Courier New"/>
                <a:ea typeface="Courier New"/>
                <a:cs typeface="Courier New"/>
                <a:sym typeface="Courier New"/>
              </a:rPr>
              <a:t>MyArrayStack</a:t>
            </a:r>
            <a:r>
              <a:rPr lang="en" sz="1350">
                <a:solidFill>
                  <a:srgbClr val="ABB2BF"/>
                </a:solidFill>
                <a:highlight>
                  <a:srgbClr val="282C34"/>
                </a:highlight>
                <a:latin typeface="Courier New"/>
                <a:ea typeface="Courier New"/>
                <a:cs typeface="Courier New"/>
                <a:sym typeface="Courier New"/>
              </a:rPr>
              <a:t>(</a:t>
            </a:r>
            <a:r>
              <a:rPr lang="en" sz="1350">
                <a:solidFill>
                  <a:srgbClr val="C792EA"/>
                </a:solidFill>
                <a:highlight>
                  <a:srgbClr val="282C34"/>
                </a:highlight>
                <a:latin typeface="Courier New"/>
                <a:ea typeface="Courier New"/>
                <a:cs typeface="Courier New"/>
                <a:sym typeface="Courier New"/>
              </a:rPr>
              <a:t>int</a:t>
            </a:r>
            <a:r>
              <a:rPr lang="en" sz="1350">
                <a:solidFill>
                  <a:srgbClr val="ABB2BF"/>
                </a:solidFill>
                <a:highlight>
                  <a:srgbClr val="282C34"/>
                </a:highlight>
                <a:latin typeface="Courier New"/>
                <a:ea typeface="Courier New"/>
                <a:cs typeface="Courier New"/>
                <a:sym typeface="Courier New"/>
              </a:rPr>
              <a:t> </a:t>
            </a:r>
            <a:r>
              <a:rPr i="1" lang="en" sz="1350">
                <a:solidFill>
                  <a:srgbClr val="DB7079"/>
                </a:solidFill>
                <a:highlight>
                  <a:srgbClr val="282C34"/>
                </a:highlight>
                <a:latin typeface="Courier New"/>
                <a:ea typeface="Courier New"/>
                <a:cs typeface="Courier New"/>
                <a:sym typeface="Courier New"/>
              </a:rPr>
              <a:t>size</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SIZE = size;</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array = </a:t>
            </a:r>
            <a:r>
              <a:rPr lang="en" sz="1350">
                <a:solidFill>
                  <a:srgbClr val="C792EA"/>
                </a:solidFill>
                <a:highlight>
                  <a:srgbClr val="282C34"/>
                </a:highlight>
                <a:latin typeface="Courier New"/>
                <a:ea typeface="Courier New"/>
                <a:cs typeface="Courier New"/>
                <a:sym typeface="Courier New"/>
              </a:rPr>
              <a:t>new</a:t>
            </a: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int</a:t>
            </a:r>
            <a:r>
              <a:rPr lang="en" sz="1350">
                <a:solidFill>
                  <a:srgbClr val="ABB2BF"/>
                </a:solidFill>
                <a:highlight>
                  <a:srgbClr val="282C34"/>
                </a:highlight>
                <a:latin typeface="Courier New"/>
                <a:ea typeface="Courier New"/>
                <a:cs typeface="Courier New"/>
                <a:sym typeface="Courier New"/>
              </a:rPr>
              <a:t>[SIZE];</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topIndex = </a:t>
            </a:r>
            <a:r>
              <a:rPr lang="en" sz="1350">
                <a:solidFill>
                  <a:srgbClr val="56B6C2"/>
                </a:solidFill>
                <a:highlight>
                  <a:srgbClr val="282C34"/>
                </a:highlight>
                <a:latin typeface="Courier New"/>
                <a:ea typeface="Courier New"/>
                <a:cs typeface="Courier New"/>
                <a:sym typeface="Courier New"/>
              </a:rPr>
              <a:t>-</a:t>
            </a:r>
            <a:r>
              <a:rPr lang="en" sz="1350">
                <a:solidFill>
                  <a:srgbClr val="EBB07A"/>
                </a:solidFill>
                <a:highlight>
                  <a:srgbClr val="282C34"/>
                </a:highlight>
                <a:latin typeface="Courier New"/>
                <a:ea typeface="Courier New"/>
                <a:cs typeface="Courier New"/>
                <a:sym typeface="Courier New"/>
              </a:rPr>
              <a:t>1</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t/>
            </a:r>
            <a:endParaRPr sz="12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sp>
        <p:nvSpPr>
          <p:cNvPr id="625" name="Google Shape;625;p4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MyStack</a:t>
            </a:r>
            <a:endParaRPr/>
          </a:p>
        </p:txBody>
      </p:sp>
      <p:sp>
        <p:nvSpPr>
          <p:cNvPr id="626" name="Google Shape;626;p44"/>
          <p:cNvSpPr txBox="1"/>
          <p:nvPr/>
        </p:nvSpPr>
        <p:spPr>
          <a:xfrm>
            <a:off x="812675" y="1306425"/>
            <a:ext cx="3847200" cy="25512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public</a:t>
            </a:r>
            <a:r>
              <a:rPr lang="en" sz="1350">
                <a:solidFill>
                  <a:srgbClr val="61AFE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boolean</a:t>
            </a:r>
            <a:r>
              <a:rPr lang="en" sz="1350">
                <a:solidFill>
                  <a:srgbClr val="61AFEF"/>
                </a:solidFill>
                <a:highlight>
                  <a:srgbClr val="282C34"/>
                </a:highlight>
                <a:latin typeface="Courier New"/>
                <a:ea typeface="Courier New"/>
                <a:cs typeface="Courier New"/>
                <a:sym typeface="Courier New"/>
              </a:rPr>
              <a:t> isFull</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topIndex </a:t>
            </a:r>
            <a:r>
              <a:rPr lang="en" sz="1350">
                <a:solidFill>
                  <a:srgbClr val="56B6C2"/>
                </a:solidFill>
                <a:highlight>
                  <a:srgbClr val="282C34"/>
                </a:highlight>
                <a:latin typeface="Courier New"/>
                <a:ea typeface="Courier New"/>
                <a:cs typeface="Courier New"/>
                <a:sym typeface="Courier New"/>
              </a:rPr>
              <a:t>==</a:t>
            </a:r>
            <a:r>
              <a:rPr lang="en" sz="1350">
                <a:solidFill>
                  <a:srgbClr val="ABB2BF"/>
                </a:solidFill>
                <a:highlight>
                  <a:srgbClr val="282C34"/>
                </a:highlight>
                <a:latin typeface="Courier New"/>
                <a:ea typeface="Courier New"/>
                <a:cs typeface="Courier New"/>
                <a:sym typeface="Courier New"/>
              </a:rPr>
              <a:t> SIZE</a:t>
            </a:r>
            <a:r>
              <a:rPr lang="en" sz="1350">
                <a:solidFill>
                  <a:srgbClr val="56B6C2"/>
                </a:solidFill>
                <a:highlight>
                  <a:srgbClr val="282C34"/>
                </a:highlight>
                <a:latin typeface="Courier New"/>
                <a:ea typeface="Courier New"/>
                <a:cs typeface="Courier New"/>
                <a:sym typeface="Courier New"/>
              </a:rPr>
              <a:t>-</a:t>
            </a:r>
            <a:r>
              <a:rPr lang="en" sz="1350">
                <a:solidFill>
                  <a:srgbClr val="EBB07A"/>
                </a:solidFill>
                <a:highlight>
                  <a:srgbClr val="282C34"/>
                </a:highlight>
                <a:latin typeface="Courier New"/>
                <a:ea typeface="Courier New"/>
                <a:cs typeface="Courier New"/>
                <a:sym typeface="Courier New"/>
              </a:rPr>
              <a:t>1</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public</a:t>
            </a:r>
            <a:r>
              <a:rPr lang="en" sz="1350">
                <a:solidFill>
                  <a:srgbClr val="61AFE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boolean</a:t>
            </a:r>
            <a:r>
              <a:rPr lang="en" sz="1350">
                <a:solidFill>
                  <a:srgbClr val="61AFEF"/>
                </a:solidFill>
                <a:highlight>
                  <a:srgbClr val="282C34"/>
                </a:highlight>
                <a:latin typeface="Courier New"/>
                <a:ea typeface="Courier New"/>
                <a:cs typeface="Courier New"/>
                <a:sym typeface="Courier New"/>
              </a:rPr>
              <a:t> isEmpty</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topIndex </a:t>
            </a:r>
            <a:r>
              <a:rPr lang="en" sz="1350">
                <a:solidFill>
                  <a:srgbClr val="56B6C2"/>
                </a:solidFill>
                <a:highlight>
                  <a:srgbClr val="282C34"/>
                </a:highlight>
                <a:latin typeface="Courier New"/>
                <a:ea typeface="Courier New"/>
                <a:cs typeface="Courier New"/>
                <a:sym typeface="Courier New"/>
              </a:rPr>
              <a:t>==</a:t>
            </a:r>
            <a:r>
              <a:rPr lang="en" sz="1350">
                <a:solidFill>
                  <a:srgbClr val="ABB2BF"/>
                </a:solidFill>
                <a:highlight>
                  <a:srgbClr val="282C34"/>
                </a:highlight>
                <a:latin typeface="Courier New"/>
                <a:ea typeface="Courier New"/>
                <a:cs typeface="Courier New"/>
                <a:sym typeface="Courier New"/>
              </a:rPr>
              <a:t> </a:t>
            </a:r>
            <a:r>
              <a:rPr lang="en" sz="1350">
                <a:solidFill>
                  <a:srgbClr val="56B6C2"/>
                </a:solidFill>
                <a:highlight>
                  <a:srgbClr val="282C34"/>
                </a:highlight>
                <a:latin typeface="Courier New"/>
                <a:ea typeface="Courier New"/>
                <a:cs typeface="Courier New"/>
                <a:sym typeface="Courier New"/>
              </a:rPr>
              <a:t>-</a:t>
            </a:r>
            <a:r>
              <a:rPr lang="en" sz="1350">
                <a:solidFill>
                  <a:srgbClr val="EBB07A"/>
                </a:solidFill>
                <a:highlight>
                  <a:srgbClr val="282C34"/>
                </a:highlight>
                <a:latin typeface="Courier New"/>
                <a:ea typeface="Courier New"/>
                <a:cs typeface="Courier New"/>
                <a:sym typeface="Courier New"/>
              </a:rPr>
              <a:t>1</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spcBef>
                <a:spcPts val="0"/>
              </a:spcBef>
              <a:spcAft>
                <a:spcPts val="0"/>
              </a:spcAft>
              <a:buNone/>
            </a:pPr>
            <a:r>
              <a:t/>
            </a:r>
            <a:endParaRPr sz="1200">
              <a:solidFill>
                <a:schemeClr val="dk1"/>
              </a:solidFill>
              <a:latin typeface="Inconsolata Medium"/>
              <a:ea typeface="Inconsolata Medium"/>
              <a:cs typeface="Inconsolata Medium"/>
              <a:sym typeface="Inconsolata Medium"/>
            </a:endParaRPr>
          </a:p>
        </p:txBody>
      </p:sp>
      <p:sp>
        <p:nvSpPr>
          <p:cNvPr id="627" name="Google Shape;627;p44"/>
          <p:cNvSpPr txBox="1"/>
          <p:nvPr/>
        </p:nvSpPr>
        <p:spPr>
          <a:xfrm>
            <a:off x="4968600" y="1306425"/>
            <a:ext cx="4125000" cy="38211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public</a:t>
            </a:r>
            <a:r>
              <a:rPr lang="en" sz="1350">
                <a:solidFill>
                  <a:srgbClr val="61AFE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void</a:t>
            </a:r>
            <a:r>
              <a:rPr lang="en" sz="1350">
                <a:solidFill>
                  <a:srgbClr val="61AFEF"/>
                </a:solidFill>
                <a:highlight>
                  <a:srgbClr val="282C34"/>
                </a:highlight>
                <a:latin typeface="Courier New"/>
                <a:ea typeface="Courier New"/>
                <a:cs typeface="Courier New"/>
                <a:sym typeface="Courier New"/>
              </a:rPr>
              <a:t> display</a:t>
            </a: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if</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isEmpty</a:t>
            </a:r>
            <a:r>
              <a:rPr lang="en" sz="1350">
                <a:solidFill>
                  <a:srgbClr val="ABB2BF"/>
                </a:solidFill>
                <a:highlight>
                  <a:srgbClr val="282C34"/>
                </a:highlight>
                <a:latin typeface="Courier New"/>
                <a:ea typeface="Courier New"/>
                <a:cs typeface="Courier New"/>
                <a:sym typeface="Courier New"/>
              </a:rPr>
              <a:t>()) </a:t>
            </a:r>
            <a:r>
              <a:rPr lang="en" sz="1350">
                <a:solidFill>
                  <a:srgbClr val="DB7079"/>
                </a:solidFill>
                <a:highlight>
                  <a:srgbClr val="282C34"/>
                </a:highlight>
                <a:latin typeface="Courier New"/>
                <a:ea typeface="Courier New"/>
                <a:cs typeface="Courier New"/>
                <a:sym typeface="Courier New"/>
              </a:rPr>
              <a:t>System</a:t>
            </a:r>
            <a:r>
              <a:rPr lang="en" sz="1350">
                <a:solidFill>
                  <a:srgbClr val="ABB2BF"/>
                </a:solidFill>
                <a:highlight>
                  <a:srgbClr val="282C34"/>
                </a:highlight>
                <a:latin typeface="Courier New"/>
                <a:ea typeface="Courier New"/>
                <a:cs typeface="Courier New"/>
                <a:sym typeface="Courier New"/>
              </a:rPr>
              <a:t>.</a:t>
            </a:r>
            <a:r>
              <a:rPr lang="en" sz="1350">
                <a:solidFill>
                  <a:srgbClr val="DB7079"/>
                </a:solidFill>
                <a:highlight>
                  <a:srgbClr val="282C34"/>
                </a:highlight>
                <a:latin typeface="Courier New"/>
                <a:ea typeface="Courier New"/>
                <a:cs typeface="Courier New"/>
                <a:sym typeface="Courier New"/>
              </a:rPr>
              <a:t>err</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println</a:t>
            </a:r>
            <a:r>
              <a:rPr lang="en" sz="1350">
                <a:solidFill>
                  <a:srgbClr val="ABB2BF"/>
                </a:solidFill>
                <a:highlight>
                  <a:srgbClr val="282C34"/>
                </a:highlight>
                <a:latin typeface="Courier New"/>
                <a:ea typeface="Courier New"/>
                <a:cs typeface="Courier New"/>
                <a:sym typeface="Courier New"/>
              </a:rPr>
              <a:t>(</a:t>
            </a:r>
            <a:r>
              <a:rPr lang="en" sz="1350">
                <a:solidFill>
                  <a:srgbClr val="92D69E"/>
                </a:solidFill>
                <a:highlight>
                  <a:srgbClr val="282C34"/>
                </a:highlight>
                <a:latin typeface="Courier New"/>
                <a:ea typeface="Courier New"/>
                <a:cs typeface="Courier New"/>
                <a:sym typeface="Courier New"/>
              </a:rPr>
              <a:t>"Stack is empty!"</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else</a:t>
            </a:r>
            <a:endParaRPr sz="1350">
              <a:solidFill>
                <a:srgbClr val="C792EA"/>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for</a:t>
            </a:r>
            <a:r>
              <a:rPr lang="en" sz="1350">
                <a:solidFill>
                  <a:srgbClr val="ABB2BF"/>
                </a:solidFill>
                <a:highlight>
                  <a:srgbClr val="282C34"/>
                </a:highlight>
                <a:latin typeface="Courier New"/>
                <a:ea typeface="Courier New"/>
                <a:cs typeface="Courier New"/>
                <a:sym typeface="Courier New"/>
              </a:rPr>
              <a:t>(</a:t>
            </a:r>
            <a:r>
              <a:rPr lang="en" sz="1350">
                <a:solidFill>
                  <a:srgbClr val="C792EA"/>
                </a:solidFill>
                <a:highlight>
                  <a:srgbClr val="282C34"/>
                </a:highlight>
                <a:latin typeface="Courier New"/>
                <a:ea typeface="Courier New"/>
                <a:cs typeface="Courier New"/>
                <a:sym typeface="Courier New"/>
              </a:rPr>
              <a:t>int</a:t>
            </a:r>
            <a:r>
              <a:rPr lang="en" sz="1350">
                <a:solidFill>
                  <a:srgbClr val="ABB2BF"/>
                </a:solidFill>
                <a:highlight>
                  <a:srgbClr val="282C34"/>
                </a:highlight>
                <a:latin typeface="Courier New"/>
                <a:ea typeface="Courier New"/>
                <a:cs typeface="Courier New"/>
                <a:sym typeface="Courier New"/>
              </a:rPr>
              <a:t> </a:t>
            </a:r>
            <a:r>
              <a:rPr lang="en" sz="1350">
                <a:solidFill>
                  <a:srgbClr val="DB7079"/>
                </a:solidFill>
                <a:highlight>
                  <a:srgbClr val="282C34"/>
                </a:highlight>
                <a:latin typeface="Courier New"/>
                <a:ea typeface="Courier New"/>
                <a:cs typeface="Courier New"/>
                <a:sym typeface="Courier New"/>
              </a:rPr>
              <a:t>value</a:t>
            </a: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a:t>
            </a:r>
            <a:r>
              <a:rPr lang="en" sz="1350">
                <a:solidFill>
                  <a:srgbClr val="ABB2BF"/>
                </a:solidFill>
                <a:highlight>
                  <a:srgbClr val="282C34"/>
                </a:highlight>
                <a:latin typeface="Courier New"/>
                <a:ea typeface="Courier New"/>
                <a:cs typeface="Courier New"/>
                <a:sym typeface="Courier New"/>
              </a:rPr>
              <a:t> array){</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DB7079"/>
                </a:solidFill>
                <a:highlight>
                  <a:srgbClr val="282C34"/>
                </a:highlight>
                <a:latin typeface="Courier New"/>
                <a:ea typeface="Courier New"/>
                <a:cs typeface="Courier New"/>
                <a:sym typeface="Courier New"/>
              </a:rPr>
              <a:t>System</a:t>
            </a:r>
            <a:r>
              <a:rPr lang="en" sz="1350">
                <a:solidFill>
                  <a:srgbClr val="ABB2BF"/>
                </a:solidFill>
                <a:highlight>
                  <a:srgbClr val="282C34"/>
                </a:highlight>
                <a:latin typeface="Courier New"/>
                <a:ea typeface="Courier New"/>
                <a:cs typeface="Courier New"/>
                <a:sym typeface="Courier New"/>
              </a:rPr>
              <a:t>.</a:t>
            </a:r>
            <a:r>
              <a:rPr lang="en" sz="1350">
                <a:solidFill>
                  <a:srgbClr val="DB7079"/>
                </a:solidFill>
                <a:highlight>
                  <a:srgbClr val="282C34"/>
                </a:highlight>
                <a:latin typeface="Courier New"/>
                <a:ea typeface="Courier New"/>
                <a:cs typeface="Courier New"/>
                <a:sym typeface="Courier New"/>
              </a:rPr>
              <a:t>out</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print</a:t>
            </a:r>
            <a:r>
              <a:rPr lang="en" sz="1350">
                <a:solidFill>
                  <a:srgbClr val="ABB2BF"/>
                </a:solidFill>
                <a:highlight>
                  <a:srgbClr val="282C34"/>
                </a:highlight>
                <a:latin typeface="Courier New"/>
                <a:ea typeface="Courier New"/>
                <a:cs typeface="Courier New"/>
                <a:sym typeface="Courier New"/>
              </a:rPr>
              <a:t>(array[i] </a:t>
            </a:r>
            <a:r>
              <a:rPr lang="en" sz="1350">
                <a:solidFill>
                  <a:srgbClr val="56B6C2"/>
                </a:solidFill>
                <a:highlight>
                  <a:srgbClr val="282C34"/>
                </a:highlight>
                <a:latin typeface="Courier New"/>
                <a:ea typeface="Courier New"/>
                <a:cs typeface="Courier New"/>
                <a:sym typeface="Courier New"/>
              </a:rPr>
              <a:t>+</a:t>
            </a:r>
            <a:r>
              <a:rPr lang="en" sz="1350">
                <a:solidFill>
                  <a:srgbClr val="ABB2BF"/>
                </a:solidFill>
                <a:highlight>
                  <a:srgbClr val="282C34"/>
                </a:highlight>
                <a:latin typeface="Courier New"/>
                <a:ea typeface="Courier New"/>
                <a:cs typeface="Courier New"/>
                <a:sym typeface="Courier New"/>
              </a:rPr>
              <a:t> </a:t>
            </a:r>
            <a:r>
              <a:rPr lang="en" sz="1350">
                <a:solidFill>
                  <a:srgbClr val="92D69E"/>
                </a:solidFill>
                <a:highlight>
                  <a:srgbClr val="282C34"/>
                </a:highlight>
                <a:latin typeface="Courier New"/>
                <a:ea typeface="Courier New"/>
                <a:cs typeface="Courier New"/>
                <a:sym typeface="Courier New"/>
              </a:rPr>
              <a:t>" "</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DB7079"/>
                </a:solidFill>
                <a:highlight>
                  <a:srgbClr val="282C34"/>
                </a:highlight>
                <a:latin typeface="Courier New"/>
                <a:ea typeface="Courier New"/>
                <a:cs typeface="Courier New"/>
                <a:sym typeface="Courier New"/>
              </a:rPr>
              <a:t>System</a:t>
            </a:r>
            <a:r>
              <a:rPr lang="en" sz="1350">
                <a:solidFill>
                  <a:srgbClr val="ABB2BF"/>
                </a:solidFill>
                <a:highlight>
                  <a:srgbClr val="282C34"/>
                </a:highlight>
                <a:latin typeface="Courier New"/>
                <a:ea typeface="Courier New"/>
                <a:cs typeface="Courier New"/>
                <a:sym typeface="Courier New"/>
              </a:rPr>
              <a:t>.</a:t>
            </a:r>
            <a:r>
              <a:rPr lang="en" sz="1350">
                <a:solidFill>
                  <a:srgbClr val="DB7079"/>
                </a:solidFill>
                <a:highlight>
                  <a:srgbClr val="282C34"/>
                </a:highlight>
                <a:latin typeface="Courier New"/>
                <a:ea typeface="Courier New"/>
                <a:cs typeface="Courier New"/>
                <a:sym typeface="Courier New"/>
              </a:rPr>
              <a:t>out</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println</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2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4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MyStack</a:t>
            </a:r>
            <a:endParaRPr/>
          </a:p>
        </p:txBody>
      </p:sp>
      <p:sp>
        <p:nvSpPr>
          <p:cNvPr id="633" name="Google Shape;633;p45"/>
          <p:cNvSpPr txBox="1"/>
          <p:nvPr/>
        </p:nvSpPr>
        <p:spPr>
          <a:xfrm>
            <a:off x="720000" y="1327025"/>
            <a:ext cx="7386000" cy="3486300"/>
          </a:xfrm>
          <a:prstGeom prst="rect">
            <a:avLst/>
          </a:prstGeom>
          <a:noFill/>
          <a:ln>
            <a:noFill/>
          </a:ln>
        </p:spPr>
        <p:txBody>
          <a:bodyPr anchorCtr="0" anchor="t" bIns="91425" lIns="91425" spcFirstLastPara="1" rIns="91425" wrap="square" tIns="91425">
            <a:spAutoFit/>
          </a:bodyPr>
          <a:lstStyle/>
          <a:p>
            <a:pPr indent="0" lvl="0" marL="0" rtl="0" algn="l">
              <a:lnSpc>
                <a:spcPct val="150000"/>
              </a:lnSpc>
              <a:spcBef>
                <a:spcPts val="0"/>
              </a:spcBef>
              <a:spcAft>
                <a:spcPts val="0"/>
              </a:spcAft>
              <a:buNone/>
            </a:pPr>
            <a:r>
              <a:rPr lang="en" sz="1350">
                <a:solidFill>
                  <a:srgbClr val="C792EA"/>
                </a:solidFill>
                <a:highlight>
                  <a:srgbClr val="282C34"/>
                </a:highlight>
                <a:latin typeface="Courier New"/>
                <a:ea typeface="Courier New"/>
                <a:cs typeface="Courier New"/>
                <a:sym typeface="Courier New"/>
              </a:rPr>
              <a:t>public</a:t>
            </a:r>
            <a:r>
              <a:rPr lang="en" sz="1350">
                <a:solidFill>
                  <a:srgbClr val="61AFE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boolean</a:t>
            </a:r>
            <a:r>
              <a:rPr lang="en" sz="1350">
                <a:solidFill>
                  <a:srgbClr val="61AFEF"/>
                </a:solidFill>
                <a:highlight>
                  <a:srgbClr val="282C34"/>
                </a:highlight>
                <a:latin typeface="Courier New"/>
                <a:ea typeface="Courier New"/>
                <a:cs typeface="Courier New"/>
                <a:sym typeface="Courier New"/>
              </a:rPr>
              <a:t> push</a:t>
            </a:r>
            <a:r>
              <a:rPr lang="en" sz="1350">
                <a:solidFill>
                  <a:srgbClr val="ABB2BF"/>
                </a:solidFill>
                <a:highlight>
                  <a:srgbClr val="282C34"/>
                </a:highlight>
                <a:latin typeface="Courier New"/>
                <a:ea typeface="Courier New"/>
                <a:cs typeface="Courier New"/>
                <a:sym typeface="Courier New"/>
              </a:rPr>
              <a:t>(</a:t>
            </a:r>
            <a:r>
              <a:rPr lang="en" sz="1350">
                <a:solidFill>
                  <a:srgbClr val="C792EA"/>
                </a:solidFill>
                <a:highlight>
                  <a:srgbClr val="282C34"/>
                </a:highlight>
                <a:latin typeface="Courier New"/>
                <a:ea typeface="Courier New"/>
                <a:cs typeface="Courier New"/>
                <a:sym typeface="Courier New"/>
              </a:rPr>
              <a:t>int</a:t>
            </a:r>
            <a:r>
              <a:rPr lang="en" sz="1350">
                <a:solidFill>
                  <a:srgbClr val="ABB2BF"/>
                </a:solidFill>
                <a:highlight>
                  <a:srgbClr val="282C34"/>
                </a:highlight>
                <a:latin typeface="Courier New"/>
                <a:ea typeface="Courier New"/>
                <a:cs typeface="Courier New"/>
                <a:sym typeface="Courier New"/>
              </a:rPr>
              <a:t> </a:t>
            </a:r>
            <a:r>
              <a:rPr i="1" lang="en" sz="1350">
                <a:solidFill>
                  <a:srgbClr val="DB7079"/>
                </a:solidFill>
                <a:highlight>
                  <a:srgbClr val="282C34"/>
                </a:highlight>
                <a:latin typeface="Courier New"/>
                <a:ea typeface="Courier New"/>
                <a:cs typeface="Courier New"/>
                <a:sym typeface="Courier New"/>
              </a:rPr>
              <a:t>value</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if</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isFull</a:t>
            </a: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a:t>
            </a:r>
            <a:r>
              <a:rPr lang="en" sz="1350">
                <a:solidFill>
                  <a:srgbClr val="EBB07A"/>
                </a:solidFill>
                <a:highlight>
                  <a:srgbClr val="282C34"/>
                </a:highlight>
                <a:latin typeface="Courier New"/>
                <a:ea typeface="Courier New"/>
                <a:cs typeface="Courier New"/>
                <a:sym typeface="Courier New"/>
              </a:rPr>
              <a:t>false</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array[++index] = value;</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a:t>
            </a:r>
            <a:r>
              <a:rPr lang="en" sz="1350">
                <a:solidFill>
                  <a:srgbClr val="EBB07A"/>
                </a:solidFill>
                <a:highlight>
                  <a:srgbClr val="282C34"/>
                </a:highlight>
                <a:latin typeface="Courier New"/>
                <a:ea typeface="Courier New"/>
                <a:cs typeface="Courier New"/>
                <a:sym typeface="Courier New"/>
              </a:rPr>
              <a:t>true</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public</a:t>
            </a:r>
            <a:r>
              <a:rPr lang="en" sz="1350">
                <a:solidFill>
                  <a:srgbClr val="61AFE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int</a:t>
            </a:r>
            <a:r>
              <a:rPr lang="en" sz="1350">
                <a:solidFill>
                  <a:srgbClr val="61AFEF"/>
                </a:solidFill>
                <a:highlight>
                  <a:srgbClr val="282C34"/>
                </a:highlight>
                <a:latin typeface="Courier New"/>
                <a:ea typeface="Courier New"/>
                <a:cs typeface="Courier New"/>
                <a:sym typeface="Courier New"/>
              </a:rPr>
              <a:t> pop</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if</a:t>
            </a:r>
            <a:r>
              <a:rPr lang="en" sz="1350">
                <a:solidFill>
                  <a:srgbClr val="ABB2BF"/>
                </a:solidFill>
                <a:highlight>
                  <a:srgbClr val="282C34"/>
                </a:highlight>
                <a:latin typeface="Courier New"/>
                <a:ea typeface="Courier New"/>
                <a:cs typeface="Courier New"/>
                <a:sym typeface="Courier New"/>
              </a:rPr>
              <a:t>(!</a:t>
            </a:r>
            <a:r>
              <a:rPr lang="en" sz="1350">
                <a:solidFill>
                  <a:srgbClr val="61AFEF"/>
                </a:solidFill>
                <a:highlight>
                  <a:srgbClr val="282C34"/>
                </a:highlight>
                <a:latin typeface="Courier New"/>
                <a:ea typeface="Courier New"/>
                <a:cs typeface="Courier New"/>
                <a:sym typeface="Courier New"/>
              </a:rPr>
              <a:t>isEmpty</a:t>
            </a: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a:t>
            </a:r>
            <a:r>
              <a:rPr lang="en" sz="1350">
                <a:solidFill>
                  <a:srgbClr val="56B6C2"/>
                </a:solidFill>
                <a:highlight>
                  <a:srgbClr val="282C34"/>
                </a:highlight>
                <a:latin typeface="Courier New"/>
                <a:ea typeface="Courier New"/>
                <a:cs typeface="Courier New"/>
                <a:sym typeface="Courier New"/>
              </a:rPr>
              <a:t>-</a:t>
            </a:r>
            <a:r>
              <a:rPr lang="en" sz="1350">
                <a:solidFill>
                  <a:srgbClr val="EBB07A"/>
                </a:solidFill>
                <a:highlight>
                  <a:srgbClr val="282C34"/>
                </a:highlight>
                <a:latin typeface="Courier New"/>
                <a:ea typeface="Courier New"/>
                <a:cs typeface="Courier New"/>
                <a:sym typeface="Courier New"/>
              </a:rPr>
              <a:t>1</a:t>
            </a:r>
            <a:r>
              <a:rPr lang="en" sz="1350">
                <a:solidFill>
                  <a:srgbClr val="ABB2BF"/>
                </a:solidFill>
                <a:highlight>
                  <a:srgbClr val="282C34"/>
                </a:highlight>
                <a:latin typeface="Courier New"/>
                <a:ea typeface="Courier New"/>
                <a:cs typeface="Courier New"/>
                <a:sym typeface="Courier New"/>
              </a:rPr>
              <a:t>;</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r>
              <a:rPr lang="en" sz="1350">
                <a:solidFill>
                  <a:srgbClr val="C792EA"/>
                </a:solidFill>
                <a:highlight>
                  <a:srgbClr val="282C34"/>
                </a:highlight>
                <a:latin typeface="Courier New"/>
                <a:ea typeface="Courier New"/>
                <a:cs typeface="Courier New"/>
                <a:sym typeface="Courier New"/>
              </a:rPr>
              <a:t>return</a:t>
            </a:r>
            <a:r>
              <a:rPr lang="en" sz="1350">
                <a:solidFill>
                  <a:srgbClr val="ABB2BF"/>
                </a:solidFill>
                <a:highlight>
                  <a:srgbClr val="282C34"/>
                </a:highlight>
                <a:latin typeface="Courier New"/>
                <a:ea typeface="Courier New"/>
                <a:cs typeface="Courier New"/>
                <a:sym typeface="Courier New"/>
              </a:rPr>
              <a:t> array[topIndex--];</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ABB2BF"/>
                </a:solidFill>
                <a:highlight>
                  <a:srgbClr val="282C34"/>
                </a:highlight>
                <a:latin typeface="Courier New"/>
                <a:ea typeface="Courier New"/>
                <a:cs typeface="Courier New"/>
                <a:sym typeface="Courier New"/>
              </a:rPr>
              <a:t>   }</a:t>
            </a:r>
            <a:endParaRPr sz="1350">
              <a:solidFill>
                <a:srgbClr val="ABB2BF"/>
              </a:solidFill>
              <a:highlight>
                <a:srgbClr val="282C34"/>
              </a:highlight>
              <a:latin typeface="Courier New"/>
              <a:ea typeface="Courier New"/>
              <a:cs typeface="Courier New"/>
              <a:sym typeface="Courier New"/>
            </a:endParaRPr>
          </a:p>
          <a:p>
            <a:pPr indent="0" lvl="0" marL="0" rtl="0" algn="l">
              <a:lnSpc>
                <a:spcPct val="150000"/>
              </a:lnSpc>
              <a:spcBef>
                <a:spcPts val="0"/>
              </a:spcBef>
              <a:spcAft>
                <a:spcPts val="0"/>
              </a:spcAft>
              <a:buNone/>
            </a:pPr>
            <a:r>
              <a:rPr lang="en" sz="1350">
                <a:solidFill>
                  <a:srgbClr val="DB7079"/>
                </a:solidFill>
                <a:highlight>
                  <a:srgbClr val="282C34"/>
                </a:highlight>
                <a:latin typeface="Courier New"/>
                <a:ea typeface="Courier New"/>
                <a:cs typeface="Courier New"/>
                <a:sym typeface="Courier New"/>
              </a:rPr>
              <a:t>  </a:t>
            </a:r>
            <a:endParaRPr sz="12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2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 name="Shape 637"/>
        <p:cNvGrpSpPr/>
        <p:nvPr/>
      </p:nvGrpSpPr>
      <p:grpSpPr>
        <a:xfrm>
          <a:off x="0" y="0"/>
          <a:ext cx="0" cy="0"/>
          <a:chOff x="0" y="0"/>
          <a:chExt cx="0" cy="0"/>
        </a:xfrm>
      </p:grpSpPr>
      <p:sp>
        <p:nvSpPr>
          <p:cNvPr id="638" name="Google Shape;638;p4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MyQueue</a:t>
            </a:r>
            <a:endParaRPr/>
          </a:p>
        </p:txBody>
      </p:sp>
      <p:pic>
        <p:nvPicPr>
          <p:cNvPr id="639" name="Google Shape;639;p46"/>
          <p:cNvPicPr preferRelativeResize="0"/>
          <p:nvPr/>
        </p:nvPicPr>
        <p:blipFill>
          <a:blip r:embed="rId3">
            <a:alphaModFix/>
          </a:blip>
          <a:stretch>
            <a:fillRect/>
          </a:stretch>
        </p:blipFill>
        <p:spPr>
          <a:xfrm>
            <a:off x="763675" y="1233650"/>
            <a:ext cx="7616647" cy="37266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4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MyQueue</a:t>
            </a:r>
            <a:endParaRPr/>
          </a:p>
        </p:txBody>
      </p:sp>
      <p:pic>
        <p:nvPicPr>
          <p:cNvPr id="645" name="Google Shape;645;p47"/>
          <p:cNvPicPr preferRelativeResize="0"/>
          <p:nvPr/>
        </p:nvPicPr>
        <p:blipFill>
          <a:blip r:embed="rId3">
            <a:alphaModFix/>
          </a:blip>
          <a:stretch>
            <a:fillRect/>
          </a:stretch>
        </p:blipFill>
        <p:spPr>
          <a:xfrm>
            <a:off x="2003925" y="1223325"/>
            <a:ext cx="5136143" cy="37266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4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MyQueue</a:t>
            </a:r>
            <a:endParaRPr/>
          </a:p>
        </p:txBody>
      </p:sp>
      <p:pic>
        <p:nvPicPr>
          <p:cNvPr id="651" name="Google Shape;651;p48"/>
          <p:cNvPicPr preferRelativeResize="0"/>
          <p:nvPr/>
        </p:nvPicPr>
        <p:blipFill>
          <a:blip r:embed="rId3">
            <a:alphaModFix/>
          </a:blip>
          <a:stretch>
            <a:fillRect/>
          </a:stretch>
        </p:blipFill>
        <p:spPr>
          <a:xfrm>
            <a:off x="2767100" y="1204675"/>
            <a:ext cx="3525162" cy="37266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4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MyLinkedListStack</a:t>
            </a:r>
            <a:endParaRPr/>
          </a:p>
        </p:txBody>
      </p:sp>
      <p:pic>
        <p:nvPicPr>
          <p:cNvPr id="657" name="Google Shape;657;p49"/>
          <p:cNvPicPr preferRelativeResize="0"/>
          <p:nvPr/>
        </p:nvPicPr>
        <p:blipFill>
          <a:blip r:embed="rId3">
            <a:alphaModFix/>
          </a:blip>
          <a:stretch>
            <a:fillRect/>
          </a:stretch>
        </p:blipFill>
        <p:spPr>
          <a:xfrm>
            <a:off x="2269100" y="1170425"/>
            <a:ext cx="4173143" cy="37266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5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MyLinkedListStack</a:t>
            </a:r>
            <a:endParaRPr/>
          </a:p>
        </p:txBody>
      </p:sp>
      <p:pic>
        <p:nvPicPr>
          <p:cNvPr id="663" name="Google Shape;663;p50"/>
          <p:cNvPicPr preferRelativeResize="0"/>
          <p:nvPr/>
        </p:nvPicPr>
        <p:blipFill>
          <a:blip r:embed="rId3">
            <a:alphaModFix/>
          </a:blip>
          <a:stretch>
            <a:fillRect/>
          </a:stretch>
        </p:blipFill>
        <p:spPr>
          <a:xfrm>
            <a:off x="3287550" y="1112100"/>
            <a:ext cx="2684074" cy="37266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sp>
        <p:nvSpPr>
          <p:cNvPr id="668" name="Google Shape;668;p51"/>
          <p:cNvSpPr txBox="1"/>
          <p:nvPr>
            <p:ph type="ctrTitle"/>
          </p:nvPr>
        </p:nvSpPr>
        <p:spPr>
          <a:xfrm>
            <a:off x="713100" y="697850"/>
            <a:ext cx="7271400" cy="170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Recursion ( </a:t>
            </a:r>
            <a:r>
              <a:rPr lang="en"/>
              <a:t>Đệ quy )</a:t>
            </a:r>
            <a:endParaRPr/>
          </a:p>
        </p:txBody>
      </p:sp>
      <p:sp>
        <p:nvSpPr>
          <p:cNvPr id="669" name="Google Shape;669;p51"/>
          <p:cNvSpPr txBox="1"/>
          <p:nvPr>
            <p:ph idx="1" type="subTitle"/>
          </p:nvPr>
        </p:nvSpPr>
        <p:spPr>
          <a:xfrm>
            <a:off x="4651200" y="4027763"/>
            <a:ext cx="3779700" cy="417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Data Structure &amp; Algorithms</a:t>
            </a:r>
            <a:endParaRPr/>
          </a:p>
        </p:txBody>
      </p:sp>
      <p:sp>
        <p:nvSpPr>
          <p:cNvPr id="670" name="Google Shape;670;p51"/>
          <p:cNvSpPr/>
          <p:nvPr/>
        </p:nvSpPr>
        <p:spPr>
          <a:xfrm>
            <a:off x="7261157" y="697850"/>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671" name="Google Shape;671;p51"/>
          <p:cNvGrpSpPr/>
          <p:nvPr/>
        </p:nvGrpSpPr>
        <p:grpSpPr>
          <a:xfrm>
            <a:off x="568471" y="3094512"/>
            <a:ext cx="3279571" cy="3634210"/>
            <a:chOff x="416071" y="3170712"/>
            <a:chExt cx="3279571" cy="3634210"/>
          </a:xfrm>
        </p:grpSpPr>
        <p:sp>
          <p:nvSpPr>
            <p:cNvPr id="672" name="Google Shape;672;p51"/>
            <p:cNvSpPr/>
            <p:nvPr/>
          </p:nvSpPr>
          <p:spPr>
            <a:xfrm>
              <a:off x="652949" y="3760476"/>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3" name="Google Shape;673;p51"/>
            <p:cNvGrpSpPr/>
            <p:nvPr/>
          </p:nvGrpSpPr>
          <p:grpSpPr>
            <a:xfrm>
              <a:off x="416071" y="3170712"/>
              <a:ext cx="775200" cy="1126837"/>
              <a:chOff x="210171" y="2972687"/>
              <a:chExt cx="775200" cy="1126837"/>
            </a:xfrm>
          </p:grpSpPr>
          <p:sp>
            <p:nvSpPr>
              <p:cNvPr id="674" name="Google Shape;674;p51"/>
              <p:cNvSpPr/>
              <p:nvPr/>
            </p:nvSpPr>
            <p:spPr>
              <a:xfrm>
                <a:off x="471482" y="384692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675" name="Google Shape;675;p51"/>
              <p:cNvSpPr/>
              <p:nvPr/>
            </p:nvSpPr>
            <p:spPr>
              <a:xfrm>
                <a:off x="724075" y="370975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676" name="Google Shape;676;p51"/>
              <p:cNvSpPr/>
              <p:nvPr/>
            </p:nvSpPr>
            <p:spPr>
              <a:xfrm>
                <a:off x="210171"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5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Đệ quy </a:t>
            </a:r>
            <a:endParaRPr/>
          </a:p>
        </p:txBody>
      </p:sp>
      <p:pic>
        <p:nvPicPr>
          <p:cNvPr id="682" name="Google Shape;682;p52"/>
          <p:cNvPicPr preferRelativeResize="0"/>
          <p:nvPr/>
        </p:nvPicPr>
        <p:blipFill>
          <a:blip r:embed="rId3">
            <a:alphaModFix/>
          </a:blip>
          <a:stretch>
            <a:fillRect/>
          </a:stretch>
        </p:blipFill>
        <p:spPr>
          <a:xfrm>
            <a:off x="1693250" y="1157850"/>
            <a:ext cx="5589900" cy="37266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 name="Shape 686"/>
        <p:cNvGrpSpPr/>
        <p:nvPr/>
      </p:nvGrpSpPr>
      <p:grpSpPr>
        <a:xfrm>
          <a:off x="0" y="0"/>
          <a:ext cx="0" cy="0"/>
          <a:chOff x="0" y="0"/>
          <a:chExt cx="0" cy="0"/>
        </a:xfrm>
      </p:grpSpPr>
      <p:sp>
        <p:nvSpPr>
          <p:cNvPr id="687" name="Google Shape;687;p5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Định nghĩa </a:t>
            </a:r>
            <a:endParaRPr/>
          </a:p>
        </p:txBody>
      </p:sp>
      <p:sp>
        <p:nvSpPr>
          <p:cNvPr id="688" name="Google Shape;688;p53"/>
          <p:cNvSpPr txBox="1"/>
          <p:nvPr/>
        </p:nvSpPr>
        <p:spPr>
          <a:xfrm>
            <a:off x="807725" y="1226825"/>
            <a:ext cx="63246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Recursion : Đệ quy là hàm tự gọi đến chính nó. </a:t>
            </a:r>
            <a:endParaRPr sz="1800">
              <a:solidFill>
                <a:schemeClr val="dk1"/>
              </a:solidFill>
              <a:latin typeface="Inconsolata Medium"/>
              <a:ea typeface="Inconsolata Medium"/>
              <a:cs typeface="Inconsolata Medium"/>
              <a:sym typeface="Inconsolata Medium"/>
            </a:endParaRPr>
          </a:p>
        </p:txBody>
      </p:sp>
      <p:pic>
        <p:nvPicPr>
          <p:cNvPr id="689" name="Google Shape;689;p53"/>
          <p:cNvPicPr preferRelativeResize="0"/>
          <p:nvPr/>
        </p:nvPicPr>
        <p:blipFill>
          <a:blip r:embed="rId3">
            <a:alphaModFix/>
          </a:blip>
          <a:stretch>
            <a:fillRect/>
          </a:stretch>
        </p:blipFill>
        <p:spPr>
          <a:xfrm>
            <a:off x="1158225" y="1803250"/>
            <a:ext cx="5276850" cy="18288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 name="Shape 693"/>
        <p:cNvGrpSpPr/>
        <p:nvPr/>
      </p:nvGrpSpPr>
      <p:grpSpPr>
        <a:xfrm>
          <a:off x="0" y="0"/>
          <a:ext cx="0" cy="0"/>
          <a:chOff x="0" y="0"/>
          <a:chExt cx="0" cy="0"/>
        </a:xfrm>
      </p:grpSpPr>
      <p:sp>
        <p:nvSpPr>
          <p:cNvPr id="694" name="Google Shape;694;p5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Đặc điểm của đệ quy </a:t>
            </a:r>
            <a:endParaRPr/>
          </a:p>
          <a:p>
            <a:pPr indent="0" lvl="0" marL="0" rtl="0" algn="l">
              <a:spcBef>
                <a:spcPts val="0"/>
              </a:spcBef>
              <a:spcAft>
                <a:spcPts val="0"/>
              </a:spcAft>
              <a:buNone/>
            </a:pPr>
            <a:r>
              <a:t/>
            </a:r>
            <a:endParaRPr/>
          </a:p>
        </p:txBody>
      </p:sp>
      <p:sp>
        <p:nvSpPr>
          <p:cNvPr id="695" name="Google Shape;695;p54"/>
          <p:cNvSpPr txBox="1"/>
          <p:nvPr/>
        </p:nvSpPr>
        <p:spPr>
          <a:xfrm>
            <a:off x="762000" y="1234425"/>
            <a:ext cx="59511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a:ea typeface="Inconsolata"/>
                <a:cs typeface="Inconsolata"/>
                <a:sym typeface="Inconsolata"/>
              </a:rPr>
              <a:t>&gt; </a:t>
            </a:r>
            <a:r>
              <a:rPr lang="en" sz="1800">
                <a:solidFill>
                  <a:schemeClr val="dk1"/>
                </a:solidFill>
                <a:latin typeface="Inconsolata"/>
                <a:ea typeface="Inconsolata"/>
                <a:cs typeface="Inconsolata"/>
                <a:sym typeface="Inconsolata"/>
              </a:rPr>
              <a:t>Khi xuất hiện yếu tố đệ quy trong bài toán</a:t>
            </a:r>
            <a:endParaRPr sz="1800">
              <a:solidFill>
                <a:schemeClr val="dk1"/>
              </a:solidFill>
              <a:latin typeface="Inconsolata Medium"/>
              <a:ea typeface="Inconsolata Medium"/>
              <a:cs typeface="Inconsolata Medium"/>
              <a:sym typeface="Inconsolata Medium"/>
            </a:endParaRPr>
          </a:p>
        </p:txBody>
      </p:sp>
      <p:sp>
        <p:nvSpPr>
          <p:cNvPr id="696" name="Google Shape;696;p54"/>
          <p:cNvSpPr txBox="1"/>
          <p:nvPr/>
        </p:nvSpPr>
        <p:spPr>
          <a:xfrm>
            <a:off x="868650" y="1653550"/>
            <a:ext cx="4389000" cy="1569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Yếu tố đệ quy :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neo ( cơ sở ) / điều kiện dừng </a:t>
            </a:r>
            <a:endParaRPr sz="1800">
              <a:solidFill>
                <a:schemeClr val="dk1"/>
              </a:solidFill>
              <a:latin typeface="Inconsolata Medium"/>
              <a:ea typeface="Inconsolata Medium"/>
              <a:cs typeface="Inconsolata Medium"/>
              <a:sym typeface="Inconsolata Medium"/>
            </a:endParaRPr>
          </a:p>
          <a:p>
            <a:pPr indent="-342900" lvl="0" marL="457200" rtl="0" algn="l">
              <a:spcBef>
                <a:spcPts val="0"/>
              </a:spcBef>
              <a:spcAft>
                <a:spcPts val="0"/>
              </a:spcAft>
              <a:buClr>
                <a:schemeClr val="dk1"/>
              </a:buClr>
              <a:buSzPts val="1800"/>
              <a:buFont typeface="Inconsolata Medium"/>
              <a:buChar char="+"/>
            </a:pPr>
            <a:r>
              <a:rPr lang="en" sz="1800">
                <a:solidFill>
                  <a:schemeClr val="dk1"/>
                </a:solidFill>
                <a:latin typeface="Inconsolata Medium"/>
                <a:ea typeface="Inconsolata Medium"/>
                <a:cs typeface="Inconsolata Medium"/>
                <a:sym typeface="Inconsolata Medium"/>
              </a:rPr>
              <a:t>công thức quy nạp - phải đưa về bài toán nhỏ hơn ( cuối cùng là bài toán cơ sở )</a:t>
            </a:r>
            <a:endParaRPr sz="1800">
              <a:solidFill>
                <a:schemeClr val="dk1"/>
              </a:solidFill>
              <a:latin typeface="Inconsolata Medium"/>
              <a:ea typeface="Inconsolata Medium"/>
              <a:cs typeface="Inconsolata Medium"/>
              <a:sym typeface="Inconsolata Medium"/>
            </a:endParaRPr>
          </a:p>
        </p:txBody>
      </p:sp>
      <p:sp>
        <p:nvSpPr>
          <p:cNvPr id="697" name="Google Shape;697;p54"/>
          <p:cNvSpPr txBox="1"/>
          <p:nvPr/>
        </p:nvSpPr>
        <p:spPr>
          <a:xfrm>
            <a:off x="967750" y="2827025"/>
            <a:ext cx="4389000" cy="36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200">
              <a:solidFill>
                <a:schemeClr val="dk1"/>
              </a:solidFill>
              <a:latin typeface="Inconsolata Medium"/>
              <a:ea typeface="Inconsolata Medium"/>
              <a:cs typeface="Inconsolata Medium"/>
              <a:sym typeface="Inconsolata Medium"/>
            </a:endParaRPr>
          </a:p>
        </p:txBody>
      </p:sp>
      <p:pic>
        <p:nvPicPr>
          <p:cNvPr id="698" name="Google Shape;698;p54"/>
          <p:cNvPicPr preferRelativeResize="0"/>
          <p:nvPr/>
        </p:nvPicPr>
        <p:blipFill>
          <a:blip r:embed="rId3">
            <a:alphaModFix/>
          </a:blip>
          <a:stretch>
            <a:fillRect/>
          </a:stretch>
        </p:blipFill>
        <p:spPr>
          <a:xfrm>
            <a:off x="929600" y="3268975"/>
            <a:ext cx="4767037" cy="1642375"/>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 name="Shape 702"/>
        <p:cNvGrpSpPr/>
        <p:nvPr/>
      </p:nvGrpSpPr>
      <p:grpSpPr>
        <a:xfrm>
          <a:off x="0" y="0"/>
          <a:ext cx="0" cy="0"/>
          <a:chOff x="0" y="0"/>
          <a:chExt cx="0" cy="0"/>
        </a:xfrm>
      </p:grpSpPr>
      <p:sp>
        <p:nvSpPr>
          <p:cNvPr id="703" name="Google Shape;703;p5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Challenges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&gt;  Tính giai thừa </a:t>
            </a:r>
            <a:endParaRPr/>
          </a:p>
          <a:p>
            <a:pPr indent="0" lvl="0" marL="0" rtl="0" algn="l">
              <a:spcBef>
                <a:spcPts val="0"/>
              </a:spcBef>
              <a:spcAft>
                <a:spcPts val="0"/>
              </a:spcAft>
              <a:buNone/>
            </a:pPr>
            <a:r>
              <a:rPr lang="en"/>
              <a:t>&gt;  Tính số </a:t>
            </a:r>
            <a:r>
              <a:rPr lang="en"/>
              <a:t>Fibonacci</a:t>
            </a:r>
            <a:endParaRPr/>
          </a:p>
          <a:p>
            <a:pPr indent="0" lvl="0" marL="0" rtl="0" algn="l">
              <a:spcBef>
                <a:spcPts val="0"/>
              </a:spcBef>
              <a:spcAft>
                <a:spcPts val="0"/>
              </a:spcAft>
              <a:buNone/>
            </a:pPr>
            <a:r>
              <a:rPr lang="en"/>
              <a:t>&gt; 	 Một số bài toán khác :</a:t>
            </a:r>
            <a:endParaRPr/>
          </a:p>
          <a:p>
            <a:pPr indent="0" lvl="0" marL="0" rtl="0" algn="l">
              <a:spcBef>
                <a:spcPts val="0"/>
              </a:spcBef>
              <a:spcAft>
                <a:spcPts val="0"/>
              </a:spcAft>
              <a:buNone/>
            </a:pPr>
            <a:r>
              <a:rPr lang="en"/>
              <a:t>	&gt; Tính tổng từ 1 + 2 + … + n </a:t>
            </a:r>
            <a:endParaRPr/>
          </a:p>
          <a:p>
            <a:pPr indent="0" lvl="0" marL="0" rtl="0" algn="l">
              <a:spcBef>
                <a:spcPts val="0"/>
              </a:spcBef>
              <a:spcAft>
                <a:spcPts val="0"/>
              </a:spcAft>
              <a:buNone/>
            </a:pPr>
            <a:r>
              <a:rPr lang="en"/>
              <a:t>	&gt; Tính số mũ A^n = A^n-1 * A</a:t>
            </a:r>
            <a:endParaRPr/>
          </a:p>
          <a:p>
            <a:pPr indent="0" lvl="0" marL="0" rtl="0" algn="l">
              <a:spcBef>
                <a:spcPts val="0"/>
              </a:spcBef>
              <a:spcAft>
                <a:spcPts val="0"/>
              </a:spcAft>
              <a:buNone/>
            </a:pPr>
            <a:r>
              <a:rPr lang="en"/>
              <a:t>	&gt; In giá trị của một mảng số nguyên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5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Tháp hà nội </a:t>
            </a:r>
            <a:endParaRPr/>
          </a:p>
        </p:txBody>
      </p:sp>
      <p:pic>
        <p:nvPicPr>
          <p:cNvPr id="709" name="Google Shape;709;p56"/>
          <p:cNvPicPr preferRelativeResize="0"/>
          <p:nvPr/>
        </p:nvPicPr>
        <p:blipFill>
          <a:blip r:embed="rId3">
            <a:alphaModFix/>
          </a:blip>
          <a:stretch>
            <a:fillRect/>
          </a:stretch>
        </p:blipFill>
        <p:spPr>
          <a:xfrm>
            <a:off x="221000" y="1447350"/>
            <a:ext cx="8839204" cy="271909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 name="Shape 713"/>
        <p:cNvGrpSpPr/>
        <p:nvPr/>
      </p:nvGrpSpPr>
      <p:grpSpPr>
        <a:xfrm>
          <a:off x="0" y="0"/>
          <a:ext cx="0" cy="0"/>
          <a:chOff x="0" y="0"/>
          <a:chExt cx="0" cy="0"/>
        </a:xfrm>
      </p:grpSpPr>
      <p:sp>
        <p:nvSpPr>
          <p:cNvPr id="714" name="Google Shape;714;p5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Phân loại đệ quy </a:t>
            </a:r>
            <a:endParaRPr/>
          </a:p>
          <a:p>
            <a:pPr indent="0" lvl="0" marL="0" rtl="0" algn="l">
              <a:spcBef>
                <a:spcPts val="0"/>
              </a:spcBef>
              <a:spcAft>
                <a:spcPts val="0"/>
              </a:spcAft>
              <a:buNone/>
            </a:pPr>
            <a:r>
              <a:rPr lang="en"/>
              <a:t>&gt; In ra giá trị của một mảng số nguyên </a:t>
            </a:r>
            <a:endParaRPr/>
          </a:p>
        </p:txBody>
      </p:sp>
      <p:pic>
        <p:nvPicPr>
          <p:cNvPr id="715" name="Google Shape;715;p57"/>
          <p:cNvPicPr preferRelativeResize="0"/>
          <p:nvPr/>
        </p:nvPicPr>
        <p:blipFill>
          <a:blip r:embed="rId3">
            <a:alphaModFix/>
          </a:blip>
          <a:stretch>
            <a:fillRect/>
          </a:stretch>
        </p:blipFill>
        <p:spPr>
          <a:xfrm>
            <a:off x="669575" y="2105125"/>
            <a:ext cx="7379150" cy="29295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 name="Shape 719"/>
        <p:cNvGrpSpPr/>
        <p:nvPr/>
      </p:nvGrpSpPr>
      <p:grpSpPr>
        <a:xfrm>
          <a:off x="0" y="0"/>
          <a:ext cx="0" cy="0"/>
          <a:chOff x="0" y="0"/>
          <a:chExt cx="0" cy="0"/>
        </a:xfrm>
      </p:grpSpPr>
      <p:sp>
        <p:nvSpPr>
          <p:cNvPr id="720" name="Google Shape;720;p5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Phân loại đệ quy </a:t>
            </a:r>
            <a:endParaRPr/>
          </a:p>
        </p:txBody>
      </p:sp>
      <p:pic>
        <p:nvPicPr>
          <p:cNvPr id="721" name="Google Shape;721;p58"/>
          <p:cNvPicPr preferRelativeResize="0"/>
          <p:nvPr/>
        </p:nvPicPr>
        <p:blipFill>
          <a:blip r:embed="rId3">
            <a:alphaModFix/>
          </a:blip>
          <a:stretch>
            <a:fillRect/>
          </a:stretch>
        </p:blipFill>
        <p:spPr>
          <a:xfrm>
            <a:off x="285750" y="1162450"/>
            <a:ext cx="8572500" cy="32575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 name="Shape 725"/>
        <p:cNvGrpSpPr/>
        <p:nvPr/>
      </p:nvGrpSpPr>
      <p:grpSpPr>
        <a:xfrm>
          <a:off x="0" y="0"/>
          <a:ext cx="0" cy="0"/>
          <a:chOff x="0" y="0"/>
          <a:chExt cx="0" cy="0"/>
        </a:xfrm>
      </p:grpSpPr>
      <p:sp>
        <p:nvSpPr>
          <p:cNvPr id="726" name="Google Shape;726;p5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Phân loại đệ quy </a:t>
            </a:r>
            <a:endParaRPr/>
          </a:p>
          <a:p>
            <a:pPr indent="0" lvl="0" marL="0" rtl="0" algn="l">
              <a:spcBef>
                <a:spcPts val="0"/>
              </a:spcBef>
              <a:spcAft>
                <a:spcPts val="0"/>
              </a:spcAft>
              <a:buNone/>
            </a:pPr>
            <a:r>
              <a:t/>
            </a:r>
            <a:endParaRPr/>
          </a:p>
        </p:txBody>
      </p:sp>
      <p:sp>
        <p:nvSpPr>
          <p:cNvPr id="727" name="Google Shape;727;p59"/>
          <p:cNvSpPr txBox="1"/>
          <p:nvPr/>
        </p:nvSpPr>
        <p:spPr>
          <a:xfrm>
            <a:off x="941150" y="1440100"/>
            <a:ext cx="6066600" cy="2031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400">
                <a:solidFill>
                  <a:schemeClr val="dk1"/>
                </a:solidFill>
                <a:latin typeface="Inconsolata Medium"/>
                <a:ea typeface="Inconsolata Medium"/>
                <a:cs typeface="Inconsolata Medium"/>
                <a:sym typeface="Inconsolata Medium"/>
              </a:rPr>
              <a:t>&gt; Dựa theo logic bài toán và lời gọi hàm </a:t>
            </a:r>
            <a:endParaRPr sz="24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24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2400">
                <a:solidFill>
                  <a:schemeClr val="dk1"/>
                </a:solidFill>
                <a:latin typeface="Inconsolata Medium"/>
                <a:ea typeface="Inconsolata Medium"/>
                <a:cs typeface="Inconsolata Medium"/>
                <a:sym typeface="Inconsolata Medium"/>
              </a:rPr>
              <a:t>	&gt; Đệ quy thực hiện công việc trước </a:t>
            </a:r>
            <a:endParaRPr sz="24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2400">
                <a:solidFill>
                  <a:schemeClr val="dk1"/>
                </a:solidFill>
                <a:latin typeface="Inconsolata Medium"/>
                <a:ea typeface="Inconsolata Medium"/>
                <a:cs typeface="Inconsolata Medium"/>
                <a:sym typeface="Inconsolata Medium"/>
              </a:rPr>
              <a:t>	&gt; Đệ quy thực hiện công việc sau </a:t>
            </a:r>
            <a:endParaRPr sz="24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 name="Shape 731"/>
        <p:cNvGrpSpPr/>
        <p:nvPr/>
      </p:nvGrpSpPr>
      <p:grpSpPr>
        <a:xfrm>
          <a:off x="0" y="0"/>
          <a:ext cx="0" cy="0"/>
          <a:chOff x="0" y="0"/>
          <a:chExt cx="0" cy="0"/>
        </a:xfrm>
      </p:grpSpPr>
      <p:sp>
        <p:nvSpPr>
          <p:cNvPr id="732" name="Google Shape;732;p6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Ưu điểm và nhược điểm đệ quy </a:t>
            </a:r>
            <a:endParaRPr/>
          </a:p>
          <a:p>
            <a:pPr indent="0" lvl="0" marL="0" rtl="0" algn="l">
              <a:spcBef>
                <a:spcPts val="0"/>
              </a:spcBef>
              <a:spcAft>
                <a:spcPts val="0"/>
              </a:spcAft>
              <a:buNone/>
            </a:pPr>
            <a:r>
              <a:t/>
            </a:r>
            <a:endParaRPr/>
          </a:p>
          <a:p>
            <a:pPr indent="0" lvl="0" marL="0" rtl="0" algn="l">
              <a:spcBef>
                <a:spcPts val="0"/>
              </a:spcBef>
              <a:spcAft>
                <a:spcPts val="0"/>
              </a:spcAft>
              <a:buNone/>
            </a:pPr>
            <a:r>
              <a:rPr b="0" lang="en" sz="2800"/>
              <a:t>Ưu điểm : </a:t>
            </a:r>
            <a:endParaRPr b="0" sz="2800"/>
          </a:p>
          <a:p>
            <a:pPr indent="0" lvl="0" marL="0" rtl="0" algn="l">
              <a:spcBef>
                <a:spcPts val="0"/>
              </a:spcBef>
              <a:spcAft>
                <a:spcPts val="0"/>
              </a:spcAft>
              <a:buNone/>
            </a:pPr>
            <a:r>
              <a:rPr b="0" lang="en" sz="2800"/>
              <a:t>&gt; ngắn gọn , dễ hình dung </a:t>
            </a:r>
            <a:endParaRPr b="0" sz="2800"/>
          </a:p>
          <a:p>
            <a:pPr indent="0" lvl="0" marL="0" rtl="0" algn="l">
              <a:spcBef>
                <a:spcPts val="0"/>
              </a:spcBef>
              <a:spcAft>
                <a:spcPts val="0"/>
              </a:spcAft>
              <a:buNone/>
            </a:pPr>
            <a:r>
              <a:rPr b="0" lang="en" sz="2800"/>
              <a:t>&gt; dễ cài đặt </a:t>
            </a:r>
            <a:endParaRPr b="0" sz="2800"/>
          </a:p>
          <a:p>
            <a:pPr indent="0" lvl="0" marL="0" rtl="0" algn="l">
              <a:spcBef>
                <a:spcPts val="0"/>
              </a:spcBef>
              <a:spcAft>
                <a:spcPts val="0"/>
              </a:spcAft>
              <a:buNone/>
            </a:pPr>
            <a:r>
              <a:rPr b="0" lang="en" sz="2800"/>
              <a:t>Nhược điểm : </a:t>
            </a:r>
            <a:endParaRPr b="0" sz="2800"/>
          </a:p>
          <a:p>
            <a:pPr indent="0" lvl="0" marL="0" rtl="0" algn="l">
              <a:spcBef>
                <a:spcPts val="0"/>
              </a:spcBef>
              <a:spcAft>
                <a:spcPts val="0"/>
              </a:spcAft>
              <a:buNone/>
            </a:pPr>
            <a:r>
              <a:rPr b="0" lang="en" sz="2800"/>
              <a:t>&gt; Dễ gây StackOverflow </a:t>
            </a:r>
            <a:endParaRPr b="0" sz="2800"/>
          </a:p>
          <a:p>
            <a:pPr indent="0" lvl="0" marL="0" rtl="0" algn="l">
              <a:spcBef>
                <a:spcPts val="0"/>
              </a:spcBef>
              <a:spcAft>
                <a:spcPts val="0"/>
              </a:spcAft>
              <a:buNone/>
            </a:pPr>
            <a:r>
              <a:rPr b="0" lang="en" sz="2800"/>
              <a:t>&gt; Tốn hiệu năng về mặt thời gian và không gian bộ nhớ</a:t>
            </a:r>
            <a:r>
              <a:rPr lang="en"/>
              <a:t>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 name="Shape 736"/>
        <p:cNvGrpSpPr/>
        <p:nvPr/>
      </p:nvGrpSpPr>
      <p:grpSpPr>
        <a:xfrm>
          <a:off x="0" y="0"/>
          <a:ext cx="0" cy="0"/>
          <a:chOff x="0" y="0"/>
          <a:chExt cx="0" cy="0"/>
        </a:xfrm>
      </p:grpSpPr>
      <p:sp>
        <p:nvSpPr>
          <p:cNvPr id="737" name="Google Shape;737;p6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Tối ưu hóa đệ quy </a:t>
            </a:r>
            <a:endParaRPr/>
          </a:p>
        </p:txBody>
      </p:sp>
      <p:sp>
        <p:nvSpPr>
          <p:cNvPr id="738" name="Google Shape;738;p61"/>
          <p:cNvSpPr txBox="1"/>
          <p:nvPr/>
        </p:nvSpPr>
        <p:spPr>
          <a:xfrm>
            <a:off x="929825" y="1440100"/>
            <a:ext cx="56469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&gt; Đệ quy có nhớ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	Lưu lại kết quả được tính trước đó </a:t>
            </a:r>
            <a:endParaRPr sz="1800">
              <a:solidFill>
                <a:schemeClr val="dk1"/>
              </a:solidFill>
              <a:latin typeface="Inconsolata Medium"/>
              <a:ea typeface="Inconsolata Medium"/>
              <a:cs typeface="Inconsolata Medium"/>
              <a:sym typeface="Inconsolata Medium"/>
            </a:endParaRPr>
          </a:p>
        </p:txBody>
      </p:sp>
      <p:pic>
        <p:nvPicPr>
          <p:cNvPr id="739" name="Google Shape;739;p61"/>
          <p:cNvPicPr preferRelativeResize="0"/>
          <p:nvPr/>
        </p:nvPicPr>
        <p:blipFill>
          <a:blip r:embed="rId3">
            <a:alphaModFix/>
          </a:blip>
          <a:stretch>
            <a:fillRect/>
          </a:stretch>
        </p:blipFill>
        <p:spPr>
          <a:xfrm>
            <a:off x="929825" y="2286025"/>
            <a:ext cx="2685193" cy="265970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3" name="Shape 743"/>
        <p:cNvGrpSpPr/>
        <p:nvPr/>
      </p:nvGrpSpPr>
      <p:grpSpPr>
        <a:xfrm>
          <a:off x="0" y="0"/>
          <a:ext cx="0" cy="0"/>
          <a:chOff x="0" y="0"/>
          <a:chExt cx="0" cy="0"/>
        </a:xfrm>
      </p:grpSpPr>
      <p:sp>
        <p:nvSpPr>
          <p:cNvPr id="744" name="Google Shape;744;p6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Kh</a:t>
            </a:r>
            <a:r>
              <a:rPr lang="en"/>
              <a:t>ử đệ quy </a:t>
            </a:r>
            <a:endParaRPr/>
          </a:p>
        </p:txBody>
      </p:sp>
      <p:sp>
        <p:nvSpPr>
          <p:cNvPr id="745" name="Google Shape;745;p62"/>
          <p:cNvSpPr txBox="1"/>
          <p:nvPr/>
        </p:nvSpPr>
        <p:spPr>
          <a:xfrm>
            <a:off x="720000" y="1485450"/>
            <a:ext cx="67470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Tìm cách giải bài toán mà không sử dụng đệ quy  </a:t>
            </a:r>
            <a:endParaRPr sz="1800">
              <a:solidFill>
                <a:schemeClr val="dk1"/>
              </a:solidFill>
              <a:latin typeface="Inconsolata Medium"/>
              <a:ea typeface="Inconsolata Medium"/>
              <a:cs typeface="Inconsolata Medium"/>
              <a:sym typeface="Inconsolata Medium"/>
            </a:endParaRPr>
          </a:p>
        </p:txBody>
      </p:sp>
      <p:pic>
        <p:nvPicPr>
          <p:cNvPr id="746" name="Google Shape;746;p62"/>
          <p:cNvPicPr preferRelativeResize="0"/>
          <p:nvPr/>
        </p:nvPicPr>
        <p:blipFill>
          <a:blip r:embed="rId3">
            <a:alphaModFix/>
          </a:blip>
          <a:stretch>
            <a:fillRect/>
          </a:stretch>
        </p:blipFill>
        <p:spPr>
          <a:xfrm>
            <a:off x="830975" y="2076875"/>
            <a:ext cx="6343650" cy="230505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6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Khi nào sử dụng đệ quy ? </a:t>
            </a:r>
            <a:endParaRPr/>
          </a:p>
        </p:txBody>
      </p:sp>
      <p:sp>
        <p:nvSpPr>
          <p:cNvPr id="752" name="Google Shape;752;p63"/>
          <p:cNvSpPr txBox="1"/>
          <p:nvPr/>
        </p:nvSpPr>
        <p:spPr>
          <a:xfrm>
            <a:off x="827775" y="1474100"/>
            <a:ext cx="4389000" cy="1493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700">
                <a:solidFill>
                  <a:schemeClr val="dk1"/>
                </a:solidFill>
                <a:latin typeface="Inconsolata Medium"/>
                <a:ea typeface="Inconsolata Medium"/>
                <a:cs typeface="Inconsolata Medium"/>
                <a:sym typeface="Inconsolata Medium"/>
              </a:rPr>
              <a:t>&gt; Không quan tâm đến hiệu năng ( thông thường dùng để test chức năng )</a:t>
            </a:r>
            <a:endParaRPr sz="17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t/>
            </a:r>
            <a:endParaRPr sz="17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700">
                <a:solidFill>
                  <a:schemeClr val="dk1"/>
                </a:solidFill>
                <a:latin typeface="Inconsolata Medium"/>
                <a:ea typeface="Inconsolata Medium"/>
                <a:cs typeface="Inconsolata Medium"/>
                <a:sym typeface="Inconsolata Medium"/>
              </a:rPr>
              <a:t>&gt; Khi bạn chỉ biết làm mỗi cách đệ quy :v  </a:t>
            </a:r>
            <a:endParaRPr sz="17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6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 </a:t>
            </a:r>
            <a:r>
              <a:rPr lang="en"/>
              <a:t>cách cài đặt đệ quy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Phân loại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&gt; Có trả về kết quả </a:t>
            </a:r>
            <a:endParaRPr/>
          </a:p>
          <a:p>
            <a:pPr indent="0" lvl="0" marL="0" rtl="0" algn="l">
              <a:spcBef>
                <a:spcPts val="0"/>
              </a:spcBef>
              <a:spcAft>
                <a:spcPts val="0"/>
              </a:spcAft>
              <a:buNone/>
            </a:pPr>
            <a:r>
              <a:rPr lang="en"/>
              <a:t>&gt; Không trả về kết quả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sp>
        <p:nvSpPr>
          <p:cNvPr id="762" name="Google Shape;762;p6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Tìm max trong một mảng </a:t>
            </a:r>
            <a:endParaRPr/>
          </a:p>
        </p:txBody>
      </p:sp>
      <p:pic>
        <p:nvPicPr>
          <p:cNvPr id="763" name="Google Shape;763;p65"/>
          <p:cNvPicPr preferRelativeResize="0"/>
          <p:nvPr/>
        </p:nvPicPr>
        <p:blipFill>
          <a:blip r:embed="rId3">
            <a:alphaModFix/>
          </a:blip>
          <a:stretch>
            <a:fillRect/>
          </a:stretch>
        </p:blipFill>
        <p:spPr>
          <a:xfrm>
            <a:off x="810075" y="1230475"/>
            <a:ext cx="5157245" cy="37266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6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Return value</a:t>
            </a:r>
            <a:endParaRPr/>
          </a:p>
        </p:txBody>
      </p:sp>
      <p:pic>
        <p:nvPicPr>
          <p:cNvPr id="769" name="Google Shape;769;p66"/>
          <p:cNvPicPr preferRelativeResize="0"/>
          <p:nvPr/>
        </p:nvPicPr>
        <p:blipFill>
          <a:blip r:embed="rId3">
            <a:alphaModFix/>
          </a:blip>
          <a:stretch>
            <a:fillRect/>
          </a:stretch>
        </p:blipFill>
        <p:spPr>
          <a:xfrm>
            <a:off x="720000" y="1253150"/>
            <a:ext cx="7217007" cy="37266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 name="Shape 773"/>
        <p:cNvGrpSpPr/>
        <p:nvPr/>
      </p:nvGrpSpPr>
      <p:grpSpPr>
        <a:xfrm>
          <a:off x="0" y="0"/>
          <a:ext cx="0" cy="0"/>
          <a:chOff x="0" y="0"/>
          <a:chExt cx="0" cy="0"/>
        </a:xfrm>
      </p:grpSpPr>
      <p:sp>
        <p:nvSpPr>
          <p:cNvPr id="774" name="Google Shape;774;p6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 cách cài đặt đệ quy </a:t>
            </a:r>
            <a:endParaRPr/>
          </a:p>
          <a:p>
            <a:pPr indent="0" lvl="0" marL="0" rtl="0" algn="l">
              <a:spcBef>
                <a:spcPts val="0"/>
              </a:spcBef>
              <a:spcAft>
                <a:spcPts val="0"/>
              </a:spcAft>
              <a:buNone/>
            </a:pPr>
            <a:r>
              <a:rPr lang="en"/>
              <a:t>&gt; Không trả về kết quả </a:t>
            </a:r>
            <a:endParaRPr/>
          </a:p>
          <a:p>
            <a:pPr indent="-431800" lvl="0" marL="457200" rtl="0" algn="l">
              <a:spcBef>
                <a:spcPts val="0"/>
              </a:spcBef>
              <a:spcAft>
                <a:spcPts val="0"/>
              </a:spcAft>
              <a:buSzPts val="3200"/>
              <a:buChar char="+"/>
            </a:pPr>
            <a:r>
              <a:rPr lang="en"/>
              <a:t>Áp dụng đc mọi bài toán ( nếu có sử dụng đệ quy )</a:t>
            </a:r>
            <a:endParaRPr/>
          </a:p>
          <a:p>
            <a:pPr indent="-431800" lvl="0" marL="457200" rtl="0" algn="l">
              <a:spcBef>
                <a:spcPts val="0"/>
              </a:spcBef>
              <a:spcAft>
                <a:spcPts val="0"/>
              </a:spcAft>
              <a:buSzPts val="3200"/>
              <a:buChar char="+"/>
            </a:pPr>
            <a:r>
              <a:rPr lang="en"/>
              <a:t>Hay lưu kết quả ( dp, ad-hoc, … ) </a:t>
            </a:r>
            <a:endParaRPr/>
          </a:p>
          <a:p>
            <a:pPr indent="0" lvl="0" marL="0" rtl="0" algn="l">
              <a:spcBef>
                <a:spcPts val="0"/>
              </a:spcBef>
              <a:spcAft>
                <a:spcPts val="0"/>
              </a:spcAft>
              <a:buNone/>
            </a:pPr>
            <a:r>
              <a:rPr lang="en"/>
              <a:t>&gt; Không trả về kết quả :</a:t>
            </a:r>
            <a:endParaRPr/>
          </a:p>
          <a:p>
            <a:pPr indent="-431800" lvl="0" marL="457200" rtl="0" algn="l">
              <a:spcBef>
                <a:spcPts val="0"/>
              </a:spcBef>
              <a:spcAft>
                <a:spcPts val="0"/>
              </a:spcAft>
              <a:buSzPts val="3200"/>
              <a:buChar char="+"/>
            </a:pPr>
            <a:r>
              <a:rPr lang="en"/>
              <a:t>Áp dụng cho CTDL có tính đệ quy ( linked list, tree,... ) </a:t>
            </a:r>
            <a:endParaRPr/>
          </a:p>
          <a:p>
            <a:pPr indent="-431800" lvl="0" marL="457200" rtl="0" algn="l">
              <a:spcBef>
                <a:spcPts val="0"/>
              </a:spcBef>
              <a:spcAft>
                <a:spcPts val="0"/>
              </a:spcAft>
              <a:buSzPts val="3200"/>
              <a:buChar char="+"/>
            </a:pPr>
            <a:r>
              <a:rPr lang="en"/>
              <a:t>Ngắn gọn , sạch sẽ , dễ hiểu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8" name="Shape 778"/>
        <p:cNvGrpSpPr/>
        <p:nvPr/>
      </p:nvGrpSpPr>
      <p:grpSpPr>
        <a:xfrm>
          <a:off x="0" y="0"/>
          <a:ext cx="0" cy="0"/>
          <a:chOff x="0" y="0"/>
          <a:chExt cx="0" cy="0"/>
        </a:xfrm>
      </p:grpSpPr>
      <p:sp>
        <p:nvSpPr>
          <p:cNvPr id="779" name="Google Shape;779;p6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Leetcode </a:t>
            </a:r>
            <a:endParaRPr/>
          </a:p>
        </p:txBody>
      </p:sp>
      <p:sp>
        <p:nvSpPr>
          <p:cNvPr id="780" name="Google Shape;780;p68"/>
          <p:cNvSpPr txBox="1"/>
          <p:nvPr/>
        </p:nvSpPr>
        <p:spPr>
          <a:xfrm>
            <a:off x="907150" y="1462775"/>
            <a:ext cx="4389000" cy="1569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#linkedlist </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#recursion</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#btree</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#dp</a:t>
            </a:r>
            <a:endParaRPr sz="1800">
              <a:solidFill>
                <a:schemeClr val="dk1"/>
              </a:solidFill>
              <a:latin typeface="Inconsolata Medium"/>
              <a:ea typeface="Inconsolata Medium"/>
              <a:cs typeface="Inconsolata Medium"/>
              <a:sym typeface="Inconsolata Medium"/>
            </a:endParaRPr>
          </a:p>
          <a:p>
            <a:pPr indent="0" lvl="0" marL="0" rtl="0" algn="l">
              <a:spcBef>
                <a:spcPts val="0"/>
              </a:spcBef>
              <a:spcAft>
                <a:spcPts val="0"/>
              </a:spcAft>
              <a:buNone/>
            </a:pPr>
            <a:r>
              <a:rPr lang="en" sz="1800">
                <a:solidFill>
                  <a:schemeClr val="dk1"/>
                </a:solidFill>
                <a:latin typeface="Inconsolata Medium"/>
                <a:ea typeface="Inconsolata Medium"/>
                <a:cs typeface="Inconsolata Medium"/>
                <a:sym typeface="Inconsolata Medium"/>
              </a:rPr>
              <a:t>#ad-hoc</a:t>
            </a:r>
            <a:endParaRPr sz="18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 name="Shape 784"/>
        <p:cNvGrpSpPr/>
        <p:nvPr/>
      </p:nvGrpSpPr>
      <p:grpSpPr>
        <a:xfrm>
          <a:off x="0" y="0"/>
          <a:ext cx="0" cy="0"/>
          <a:chOff x="0" y="0"/>
          <a:chExt cx="0" cy="0"/>
        </a:xfrm>
      </p:grpSpPr>
      <p:sp>
        <p:nvSpPr>
          <p:cNvPr id="785" name="Google Shape;785;p6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Binary Search Tree</a:t>
            </a:r>
            <a:endParaRPr/>
          </a:p>
          <a:p>
            <a:pPr indent="0" lvl="0" marL="0" rtl="0" algn="l">
              <a:spcBef>
                <a:spcPts val="0"/>
              </a:spcBef>
              <a:spcAft>
                <a:spcPts val="0"/>
              </a:spcAft>
              <a:buNone/>
            </a:pPr>
            <a:r>
              <a:t/>
            </a:r>
            <a:endParaRPr/>
          </a:p>
          <a:p>
            <a:pPr indent="-431800" lvl="0" marL="457200" rtl="0" algn="l">
              <a:spcBef>
                <a:spcPts val="0"/>
              </a:spcBef>
              <a:spcAft>
                <a:spcPts val="0"/>
              </a:spcAft>
              <a:buSzPts val="3200"/>
              <a:buAutoNum type="arabicPeriod"/>
            </a:pPr>
            <a:r>
              <a:rPr lang="en"/>
              <a:t>Các ví dụ thực tế :</a:t>
            </a:r>
            <a:endParaRPr/>
          </a:p>
          <a:p>
            <a:pPr indent="0" lvl="0" marL="457200" rtl="0" algn="l">
              <a:spcBef>
                <a:spcPts val="0"/>
              </a:spcBef>
              <a:spcAft>
                <a:spcPts val="0"/>
              </a:spcAft>
              <a:buNone/>
            </a:pPr>
            <a:r>
              <a:rPr lang="en"/>
              <a:t>&gt; Tìm trang sách trang 89</a:t>
            </a:r>
            <a:endParaRPr/>
          </a:p>
          <a:p>
            <a:pPr indent="0" lvl="0" marL="457200" rtl="0" algn="l">
              <a:spcBef>
                <a:spcPts val="0"/>
              </a:spcBef>
              <a:spcAft>
                <a:spcPts val="0"/>
              </a:spcAft>
              <a:buNone/>
            </a:pPr>
            <a:r>
              <a:rPr lang="en"/>
              <a:t>&gt; Tìm số báo danh trên 1 bảng thông báo  </a:t>
            </a:r>
            <a:endParaRPr/>
          </a:p>
          <a:p>
            <a:pPr indent="0" lvl="0" marL="45720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 name="Shape 789"/>
        <p:cNvGrpSpPr/>
        <p:nvPr/>
      </p:nvGrpSpPr>
      <p:grpSpPr>
        <a:xfrm>
          <a:off x="0" y="0"/>
          <a:ext cx="0" cy="0"/>
          <a:chOff x="0" y="0"/>
          <a:chExt cx="0" cy="0"/>
        </a:xfrm>
      </p:grpSpPr>
      <p:sp>
        <p:nvSpPr>
          <p:cNvPr id="790" name="Google Shape;790;p7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Ý tưởng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Chia để trị</a:t>
            </a:r>
            <a:endParaRPr/>
          </a:p>
          <a:p>
            <a:pPr indent="0" lvl="0" marL="0" rtl="0" algn="l">
              <a:spcBef>
                <a:spcPts val="0"/>
              </a:spcBef>
              <a:spcAft>
                <a:spcPts val="0"/>
              </a:spcAft>
              <a:buNone/>
            </a:pPr>
            <a:r>
              <a:rPr lang="en"/>
              <a:t> </a:t>
            </a:r>
            <a:endParaRPr/>
          </a:p>
        </p:txBody>
      </p:sp>
      <p:sp>
        <p:nvSpPr>
          <p:cNvPr id="791" name="Google Shape;791;p70"/>
          <p:cNvSpPr txBox="1"/>
          <p:nvPr>
            <p:ph idx="4294967295" type="title"/>
          </p:nvPr>
        </p:nvSpPr>
        <p:spPr>
          <a:xfrm>
            <a:off x="888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1		</a:t>
            </a:r>
            <a:endParaRPr/>
          </a:p>
        </p:txBody>
      </p:sp>
      <p:sp>
        <p:nvSpPr>
          <p:cNvPr id="792" name="Google Shape;792;p70"/>
          <p:cNvSpPr txBox="1"/>
          <p:nvPr>
            <p:ph idx="4294967295" type="title"/>
          </p:nvPr>
        </p:nvSpPr>
        <p:spPr>
          <a:xfrm>
            <a:off x="1554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4	</a:t>
            </a:r>
            <a:endParaRPr/>
          </a:p>
        </p:txBody>
      </p:sp>
      <p:sp>
        <p:nvSpPr>
          <p:cNvPr id="793" name="Google Shape;793;p70"/>
          <p:cNvSpPr txBox="1"/>
          <p:nvPr>
            <p:ph idx="4294967295" type="title"/>
          </p:nvPr>
        </p:nvSpPr>
        <p:spPr>
          <a:xfrm>
            <a:off x="2220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9</a:t>
            </a:r>
            <a:endParaRPr/>
          </a:p>
        </p:txBody>
      </p:sp>
      <p:sp>
        <p:nvSpPr>
          <p:cNvPr id="794" name="Google Shape;794;p70"/>
          <p:cNvSpPr txBox="1"/>
          <p:nvPr>
            <p:ph idx="4294967295" type="title"/>
          </p:nvPr>
        </p:nvSpPr>
        <p:spPr>
          <a:xfrm>
            <a:off x="2886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12</a:t>
            </a:r>
            <a:endParaRPr/>
          </a:p>
        </p:txBody>
      </p:sp>
      <p:sp>
        <p:nvSpPr>
          <p:cNvPr id="795" name="Google Shape;795;p70"/>
          <p:cNvSpPr txBox="1"/>
          <p:nvPr>
            <p:ph idx="4294967295" type="title"/>
          </p:nvPr>
        </p:nvSpPr>
        <p:spPr>
          <a:xfrm>
            <a:off x="3552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19</a:t>
            </a:r>
            <a:endParaRPr/>
          </a:p>
        </p:txBody>
      </p:sp>
      <p:sp>
        <p:nvSpPr>
          <p:cNvPr id="796" name="Google Shape;796;p70"/>
          <p:cNvSpPr txBox="1"/>
          <p:nvPr>
            <p:ph idx="4294967295" type="title"/>
          </p:nvPr>
        </p:nvSpPr>
        <p:spPr>
          <a:xfrm>
            <a:off x="4218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25</a:t>
            </a:r>
            <a:endParaRPr/>
          </a:p>
        </p:txBody>
      </p:sp>
      <p:sp>
        <p:nvSpPr>
          <p:cNvPr id="797" name="Google Shape;797;p70"/>
          <p:cNvSpPr txBox="1"/>
          <p:nvPr>
            <p:ph idx="4294967295" type="title"/>
          </p:nvPr>
        </p:nvSpPr>
        <p:spPr>
          <a:xfrm>
            <a:off x="4884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31</a:t>
            </a:r>
            <a:endParaRPr/>
          </a:p>
        </p:txBody>
      </p:sp>
      <p:sp>
        <p:nvSpPr>
          <p:cNvPr id="798" name="Google Shape;798;p70"/>
          <p:cNvSpPr txBox="1"/>
          <p:nvPr>
            <p:ph idx="4294967295" type="title"/>
          </p:nvPr>
        </p:nvSpPr>
        <p:spPr>
          <a:xfrm>
            <a:off x="5550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46</a:t>
            </a:r>
            <a:endParaRPr/>
          </a:p>
        </p:txBody>
      </p:sp>
      <p:sp>
        <p:nvSpPr>
          <p:cNvPr id="799" name="Google Shape;799;p70"/>
          <p:cNvSpPr txBox="1"/>
          <p:nvPr>
            <p:ph idx="4294967295" type="title"/>
          </p:nvPr>
        </p:nvSpPr>
        <p:spPr>
          <a:xfrm>
            <a:off x="6216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50</a:t>
            </a:r>
            <a:endParaRPr/>
          </a:p>
        </p:txBody>
      </p:sp>
      <p:sp>
        <p:nvSpPr>
          <p:cNvPr id="800" name="Google Shape;800;p70"/>
          <p:cNvSpPr txBox="1"/>
          <p:nvPr>
            <p:ph idx="4294967295" type="title"/>
          </p:nvPr>
        </p:nvSpPr>
        <p:spPr>
          <a:xfrm>
            <a:off x="6882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57</a:t>
            </a:r>
            <a:endParaRPr/>
          </a:p>
        </p:txBody>
      </p:sp>
      <p:sp>
        <p:nvSpPr>
          <p:cNvPr id="801" name="Google Shape;801;p70"/>
          <p:cNvSpPr txBox="1"/>
          <p:nvPr>
            <p:ph idx="4294967295" type="title"/>
          </p:nvPr>
        </p:nvSpPr>
        <p:spPr>
          <a:xfrm>
            <a:off x="7548575" y="2496825"/>
            <a:ext cx="666000" cy="543300"/>
          </a:xfrm>
          <a:prstGeom prst="rect">
            <a:avLst/>
          </a:prstGeom>
          <a:solidFill>
            <a:srgbClr val="FFD966"/>
          </a:solidFill>
        </p:spPr>
        <p:txBody>
          <a:bodyPr anchorCtr="0" anchor="t" bIns="91425" lIns="91425" spcFirstLastPara="1" rIns="91425" wrap="square" tIns="91425">
            <a:noAutofit/>
          </a:bodyPr>
          <a:lstStyle/>
          <a:p>
            <a:pPr indent="0" lvl="0" marL="0" rtl="0" algn="l">
              <a:spcBef>
                <a:spcPts val="0"/>
              </a:spcBef>
              <a:spcAft>
                <a:spcPts val="0"/>
              </a:spcAft>
              <a:buNone/>
            </a:pPr>
            <a:r>
              <a:rPr lang="en"/>
              <a:t>72</a:t>
            </a:r>
            <a:endParaRPr/>
          </a:p>
        </p:txBody>
      </p:sp>
      <p:sp>
        <p:nvSpPr>
          <p:cNvPr id="802" name="Google Shape;802;p70"/>
          <p:cNvSpPr txBox="1"/>
          <p:nvPr/>
        </p:nvSpPr>
        <p:spPr>
          <a:xfrm>
            <a:off x="990600" y="3810000"/>
            <a:ext cx="4389000" cy="477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900">
                <a:solidFill>
                  <a:schemeClr val="dk1"/>
                </a:solidFill>
                <a:latin typeface="Inconsolata Medium"/>
                <a:ea typeface="Inconsolata Medium"/>
                <a:cs typeface="Inconsolata Medium"/>
                <a:sym typeface="Inconsolata Medium"/>
              </a:rPr>
              <a:t>Find value 31</a:t>
            </a:r>
            <a:endParaRPr sz="19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sp>
        <p:nvSpPr>
          <p:cNvPr id="807" name="Google Shape;807;p7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808" name="Google Shape;808;p71"/>
          <p:cNvSpPr txBox="1"/>
          <p:nvPr>
            <p:ph idx="2" type="title"/>
          </p:nvPr>
        </p:nvSpPr>
        <p:spPr>
          <a:xfrm>
            <a:off x="1081350" y="161235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09" name="Google Shape;809;p71"/>
          <p:cNvSpPr txBox="1"/>
          <p:nvPr>
            <p:ph idx="3" type="title"/>
          </p:nvPr>
        </p:nvSpPr>
        <p:spPr>
          <a:xfrm>
            <a:off x="1081350" y="312700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10" name="Google Shape;810;p71"/>
          <p:cNvSpPr txBox="1"/>
          <p:nvPr>
            <p:ph idx="4" type="title"/>
          </p:nvPr>
        </p:nvSpPr>
        <p:spPr>
          <a:xfrm>
            <a:off x="3408450" y="161235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11" name="Google Shape;811;p71"/>
          <p:cNvSpPr txBox="1"/>
          <p:nvPr>
            <p:ph idx="5" type="title"/>
          </p:nvPr>
        </p:nvSpPr>
        <p:spPr>
          <a:xfrm>
            <a:off x="3408450" y="312700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812" name="Google Shape;812;p71"/>
          <p:cNvSpPr txBox="1"/>
          <p:nvPr>
            <p:ph idx="1" type="subTitle"/>
          </p:nvPr>
        </p:nvSpPr>
        <p:spPr>
          <a:xfrm>
            <a:off x="1081350" y="2155775"/>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13" name="Google Shape;813;p71"/>
          <p:cNvSpPr txBox="1"/>
          <p:nvPr>
            <p:ph idx="7" type="subTitle"/>
          </p:nvPr>
        </p:nvSpPr>
        <p:spPr>
          <a:xfrm>
            <a:off x="1081350" y="3670150"/>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WORK</a:t>
            </a:r>
            <a:endParaRPr/>
          </a:p>
        </p:txBody>
      </p:sp>
      <p:sp>
        <p:nvSpPr>
          <p:cNvPr id="814" name="Google Shape;814;p71"/>
          <p:cNvSpPr txBox="1"/>
          <p:nvPr>
            <p:ph idx="6" type="subTitle"/>
          </p:nvPr>
        </p:nvSpPr>
        <p:spPr>
          <a:xfrm>
            <a:off x="3402900" y="2155775"/>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RESUME</a:t>
            </a:r>
            <a:endParaRPr/>
          </a:p>
        </p:txBody>
      </p:sp>
      <p:sp>
        <p:nvSpPr>
          <p:cNvPr id="815" name="Google Shape;815;p71"/>
          <p:cNvSpPr txBox="1"/>
          <p:nvPr>
            <p:ph idx="8" type="subTitle"/>
          </p:nvPr>
        </p:nvSpPr>
        <p:spPr>
          <a:xfrm>
            <a:off x="3402900" y="3670150"/>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PREVIOUS PROJECTS</a:t>
            </a:r>
            <a:endParaRPr/>
          </a:p>
        </p:txBody>
      </p:sp>
      <p:sp>
        <p:nvSpPr>
          <p:cNvPr id="816" name="Google Shape;816;p71"/>
          <p:cNvSpPr txBox="1"/>
          <p:nvPr>
            <p:ph idx="9" type="title"/>
          </p:nvPr>
        </p:nvSpPr>
        <p:spPr>
          <a:xfrm>
            <a:off x="5741100" y="161235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17" name="Google Shape;817;p71"/>
          <p:cNvSpPr txBox="1"/>
          <p:nvPr>
            <p:ph idx="13" type="title"/>
          </p:nvPr>
        </p:nvSpPr>
        <p:spPr>
          <a:xfrm>
            <a:off x="5741100" y="3127000"/>
            <a:ext cx="666000" cy="54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818" name="Google Shape;818;p71"/>
          <p:cNvSpPr txBox="1"/>
          <p:nvPr>
            <p:ph idx="14" type="subTitle"/>
          </p:nvPr>
        </p:nvSpPr>
        <p:spPr>
          <a:xfrm>
            <a:off x="5735550" y="2155775"/>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COVER LETTER</a:t>
            </a:r>
            <a:endParaRPr/>
          </a:p>
        </p:txBody>
      </p:sp>
      <p:sp>
        <p:nvSpPr>
          <p:cNvPr id="819" name="Google Shape;819;p71"/>
          <p:cNvSpPr txBox="1"/>
          <p:nvPr>
            <p:ph idx="15" type="subTitle"/>
          </p:nvPr>
        </p:nvSpPr>
        <p:spPr>
          <a:xfrm>
            <a:off x="5735550" y="3670150"/>
            <a:ext cx="2327100" cy="7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OTHER</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 name="Shape 823"/>
        <p:cNvGrpSpPr/>
        <p:nvPr/>
      </p:nvGrpSpPr>
      <p:grpSpPr>
        <a:xfrm>
          <a:off x="0" y="0"/>
          <a:ext cx="0" cy="0"/>
          <a:chOff x="0" y="0"/>
          <a:chExt cx="0" cy="0"/>
        </a:xfrm>
      </p:grpSpPr>
      <p:sp>
        <p:nvSpPr>
          <p:cNvPr id="824" name="Google Shape;824;p72"/>
          <p:cNvSpPr txBox="1"/>
          <p:nvPr>
            <p:ph type="title"/>
          </p:nvPr>
        </p:nvSpPr>
        <p:spPr>
          <a:xfrm>
            <a:off x="2978550" y="950700"/>
            <a:ext cx="5147700" cy="67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A PORTFOLIO</a:t>
            </a:r>
            <a:endParaRPr/>
          </a:p>
        </p:txBody>
      </p:sp>
      <p:sp>
        <p:nvSpPr>
          <p:cNvPr id="825" name="Google Shape;825;p72"/>
          <p:cNvSpPr txBox="1"/>
          <p:nvPr>
            <p:ph idx="1" type="body"/>
          </p:nvPr>
        </p:nvSpPr>
        <p:spPr>
          <a:xfrm>
            <a:off x="2978550" y="1627500"/>
            <a:ext cx="5147700" cy="25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 portfolio is composed of three main elements:</a:t>
            </a:r>
            <a:endParaRPr>
              <a:solidFill>
                <a:schemeClr val="dk1"/>
              </a:solidFill>
            </a:endParaRPr>
          </a:p>
          <a:p>
            <a:pPr indent="-304800" lvl="0" marL="457200" rtl="0" algn="l">
              <a:spcBef>
                <a:spcPts val="1000"/>
              </a:spcBef>
              <a:spcAft>
                <a:spcPts val="0"/>
              </a:spcAft>
              <a:buSzPts val="1200"/>
              <a:buChar char="●"/>
            </a:pPr>
            <a:r>
              <a:rPr b="1" lang="en">
                <a:solidFill>
                  <a:schemeClr val="dk1"/>
                </a:solidFill>
              </a:rPr>
              <a:t>Content</a:t>
            </a:r>
            <a:r>
              <a:rPr lang="en">
                <a:solidFill>
                  <a:schemeClr val="dk1"/>
                </a:solidFill>
              </a:rPr>
              <a:t>: this includes the actual work you want to showcase and can be anything from writing samples to photographs or even videos</a:t>
            </a:r>
            <a:endParaRPr>
              <a:solidFill>
                <a:schemeClr val="dk1"/>
              </a:solidFill>
            </a:endParaRPr>
          </a:p>
          <a:p>
            <a:pPr indent="-304800" lvl="0" marL="457200" rtl="0" algn="l">
              <a:spcBef>
                <a:spcPts val="1000"/>
              </a:spcBef>
              <a:spcAft>
                <a:spcPts val="0"/>
              </a:spcAft>
              <a:buSzPts val="1200"/>
              <a:buChar char="●"/>
            </a:pPr>
            <a:r>
              <a:rPr b="1" lang="en">
                <a:solidFill>
                  <a:schemeClr val="dk1"/>
                </a:solidFill>
              </a:rPr>
              <a:t>Design</a:t>
            </a:r>
            <a:r>
              <a:rPr lang="en">
                <a:solidFill>
                  <a:schemeClr val="dk1"/>
                </a:solidFill>
              </a:rPr>
              <a:t>: the design should reflect your personality and style while remaining professional. It should also make it easy to navigate the portfolio</a:t>
            </a:r>
            <a:endParaRPr>
              <a:solidFill>
                <a:schemeClr val="dk1"/>
              </a:solidFill>
            </a:endParaRPr>
          </a:p>
          <a:p>
            <a:pPr indent="-304800" lvl="0" marL="457200" rtl="0" algn="l">
              <a:spcBef>
                <a:spcPts val="1000"/>
              </a:spcBef>
              <a:spcAft>
                <a:spcPts val="0"/>
              </a:spcAft>
              <a:buSzPts val="1200"/>
              <a:buChar char="●"/>
            </a:pPr>
            <a:r>
              <a:rPr b="1" lang="en">
                <a:solidFill>
                  <a:schemeClr val="dk1"/>
                </a:solidFill>
              </a:rPr>
              <a:t>Summary</a:t>
            </a:r>
            <a:r>
              <a:rPr lang="en">
                <a:solidFill>
                  <a:schemeClr val="dk1"/>
                </a:solidFill>
              </a:rPr>
              <a:t>: a brief summary at the beginning of the portfolio will help provide an introduction to your work and give visitors a better understanding of yourself and what you have created</a:t>
            </a:r>
            <a:endParaRPr>
              <a:solidFill>
                <a:schemeClr val="dk1"/>
              </a:solidFill>
            </a:endParaRPr>
          </a:p>
        </p:txBody>
      </p:sp>
      <p:grpSp>
        <p:nvGrpSpPr>
          <p:cNvPr id="826" name="Google Shape;826;p72"/>
          <p:cNvGrpSpPr/>
          <p:nvPr/>
        </p:nvGrpSpPr>
        <p:grpSpPr>
          <a:xfrm>
            <a:off x="-959101" y="774387"/>
            <a:ext cx="3518223" cy="3594735"/>
            <a:chOff x="-1454651" y="499237"/>
            <a:chExt cx="3518223" cy="3594735"/>
          </a:xfrm>
        </p:grpSpPr>
        <p:sp>
          <p:nvSpPr>
            <p:cNvPr id="827" name="Google Shape;827;p72"/>
            <p:cNvSpPr/>
            <p:nvPr/>
          </p:nvSpPr>
          <p:spPr>
            <a:xfrm>
              <a:off x="-1454651" y="1049526"/>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8" name="Google Shape;828;p72"/>
            <p:cNvGrpSpPr/>
            <p:nvPr/>
          </p:nvGrpSpPr>
          <p:grpSpPr>
            <a:xfrm>
              <a:off x="995382" y="499237"/>
              <a:ext cx="1068189" cy="1064914"/>
              <a:chOff x="844782" y="3367837"/>
              <a:chExt cx="1068189" cy="1064914"/>
            </a:xfrm>
          </p:grpSpPr>
          <p:sp>
            <p:nvSpPr>
              <p:cNvPr id="829" name="Google Shape;829;p72"/>
              <p:cNvSpPr/>
              <p:nvPr/>
            </p:nvSpPr>
            <p:spPr>
              <a:xfrm>
                <a:off x="844782" y="3415662"/>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30" name="Google Shape;830;p72"/>
              <p:cNvSpPr/>
              <p:nvPr/>
            </p:nvSpPr>
            <p:spPr>
              <a:xfrm>
                <a:off x="1278675" y="423235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31" name="Google Shape;831;p72"/>
              <p:cNvSpPr/>
              <p:nvPr/>
            </p:nvSpPr>
            <p:spPr>
              <a:xfrm>
                <a:off x="1137771" y="336783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 name="Shape 835"/>
        <p:cNvGrpSpPr/>
        <p:nvPr/>
      </p:nvGrpSpPr>
      <p:grpSpPr>
        <a:xfrm>
          <a:off x="0" y="0"/>
          <a:ext cx="0" cy="0"/>
          <a:chOff x="0" y="0"/>
          <a:chExt cx="0" cy="0"/>
        </a:xfrm>
      </p:grpSpPr>
      <p:sp>
        <p:nvSpPr>
          <p:cNvPr id="836" name="Google Shape;836;p73"/>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THINGS TO INCLUDE IN YOUR PORTFOLIO</a:t>
            </a:r>
            <a:endParaRPr/>
          </a:p>
        </p:txBody>
      </p:sp>
      <p:sp>
        <p:nvSpPr>
          <p:cNvPr id="837" name="Google Shape;837;p73"/>
          <p:cNvSpPr txBox="1"/>
          <p:nvPr>
            <p:ph idx="1" type="subTitle"/>
          </p:nvPr>
        </p:nvSpPr>
        <p:spPr>
          <a:xfrm>
            <a:off x="719950" y="2766626"/>
            <a:ext cx="2305500" cy="140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Work samples can be anything from graphics to writing, videos or websites that showcase your design, development or the writing skills you have</a:t>
            </a:r>
            <a:endParaRPr/>
          </a:p>
        </p:txBody>
      </p:sp>
      <p:sp>
        <p:nvSpPr>
          <p:cNvPr id="838" name="Google Shape;838;p73"/>
          <p:cNvSpPr txBox="1"/>
          <p:nvPr>
            <p:ph idx="2" type="subTitle"/>
          </p:nvPr>
        </p:nvSpPr>
        <p:spPr>
          <a:xfrm>
            <a:off x="3419261" y="2766626"/>
            <a:ext cx="2305500" cy="140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Skills and qualifications are the credentials you have that show employers your experience and abilities in various areas that are related to your specific field</a:t>
            </a:r>
            <a:endParaRPr/>
          </a:p>
        </p:txBody>
      </p:sp>
      <p:sp>
        <p:nvSpPr>
          <p:cNvPr id="839" name="Google Shape;839;p73"/>
          <p:cNvSpPr txBox="1"/>
          <p:nvPr>
            <p:ph idx="3" type="subTitle"/>
          </p:nvPr>
        </p:nvSpPr>
        <p:spPr>
          <a:xfrm>
            <a:off x="6118573" y="2766626"/>
            <a:ext cx="2305500" cy="140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overview of past project successes or other accomplishments as well as a summary of relevant knowledge and skills gained over the course of your professional career</a:t>
            </a:r>
            <a:endParaRPr/>
          </a:p>
        </p:txBody>
      </p:sp>
      <p:sp>
        <p:nvSpPr>
          <p:cNvPr id="840" name="Google Shape;840;p73"/>
          <p:cNvSpPr txBox="1"/>
          <p:nvPr>
            <p:ph idx="4" type="subTitle"/>
          </p:nvPr>
        </p:nvSpPr>
        <p:spPr>
          <a:xfrm>
            <a:off x="719950" y="2108110"/>
            <a:ext cx="2305500" cy="74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WORK SAMPLES</a:t>
            </a:r>
            <a:endParaRPr/>
          </a:p>
        </p:txBody>
      </p:sp>
      <p:sp>
        <p:nvSpPr>
          <p:cNvPr id="841" name="Google Shape;841;p73"/>
          <p:cNvSpPr txBox="1"/>
          <p:nvPr>
            <p:ph idx="5" type="subTitle"/>
          </p:nvPr>
        </p:nvSpPr>
        <p:spPr>
          <a:xfrm>
            <a:off x="3419261" y="2108110"/>
            <a:ext cx="2305500" cy="74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SKILLS</a:t>
            </a:r>
            <a:endParaRPr/>
          </a:p>
        </p:txBody>
      </p:sp>
      <p:sp>
        <p:nvSpPr>
          <p:cNvPr id="842" name="Google Shape;842;p73"/>
          <p:cNvSpPr txBox="1"/>
          <p:nvPr>
            <p:ph idx="6" type="subTitle"/>
          </p:nvPr>
        </p:nvSpPr>
        <p:spPr>
          <a:xfrm>
            <a:off x="6118573" y="2108110"/>
            <a:ext cx="2305500" cy="74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PROFESSIONAL NARRATIVE</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 name="Shape 846"/>
        <p:cNvGrpSpPr/>
        <p:nvPr/>
      </p:nvGrpSpPr>
      <p:grpSpPr>
        <a:xfrm>
          <a:off x="0" y="0"/>
          <a:ext cx="0" cy="0"/>
          <a:chOff x="0" y="0"/>
          <a:chExt cx="0" cy="0"/>
        </a:xfrm>
      </p:grpSpPr>
      <p:sp>
        <p:nvSpPr>
          <p:cNvPr id="847" name="Google Shape;847;p74"/>
          <p:cNvSpPr txBox="1"/>
          <p:nvPr>
            <p:ph type="title"/>
          </p:nvPr>
        </p:nvSpPr>
        <p:spPr>
          <a:xfrm>
            <a:off x="1146450" y="2607900"/>
            <a:ext cx="30756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RESUME</a:t>
            </a:r>
            <a:endParaRPr/>
          </a:p>
        </p:txBody>
      </p:sp>
      <p:sp>
        <p:nvSpPr>
          <p:cNvPr id="848" name="Google Shape;848;p74"/>
          <p:cNvSpPr txBox="1"/>
          <p:nvPr>
            <p:ph idx="2" type="title"/>
          </p:nvPr>
        </p:nvSpPr>
        <p:spPr>
          <a:xfrm>
            <a:off x="3013350" y="1693802"/>
            <a:ext cx="1208700" cy="94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849" name="Google Shape;849;p74"/>
          <p:cNvGrpSpPr/>
          <p:nvPr/>
        </p:nvGrpSpPr>
        <p:grpSpPr>
          <a:xfrm>
            <a:off x="5692921" y="2877651"/>
            <a:ext cx="3958246" cy="3044447"/>
            <a:chOff x="5912746" y="3116301"/>
            <a:chExt cx="3958246" cy="3044447"/>
          </a:xfrm>
        </p:grpSpPr>
        <p:sp>
          <p:nvSpPr>
            <p:cNvPr id="850" name="Google Shape;850;p74"/>
            <p:cNvSpPr/>
            <p:nvPr/>
          </p:nvSpPr>
          <p:spPr>
            <a:xfrm>
              <a:off x="6828299" y="3116301"/>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1" name="Google Shape;851;p74"/>
            <p:cNvGrpSpPr/>
            <p:nvPr/>
          </p:nvGrpSpPr>
          <p:grpSpPr>
            <a:xfrm>
              <a:off x="5912746" y="3449701"/>
              <a:ext cx="1115954" cy="1211061"/>
              <a:chOff x="6230996" y="3077826"/>
              <a:chExt cx="1115954" cy="1211061"/>
            </a:xfrm>
          </p:grpSpPr>
          <p:sp>
            <p:nvSpPr>
              <p:cNvPr id="852" name="Google Shape;852;p74"/>
              <p:cNvSpPr/>
              <p:nvPr/>
            </p:nvSpPr>
            <p:spPr>
              <a:xfrm>
                <a:off x="6833907" y="321920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53" name="Google Shape;853;p74"/>
              <p:cNvSpPr/>
              <p:nvPr/>
            </p:nvSpPr>
            <p:spPr>
              <a:xfrm>
                <a:off x="7146550" y="30778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854" name="Google Shape;854;p74"/>
              <p:cNvSpPr/>
              <p:nvPr/>
            </p:nvSpPr>
            <p:spPr>
              <a:xfrm>
                <a:off x="6230996" y="3513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grpSp>
        <p:nvGrpSpPr>
          <p:cNvPr id="855" name="Google Shape;855;p74"/>
          <p:cNvGrpSpPr/>
          <p:nvPr/>
        </p:nvGrpSpPr>
        <p:grpSpPr>
          <a:xfrm>
            <a:off x="5783462" y="230077"/>
            <a:ext cx="1315895" cy="965877"/>
            <a:chOff x="5783462" y="230077"/>
            <a:chExt cx="1315895" cy="965877"/>
          </a:xfrm>
        </p:grpSpPr>
        <p:sp>
          <p:nvSpPr>
            <p:cNvPr id="856" name="Google Shape;856;p74"/>
            <p:cNvSpPr/>
            <p:nvPr/>
          </p:nvSpPr>
          <p:spPr>
            <a:xfrm rot="-555480">
              <a:off x="5845669" y="292284"/>
              <a:ext cx="841465" cy="841462"/>
            </a:xfrm>
            <a:custGeom>
              <a:rect b="b" l="l" r="r" t="t"/>
              <a:pathLst>
                <a:path extrusionOk="0" h="304213" w="304214">
                  <a:moveTo>
                    <a:pt x="152115" y="304214"/>
                  </a:moveTo>
                  <a:cubicBezTo>
                    <a:pt x="235986" y="304214"/>
                    <a:pt x="304215" y="235986"/>
                    <a:pt x="304215" y="152115"/>
                  </a:cubicBezTo>
                  <a:cubicBezTo>
                    <a:pt x="304215" y="68245"/>
                    <a:pt x="235986" y="0"/>
                    <a:pt x="152115" y="0"/>
                  </a:cubicBezTo>
                  <a:cubicBezTo>
                    <a:pt x="68245" y="0"/>
                    <a:pt x="0" y="68228"/>
                    <a:pt x="0" y="152115"/>
                  </a:cubicBezTo>
                  <a:cubicBezTo>
                    <a:pt x="0" y="236002"/>
                    <a:pt x="68229" y="304214"/>
                    <a:pt x="152115" y="304214"/>
                  </a:cubicBezTo>
                  <a:moveTo>
                    <a:pt x="118152" y="220913"/>
                  </a:moveTo>
                  <a:cubicBezTo>
                    <a:pt x="112107" y="220863"/>
                    <a:pt x="107350" y="205455"/>
                    <a:pt x="107518" y="186531"/>
                  </a:cubicBezTo>
                  <a:cubicBezTo>
                    <a:pt x="107702" y="167607"/>
                    <a:pt x="112743" y="152300"/>
                    <a:pt x="118789" y="152367"/>
                  </a:cubicBezTo>
                  <a:cubicBezTo>
                    <a:pt x="124834" y="152417"/>
                    <a:pt x="129591" y="167807"/>
                    <a:pt x="129423" y="186749"/>
                  </a:cubicBezTo>
                  <a:cubicBezTo>
                    <a:pt x="129239" y="205673"/>
                    <a:pt x="124198" y="220980"/>
                    <a:pt x="118152" y="220930"/>
                  </a:cubicBezTo>
                  <a:moveTo>
                    <a:pt x="185426" y="220377"/>
                  </a:moveTo>
                  <a:cubicBezTo>
                    <a:pt x="179380" y="220327"/>
                    <a:pt x="174624" y="204936"/>
                    <a:pt x="174808" y="185995"/>
                  </a:cubicBezTo>
                  <a:cubicBezTo>
                    <a:pt x="174992" y="167071"/>
                    <a:pt x="180033" y="151764"/>
                    <a:pt x="186079" y="151831"/>
                  </a:cubicBezTo>
                  <a:cubicBezTo>
                    <a:pt x="192125" y="151881"/>
                    <a:pt x="196881" y="167272"/>
                    <a:pt x="196714" y="186213"/>
                  </a:cubicBezTo>
                  <a:cubicBezTo>
                    <a:pt x="196529" y="205137"/>
                    <a:pt x="191489" y="220444"/>
                    <a:pt x="185442" y="220377"/>
                  </a:cubicBezTo>
                  <a:moveTo>
                    <a:pt x="40612" y="140543"/>
                  </a:moveTo>
                  <a:cubicBezTo>
                    <a:pt x="42253" y="139689"/>
                    <a:pt x="44146" y="139538"/>
                    <a:pt x="45904" y="140124"/>
                  </a:cubicBezTo>
                  <a:cubicBezTo>
                    <a:pt x="47579" y="140660"/>
                    <a:pt x="49471" y="141012"/>
                    <a:pt x="51616" y="141163"/>
                  </a:cubicBezTo>
                  <a:cubicBezTo>
                    <a:pt x="56188" y="89280"/>
                    <a:pt x="99646" y="49170"/>
                    <a:pt x="152066" y="49170"/>
                  </a:cubicBezTo>
                  <a:cubicBezTo>
                    <a:pt x="204484" y="49170"/>
                    <a:pt x="247391" y="88844"/>
                    <a:pt x="252415" y="140208"/>
                  </a:cubicBezTo>
                  <a:cubicBezTo>
                    <a:pt x="255915" y="139521"/>
                    <a:pt x="258293" y="138785"/>
                    <a:pt x="258310" y="138768"/>
                  </a:cubicBezTo>
                  <a:cubicBezTo>
                    <a:pt x="261794" y="137612"/>
                    <a:pt x="265896" y="139622"/>
                    <a:pt x="267085" y="143189"/>
                  </a:cubicBezTo>
                  <a:cubicBezTo>
                    <a:pt x="268275" y="146823"/>
                    <a:pt x="266315" y="150759"/>
                    <a:pt x="262681" y="151965"/>
                  </a:cubicBezTo>
                  <a:cubicBezTo>
                    <a:pt x="260755" y="152601"/>
                    <a:pt x="243556" y="158010"/>
                    <a:pt x="229019" y="153355"/>
                  </a:cubicBezTo>
                  <a:cubicBezTo>
                    <a:pt x="225368" y="152199"/>
                    <a:pt x="223342" y="148280"/>
                    <a:pt x="224514" y="144629"/>
                  </a:cubicBezTo>
                  <a:cubicBezTo>
                    <a:pt x="225084" y="142854"/>
                    <a:pt x="226306" y="141397"/>
                    <a:pt x="227964" y="140543"/>
                  </a:cubicBezTo>
                  <a:cubicBezTo>
                    <a:pt x="229622" y="139689"/>
                    <a:pt x="231514" y="139555"/>
                    <a:pt x="233273" y="140124"/>
                  </a:cubicBezTo>
                  <a:cubicBezTo>
                    <a:pt x="234495" y="140509"/>
                    <a:pt x="235852" y="140811"/>
                    <a:pt x="237326" y="141012"/>
                  </a:cubicBezTo>
                  <a:cubicBezTo>
                    <a:pt x="232737" y="97653"/>
                    <a:pt x="196061" y="64276"/>
                    <a:pt x="152066" y="64276"/>
                  </a:cubicBezTo>
                  <a:cubicBezTo>
                    <a:pt x="108070" y="64276"/>
                    <a:pt x="72080" y="97101"/>
                    <a:pt x="66939" y="139823"/>
                  </a:cubicBezTo>
                  <a:cubicBezTo>
                    <a:pt x="69100" y="139337"/>
                    <a:pt x="70590" y="138885"/>
                    <a:pt x="70992" y="138751"/>
                  </a:cubicBezTo>
                  <a:cubicBezTo>
                    <a:pt x="74325" y="137629"/>
                    <a:pt x="78562" y="139605"/>
                    <a:pt x="79751" y="143172"/>
                  </a:cubicBezTo>
                  <a:cubicBezTo>
                    <a:pt x="80957" y="146806"/>
                    <a:pt x="78980" y="150742"/>
                    <a:pt x="75346" y="151948"/>
                  </a:cubicBezTo>
                  <a:cubicBezTo>
                    <a:pt x="73421" y="152584"/>
                    <a:pt x="56188" y="157977"/>
                    <a:pt x="41684" y="153338"/>
                  </a:cubicBezTo>
                  <a:cubicBezTo>
                    <a:pt x="39926" y="152785"/>
                    <a:pt x="38469" y="151563"/>
                    <a:pt x="37615" y="149905"/>
                  </a:cubicBezTo>
                  <a:cubicBezTo>
                    <a:pt x="36761" y="148247"/>
                    <a:pt x="36610" y="146371"/>
                    <a:pt x="37163" y="144613"/>
                  </a:cubicBezTo>
                  <a:cubicBezTo>
                    <a:pt x="37732" y="142837"/>
                    <a:pt x="38955" y="141380"/>
                    <a:pt x="40612" y="14052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74"/>
            <p:cNvSpPr/>
            <p:nvPr/>
          </p:nvSpPr>
          <p:spPr>
            <a:xfrm>
              <a:off x="6846757" y="586712"/>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1" name="Shape 861"/>
        <p:cNvGrpSpPr/>
        <p:nvPr/>
      </p:nvGrpSpPr>
      <p:grpSpPr>
        <a:xfrm>
          <a:off x="0" y="0"/>
          <a:ext cx="0" cy="0"/>
          <a:chOff x="0" y="0"/>
          <a:chExt cx="0" cy="0"/>
        </a:xfrm>
      </p:grpSpPr>
      <p:sp>
        <p:nvSpPr>
          <p:cNvPr id="862" name="Google Shape;862;p75"/>
          <p:cNvSpPr txBox="1"/>
          <p:nvPr>
            <p:ph type="title"/>
          </p:nvPr>
        </p:nvSpPr>
        <p:spPr>
          <a:xfrm>
            <a:off x="1727550" y="578563"/>
            <a:ext cx="3021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LISA JAMES</a:t>
            </a:r>
            <a:endParaRPr/>
          </a:p>
        </p:txBody>
      </p:sp>
      <p:sp>
        <p:nvSpPr>
          <p:cNvPr id="863" name="Google Shape;863;p75"/>
          <p:cNvSpPr txBox="1"/>
          <p:nvPr/>
        </p:nvSpPr>
        <p:spPr>
          <a:xfrm>
            <a:off x="1727561" y="1186953"/>
            <a:ext cx="3021300" cy="37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Inconsolata Medium"/>
                <a:ea typeface="Inconsolata Medium"/>
                <a:cs typeface="Inconsolata Medium"/>
                <a:sym typeface="Inconsolata Medium"/>
              </a:rPr>
              <a:t>+34 654 321 432 |</a:t>
            </a:r>
            <a:r>
              <a:rPr lang="en" sz="1200">
                <a:solidFill>
                  <a:schemeClr val="dk1"/>
                </a:solidFill>
                <a:latin typeface="Inconsolata Medium"/>
                <a:ea typeface="Inconsolata Medium"/>
                <a:cs typeface="Inconsolata Medium"/>
                <a:sym typeface="Inconsolata Medium"/>
              </a:rPr>
              <a:t> lisa</a:t>
            </a:r>
            <a:r>
              <a:rPr lang="en" sz="1200">
                <a:solidFill>
                  <a:schemeClr val="dk1"/>
                </a:solidFill>
                <a:latin typeface="Inconsolata Medium"/>
                <a:ea typeface="Inconsolata Medium"/>
                <a:cs typeface="Inconsolata Medium"/>
                <a:sym typeface="Inconsolata Medium"/>
              </a:rPr>
              <a:t>@freepik.com</a:t>
            </a:r>
            <a:endParaRPr sz="1200">
              <a:solidFill>
                <a:schemeClr val="dk1"/>
              </a:solidFill>
              <a:latin typeface="Inconsolata Medium"/>
              <a:ea typeface="Inconsolata Medium"/>
              <a:cs typeface="Inconsolata Medium"/>
              <a:sym typeface="Inconsolata Medium"/>
            </a:endParaRPr>
          </a:p>
        </p:txBody>
      </p:sp>
      <p:sp>
        <p:nvSpPr>
          <p:cNvPr id="864" name="Google Shape;864;p75"/>
          <p:cNvSpPr txBox="1"/>
          <p:nvPr/>
        </p:nvSpPr>
        <p:spPr>
          <a:xfrm>
            <a:off x="4849150" y="576438"/>
            <a:ext cx="3581700" cy="982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Inconsolata Medium"/>
                <a:ea typeface="Inconsolata Medium"/>
                <a:cs typeface="Inconsolata Medium"/>
                <a:sym typeface="Inconsolata Medium"/>
              </a:rPr>
              <a:t>“I always strive for </a:t>
            </a:r>
            <a:r>
              <a:rPr b="1" lang="en" sz="1200">
                <a:solidFill>
                  <a:schemeClr val="dk1"/>
                </a:solidFill>
                <a:latin typeface="Inconsolata"/>
                <a:ea typeface="Inconsolata"/>
                <a:cs typeface="Inconsolata"/>
                <a:sym typeface="Inconsolata"/>
              </a:rPr>
              <a:t>excellence</a:t>
            </a:r>
            <a:r>
              <a:rPr lang="en" sz="1200">
                <a:solidFill>
                  <a:schemeClr val="dk1"/>
                </a:solidFill>
                <a:latin typeface="Inconsolata Medium"/>
                <a:ea typeface="Inconsolata Medium"/>
                <a:cs typeface="Inconsolata Medium"/>
                <a:sym typeface="Inconsolata Medium"/>
              </a:rPr>
              <a:t>. I believe in the power of </a:t>
            </a:r>
            <a:r>
              <a:rPr b="1" lang="en" sz="1200">
                <a:solidFill>
                  <a:schemeClr val="dk1"/>
                </a:solidFill>
                <a:latin typeface="Inconsolata"/>
                <a:ea typeface="Inconsolata"/>
                <a:cs typeface="Inconsolata"/>
                <a:sym typeface="Inconsolata"/>
              </a:rPr>
              <a:t>collaboration</a:t>
            </a:r>
            <a:r>
              <a:rPr lang="en" sz="1200">
                <a:solidFill>
                  <a:schemeClr val="dk1"/>
                </a:solidFill>
                <a:latin typeface="Inconsolata Medium"/>
                <a:ea typeface="Inconsolata Medium"/>
                <a:cs typeface="Inconsolata Medium"/>
                <a:sym typeface="Inconsolata Medium"/>
              </a:rPr>
              <a:t>, and I love to build </a:t>
            </a:r>
            <a:r>
              <a:rPr b="1" lang="en" sz="1200">
                <a:solidFill>
                  <a:schemeClr val="dk1"/>
                </a:solidFill>
                <a:latin typeface="Inconsolata"/>
                <a:ea typeface="Inconsolata"/>
                <a:cs typeface="Inconsolata"/>
                <a:sym typeface="Inconsolata"/>
              </a:rPr>
              <a:t>meaningful relationships</a:t>
            </a:r>
            <a:r>
              <a:rPr lang="en" sz="1200">
                <a:solidFill>
                  <a:schemeClr val="dk1"/>
                </a:solidFill>
                <a:latin typeface="Inconsolata"/>
                <a:ea typeface="Inconsolata"/>
                <a:cs typeface="Inconsolata"/>
                <a:sym typeface="Inconsolata"/>
              </a:rPr>
              <a:t> </a:t>
            </a:r>
            <a:r>
              <a:rPr lang="en" sz="1200">
                <a:solidFill>
                  <a:schemeClr val="dk1"/>
                </a:solidFill>
                <a:latin typeface="Inconsolata Medium"/>
                <a:ea typeface="Inconsolata Medium"/>
                <a:cs typeface="Inconsolata Medium"/>
                <a:sym typeface="Inconsolata Medium"/>
              </a:rPr>
              <a:t>with clients throughout the</a:t>
            </a:r>
            <a:r>
              <a:rPr lang="en" sz="1200">
                <a:solidFill>
                  <a:schemeClr val="dk1"/>
                </a:solidFill>
                <a:latin typeface="Inconsolata"/>
                <a:ea typeface="Inconsolata"/>
                <a:cs typeface="Inconsolata"/>
                <a:sym typeface="Inconsolata"/>
              </a:rPr>
              <a:t> </a:t>
            </a:r>
            <a:r>
              <a:rPr b="1" lang="en" sz="1200">
                <a:solidFill>
                  <a:schemeClr val="dk1"/>
                </a:solidFill>
                <a:latin typeface="Inconsolata"/>
                <a:ea typeface="Inconsolata"/>
                <a:cs typeface="Inconsolata"/>
                <a:sym typeface="Inconsolata"/>
              </a:rPr>
              <a:t>creative process</a:t>
            </a:r>
            <a:r>
              <a:rPr lang="en" sz="1200">
                <a:solidFill>
                  <a:schemeClr val="dk1"/>
                </a:solidFill>
                <a:latin typeface="Inconsolata"/>
                <a:ea typeface="Inconsolata"/>
                <a:cs typeface="Inconsolata"/>
                <a:sym typeface="Inconsolata"/>
              </a:rPr>
              <a:t>”</a:t>
            </a:r>
            <a:endParaRPr sz="1200">
              <a:solidFill>
                <a:schemeClr val="dk1"/>
              </a:solidFill>
              <a:latin typeface="Inconsolata"/>
              <a:ea typeface="Inconsolata"/>
              <a:cs typeface="Inconsolata"/>
              <a:sym typeface="Inconsolata"/>
            </a:endParaRPr>
          </a:p>
        </p:txBody>
      </p:sp>
      <p:sp>
        <p:nvSpPr>
          <p:cNvPr id="865" name="Google Shape;865;p75"/>
          <p:cNvSpPr txBox="1"/>
          <p:nvPr/>
        </p:nvSpPr>
        <p:spPr>
          <a:xfrm>
            <a:off x="713314" y="1723963"/>
            <a:ext cx="4352100" cy="41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b="1" lang="en" sz="2000">
                <a:solidFill>
                  <a:schemeClr val="dk1"/>
                </a:solidFill>
                <a:latin typeface="Inconsolata"/>
                <a:ea typeface="Inconsolata"/>
                <a:cs typeface="Inconsolata"/>
                <a:sym typeface="Inconsolata"/>
              </a:rPr>
              <a:t>EXPERIENCE</a:t>
            </a:r>
            <a:endParaRPr b="1" sz="2000">
              <a:solidFill>
                <a:schemeClr val="dk1"/>
              </a:solidFill>
              <a:latin typeface="Inconsolata"/>
              <a:ea typeface="Inconsolata"/>
              <a:cs typeface="Inconsolata"/>
              <a:sym typeface="Inconsolata"/>
            </a:endParaRPr>
          </a:p>
        </p:txBody>
      </p:sp>
      <p:sp>
        <p:nvSpPr>
          <p:cNvPr id="866" name="Google Shape;866;p75"/>
          <p:cNvSpPr txBox="1"/>
          <p:nvPr/>
        </p:nvSpPr>
        <p:spPr>
          <a:xfrm>
            <a:off x="3543314" y="2047792"/>
            <a:ext cx="15219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Inconsolata Medium"/>
                <a:ea typeface="Inconsolata Medium"/>
                <a:cs typeface="Inconsolata Medium"/>
                <a:sym typeface="Inconsolata Medium"/>
              </a:rPr>
              <a:t>Marketing agency</a:t>
            </a:r>
            <a:endParaRPr sz="1200">
              <a:solidFill>
                <a:schemeClr val="dk1"/>
              </a:solidFill>
              <a:latin typeface="Inconsolata Medium"/>
              <a:ea typeface="Inconsolata Medium"/>
              <a:cs typeface="Inconsolata Medium"/>
              <a:sym typeface="Inconsolata Medium"/>
            </a:endParaRPr>
          </a:p>
        </p:txBody>
      </p:sp>
      <p:sp>
        <p:nvSpPr>
          <p:cNvPr id="867" name="Google Shape;867;p75"/>
          <p:cNvSpPr txBox="1"/>
          <p:nvPr/>
        </p:nvSpPr>
        <p:spPr>
          <a:xfrm>
            <a:off x="713150" y="2309217"/>
            <a:ext cx="4352100" cy="529800"/>
          </a:xfrm>
          <a:prstGeom prst="rect">
            <a:avLst/>
          </a:prstGeom>
          <a:noFill/>
          <a:ln>
            <a:noFill/>
          </a:ln>
        </p:spPr>
        <p:txBody>
          <a:bodyPr anchorCtr="0" anchor="t"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Tracking and analyzing data to optimize campaigns</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Coordinating promotional activities</a:t>
            </a:r>
            <a:endParaRPr sz="1200">
              <a:solidFill>
                <a:schemeClr val="dk1"/>
              </a:solidFill>
              <a:latin typeface="Inconsolata Medium"/>
              <a:ea typeface="Inconsolata Medium"/>
              <a:cs typeface="Inconsolata Medium"/>
              <a:sym typeface="Inconsolata Medium"/>
            </a:endParaRPr>
          </a:p>
        </p:txBody>
      </p:sp>
      <p:sp>
        <p:nvSpPr>
          <p:cNvPr id="868" name="Google Shape;868;p75"/>
          <p:cNvSpPr txBox="1"/>
          <p:nvPr/>
        </p:nvSpPr>
        <p:spPr>
          <a:xfrm>
            <a:off x="713310" y="2047792"/>
            <a:ext cx="12435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Now-2021</a:t>
            </a:r>
            <a:endParaRPr b="1">
              <a:solidFill>
                <a:schemeClr val="dk1"/>
              </a:solidFill>
              <a:latin typeface="Inconsolata"/>
              <a:ea typeface="Inconsolata"/>
              <a:cs typeface="Inconsolata"/>
              <a:sym typeface="Inconsolata"/>
            </a:endParaRPr>
          </a:p>
        </p:txBody>
      </p:sp>
      <p:sp>
        <p:nvSpPr>
          <p:cNvPr id="869" name="Google Shape;869;p75"/>
          <p:cNvSpPr txBox="1"/>
          <p:nvPr/>
        </p:nvSpPr>
        <p:spPr>
          <a:xfrm>
            <a:off x="1956747" y="2047792"/>
            <a:ext cx="15987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200">
                <a:solidFill>
                  <a:schemeClr val="dk1"/>
                </a:solidFill>
                <a:latin typeface="Inconsolata"/>
                <a:ea typeface="Inconsolata"/>
                <a:cs typeface="Inconsolata"/>
                <a:sym typeface="Inconsolata"/>
              </a:rPr>
              <a:t>Marketing creator</a:t>
            </a:r>
            <a:endParaRPr b="1" sz="1200">
              <a:solidFill>
                <a:schemeClr val="dk1"/>
              </a:solidFill>
              <a:latin typeface="Inconsolata"/>
              <a:ea typeface="Inconsolata"/>
              <a:cs typeface="Inconsolata"/>
              <a:sym typeface="Inconsolata"/>
            </a:endParaRPr>
          </a:p>
        </p:txBody>
      </p:sp>
      <p:sp>
        <p:nvSpPr>
          <p:cNvPr id="870" name="Google Shape;870;p75"/>
          <p:cNvSpPr txBox="1"/>
          <p:nvPr/>
        </p:nvSpPr>
        <p:spPr>
          <a:xfrm>
            <a:off x="3543417" y="2909803"/>
            <a:ext cx="15219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Inconsolata Medium"/>
                <a:ea typeface="Inconsolata Medium"/>
                <a:cs typeface="Inconsolata Medium"/>
                <a:sym typeface="Inconsolata Medium"/>
              </a:rPr>
              <a:t>Creation studio</a:t>
            </a:r>
            <a:endParaRPr sz="1200">
              <a:solidFill>
                <a:schemeClr val="dk1"/>
              </a:solidFill>
              <a:latin typeface="Inconsolata Medium"/>
              <a:ea typeface="Inconsolata Medium"/>
              <a:cs typeface="Inconsolata Medium"/>
              <a:sym typeface="Inconsolata Medium"/>
            </a:endParaRPr>
          </a:p>
        </p:txBody>
      </p:sp>
      <p:sp>
        <p:nvSpPr>
          <p:cNvPr id="871" name="Google Shape;871;p75"/>
          <p:cNvSpPr txBox="1"/>
          <p:nvPr/>
        </p:nvSpPr>
        <p:spPr>
          <a:xfrm>
            <a:off x="713150" y="3171303"/>
            <a:ext cx="4352100" cy="529800"/>
          </a:xfrm>
          <a:prstGeom prst="rect">
            <a:avLst/>
          </a:prstGeom>
          <a:noFill/>
          <a:ln>
            <a:noFill/>
          </a:ln>
        </p:spPr>
        <p:txBody>
          <a:bodyPr anchorCtr="0" anchor="t"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Creating videos, podcasts, graphics and infographics</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Developing unique and engaging content</a:t>
            </a:r>
            <a:endParaRPr sz="1200">
              <a:solidFill>
                <a:schemeClr val="dk1"/>
              </a:solidFill>
              <a:latin typeface="Inconsolata Medium"/>
              <a:ea typeface="Inconsolata Medium"/>
              <a:cs typeface="Inconsolata Medium"/>
              <a:sym typeface="Inconsolata Medium"/>
            </a:endParaRPr>
          </a:p>
        </p:txBody>
      </p:sp>
      <p:sp>
        <p:nvSpPr>
          <p:cNvPr id="872" name="Google Shape;872;p75"/>
          <p:cNvSpPr txBox="1"/>
          <p:nvPr/>
        </p:nvSpPr>
        <p:spPr>
          <a:xfrm>
            <a:off x="713310" y="2909803"/>
            <a:ext cx="12435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2021-2016</a:t>
            </a:r>
            <a:endParaRPr b="1">
              <a:solidFill>
                <a:schemeClr val="dk1"/>
              </a:solidFill>
              <a:latin typeface="Inconsolata"/>
              <a:ea typeface="Inconsolata"/>
              <a:cs typeface="Inconsolata"/>
              <a:sym typeface="Inconsolata"/>
            </a:endParaRPr>
          </a:p>
        </p:txBody>
      </p:sp>
      <p:sp>
        <p:nvSpPr>
          <p:cNvPr id="873" name="Google Shape;873;p75"/>
          <p:cNvSpPr txBox="1"/>
          <p:nvPr/>
        </p:nvSpPr>
        <p:spPr>
          <a:xfrm>
            <a:off x="1956747" y="2909803"/>
            <a:ext cx="15987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Inconsolata"/>
                <a:ea typeface="Inconsolata"/>
                <a:cs typeface="Inconsolata"/>
                <a:sym typeface="Inconsolata"/>
              </a:rPr>
              <a:t>Content creator</a:t>
            </a:r>
            <a:endParaRPr b="1" sz="1200">
              <a:solidFill>
                <a:schemeClr val="dk1"/>
              </a:solidFill>
              <a:latin typeface="Inconsolata"/>
              <a:ea typeface="Inconsolata"/>
              <a:cs typeface="Inconsolata"/>
              <a:sym typeface="Inconsolata"/>
            </a:endParaRPr>
          </a:p>
        </p:txBody>
      </p:sp>
      <p:sp>
        <p:nvSpPr>
          <p:cNvPr id="874" name="Google Shape;874;p75"/>
          <p:cNvSpPr txBox="1"/>
          <p:nvPr/>
        </p:nvSpPr>
        <p:spPr>
          <a:xfrm>
            <a:off x="3543314" y="3771864"/>
            <a:ext cx="15219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Inconsolata Medium"/>
                <a:ea typeface="Inconsolata Medium"/>
                <a:cs typeface="Inconsolata Medium"/>
                <a:sym typeface="Inconsolata Medium"/>
              </a:rPr>
              <a:t>Creation studio</a:t>
            </a:r>
            <a:endParaRPr sz="1200">
              <a:solidFill>
                <a:schemeClr val="dk1"/>
              </a:solidFill>
              <a:latin typeface="Inconsolata Medium"/>
              <a:ea typeface="Inconsolata Medium"/>
              <a:cs typeface="Inconsolata Medium"/>
              <a:sym typeface="Inconsolata Medium"/>
            </a:endParaRPr>
          </a:p>
        </p:txBody>
      </p:sp>
      <p:sp>
        <p:nvSpPr>
          <p:cNvPr id="875" name="Google Shape;875;p75"/>
          <p:cNvSpPr txBox="1"/>
          <p:nvPr/>
        </p:nvSpPr>
        <p:spPr>
          <a:xfrm>
            <a:off x="713150" y="4033389"/>
            <a:ext cx="4352100" cy="529800"/>
          </a:xfrm>
          <a:prstGeom prst="rect">
            <a:avLst/>
          </a:prstGeom>
          <a:noFill/>
          <a:ln>
            <a:noFill/>
          </a:ln>
        </p:spPr>
        <p:txBody>
          <a:bodyPr anchorCtr="0" anchor="t"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Motivating and leading team members in tasks</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Setting clear objectives and goals for the team</a:t>
            </a:r>
            <a:endParaRPr sz="1200">
              <a:solidFill>
                <a:schemeClr val="dk1"/>
              </a:solidFill>
              <a:latin typeface="Inconsolata Medium"/>
              <a:ea typeface="Inconsolata Medium"/>
              <a:cs typeface="Inconsolata Medium"/>
              <a:sym typeface="Inconsolata Medium"/>
            </a:endParaRPr>
          </a:p>
        </p:txBody>
      </p:sp>
      <p:sp>
        <p:nvSpPr>
          <p:cNvPr id="876" name="Google Shape;876;p75"/>
          <p:cNvSpPr txBox="1"/>
          <p:nvPr/>
        </p:nvSpPr>
        <p:spPr>
          <a:xfrm>
            <a:off x="713310" y="3771864"/>
            <a:ext cx="12435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2016-2014</a:t>
            </a:r>
            <a:endParaRPr b="1">
              <a:solidFill>
                <a:schemeClr val="dk1"/>
              </a:solidFill>
              <a:latin typeface="Inconsolata"/>
              <a:ea typeface="Inconsolata"/>
              <a:cs typeface="Inconsolata"/>
              <a:sym typeface="Inconsolata"/>
            </a:endParaRPr>
          </a:p>
        </p:txBody>
      </p:sp>
      <p:sp>
        <p:nvSpPr>
          <p:cNvPr id="877" name="Google Shape;877;p75"/>
          <p:cNvSpPr txBox="1"/>
          <p:nvPr/>
        </p:nvSpPr>
        <p:spPr>
          <a:xfrm>
            <a:off x="1956747" y="3771864"/>
            <a:ext cx="1598700" cy="37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Inconsolata"/>
                <a:ea typeface="Inconsolata"/>
                <a:cs typeface="Inconsolata"/>
                <a:sym typeface="Inconsolata"/>
              </a:rPr>
              <a:t>Team leader</a:t>
            </a:r>
            <a:endParaRPr b="1" sz="1200">
              <a:solidFill>
                <a:schemeClr val="dk1"/>
              </a:solidFill>
              <a:latin typeface="Inconsolata"/>
              <a:ea typeface="Inconsolata"/>
              <a:cs typeface="Inconsolata"/>
              <a:sym typeface="Inconsolata"/>
            </a:endParaRPr>
          </a:p>
        </p:txBody>
      </p:sp>
      <p:sp>
        <p:nvSpPr>
          <p:cNvPr id="878" name="Google Shape;878;p75"/>
          <p:cNvSpPr txBox="1"/>
          <p:nvPr/>
        </p:nvSpPr>
        <p:spPr>
          <a:xfrm>
            <a:off x="5065650" y="1723963"/>
            <a:ext cx="3230700" cy="41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1200"/>
              </a:spcAft>
              <a:buNone/>
            </a:pPr>
            <a:r>
              <a:rPr b="1" lang="en" sz="2000">
                <a:solidFill>
                  <a:schemeClr val="dk1"/>
                </a:solidFill>
                <a:latin typeface="Inconsolata"/>
                <a:ea typeface="Inconsolata"/>
                <a:cs typeface="Inconsolata"/>
                <a:sym typeface="Inconsolata"/>
              </a:rPr>
              <a:t>EDUCATION</a:t>
            </a:r>
            <a:endParaRPr b="1" sz="2000">
              <a:solidFill>
                <a:schemeClr val="dk1"/>
              </a:solidFill>
              <a:latin typeface="Inconsolata"/>
              <a:ea typeface="Inconsolata"/>
              <a:cs typeface="Inconsolata"/>
              <a:sym typeface="Inconsolata"/>
            </a:endParaRPr>
          </a:p>
        </p:txBody>
      </p:sp>
      <p:sp>
        <p:nvSpPr>
          <p:cNvPr id="879" name="Google Shape;879;p75"/>
          <p:cNvSpPr txBox="1"/>
          <p:nvPr/>
        </p:nvSpPr>
        <p:spPr>
          <a:xfrm>
            <a:off x="6821254" y="2170312"/>
            <a:ext cx="1475100" cy="668700"/>
          </a:xfrm>
          <a:prstGeom prst="rect">
            <a:avLst/>
          </a:prstGeom>
          <a:noFill/>
          <a:ln>
            <a:noFill/>
          </a:ln>
        </p:spPr>
        <p:txBody>
          <a:bodyPr anchorCtr="0" anchor="ctr"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Communication</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Writing</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Leadership</a:t>
            </a:r>
            <a:endParaRPr sz="1200">
              <a:solidFill>
                <a:schemeClr val="dk1"/>
              </a:solidFill>
              <a:latin typeface="Inconsolata Medium"/>
              <a:ea typeface="Inconsolata Medium"/>
              <a:cs typeface="Inconsolata Medium"/>
              <a:sym typeface="Inconsolata Medium"/>
            </a:endParaRPr>
          </a:p>
        </p:txBody>
      </p:sp>
      <p:sp>
        <p:nvSpPr>
          <p:cNvPr id="880" name="Google Shape;880;p75"/>
          <p:cNvSpPr txBox="1"/>
          <p:nvPr/>
        </p:nvSpPr>
        <p:spPr>
          <a:xfrm>
            <a:off x="5065650" y="2170312"/>
            <a:ext cx="7794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2010- 2014</a:t>
            </a:r>
            <a:endParaRPr b="1">
              <a:solidFill>
                <a:schemeClr val="dk1"/>
              </a:solidFill>
              <a:latin typeface="Inconsolata"/>
              <a:ea typeface="Inconsolata"/>
              <a:cs typeface="Inconsolata"/>
              <a:sym typeface="Inconsolata"/>
            </a:endParaRPr>
          </a:p>
        </p:txBody>
      </p:sp>
      <p:sp>
        <p:nvSpPr>
          <p:cNvPr id="881" name="Google Shape;881;p75"/>
          <p:cNvSpPr txBox="1"/>
          <p:nvPr/>
        </p:nvSpPr>
        <p:spPr>
          <a:xfrm>
            <a:off x="5845050" y="2170312"/>
            <a:ext cx="976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Inconsolata"/>
                <a:ea typeface="Inconsolata"/>
                <a:cs typeface="Inconsolata"/>
                <a:sym typeface="Inconsolata"/>
              </a:rPr>
              <a:t>Marketing degree</a:t>
            </a:r>
            <a:endParaRPr b="1" sz="1200">
              <a:solidFill>
                <a:schemeClr val="dk1"/>
              </a:solidFill>
              <a:latin typeface="Inconsolata"/>
              <a:ea typeface="Inconsolata"/>
              <a:cs typeface="Inconsolata"/>
              <a:sym typeface="Inconsolata"/>
            </a:endParaRPr>
          </a:p>
        </p:txBody>
      </p:sp>
      <p:sp>
        <p:nvSpPr>
          <p:cNvPr id="882" name="Google Shape;882;p75"/>
          <p:cNvSpPr txBox="1"/>
          <p:nvPr/>
        </p:nvSpPr>
        <p:spPr>
          <a:xfrm>
            <a:off x="6821254" y="3034325"/>
            <a:ext cx="1475100" cy="668700"/>
          </a:xfrm>
          <a:prstGeom prst="rect">
            <a:avLst/>
          </a:prstGeom>
          <a:noFill/>
          <a:ln>
            <a:noFill/>
          </a:ln>
        </p:spPr>
        <p:txBody>
          <a:bodyPr anchorCtr="0" anchor="ctr"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Graphic design</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Creativity</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Curiosity</a:t>
            </a:r>
            <a:endParaRPr sz="1200">
              <a:solidFill>
                <a:schemeClr val="dk1"/>
              </a:solidFill>
              <a:latin typeface="Inconsolata Medium"/>
              <a:ea typeface="Inconsolata Medium"/>
              <a:cs typeface="Inconsolata Medium"/>
              <a:sym typeface="Inconsolata Medium"/>
            </a:endParaRPr>
          </a:p>
        </p:txBody>
      </p:sp>
      <p:sp>
        <p:nvSpPr>
          <p:cNvPr id="883" name="Google Shape;883;p75"/>
          <p:cNvSpPr txBox="1"/>
          <p:nvPr/>
        </p:nvSpPr>
        <p:spPr>
          <a:xfrm>
            <a:off x="5065650" y="3034325"/>
            <a:ext cx="7794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2016- 2017</a:t>
            </a:r>
            <a:endParaRPr b="1">
              <a:solidFill>
                <a:schemeClr val="dk1"/>
              </a:solidFill>
              <a:latin typeface="Inconsolata"/>
              <a:ea typeface="Inconsolata"/>
              <a:cs typeface="Inconsolata"/>
              <a:sym typeface="Inconsolata"/>
            </a:endParaRPr>
          </a:p>
        </p:txBody>
      </p:sp>
      <p:sp>
        <p:nvSpPr>
          <p:cNvPr id="884" name="Google Shape;884;p75"/>
          <p:cNvSpPr txBox="1"/>
          <p:nvPr/>
        </p:nvSpPr>
        <p:spPr>
          <a:xfrm>
            <a:off x="5845050" y="3034325"/>
            <a:ext cx="976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Inconsolata"/>
                <a:ea typeface="Inconsolata"/>
                <a:cs typeface="Inconsolata"/>
                <a:sym typeface="Inconsolata"/>
              </a:rPr>
              <a:t>Master’s in Graphic Design</a:t>
            </a:r>
            <a:endParaRPr b="1" sz="1200">
              <a:solidFill>
                <a:schemeClr val="dk1"/>
              </a:solidFill>
              <a:latin typeface="Inconsolata"/>
              <a:ea typeface="Inconsolata"/>
              <a:cs typeface="Inconsolata"/>
              <a:sym typeface="Inconsolata"/>
            </a:endParaRPr>
          </a:p>
        </p:txBody>
      </p:sp>
      <p:sp>
        <p:nvSpPr>
          <p:cNvPr id="885" name="Google Shape;885;p75"/>
          <p:cNvSpPr txBox="1"/>
          <p:nvPr/>
        </p:nvSpPr>
        <p:spPr>
          <a:xfrm>
            <a:off x="6821254" y="3892613"/>
            <a:ext cx="1475100" cy="668700"/>
          </a:xfrm>
          <a:prstGeom prst="rect">
            <a:avLst/>
          </a:prstGeom>
          <a:noFill/>
          <a:ln>
            <a:noFill/>
          </a:ln>
        </p:spPr>
        <p:txBody>
          <a:bodyPr anchorCtr="0" anchor="ctr" bIns="91425" lIns="171450" spcFirstLastPara="1" rIns="91425" wrap="square" tIns="91425">
            <a:noAutofit/>
          </a:bodyPr>
          <a:lstStyle/>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Creativity</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Adaptability</a:t>
            </a:r>
            <a:endParaRPr sz="1200">
              <a:solidFill>
                <a:schemeClr val="dk1"/>
              </a:solidFill>
              <a:latin typeface="Inconsolata Medium"/>
              <a:ea typeface="Inconsolata Medium"/>
              <a:cs typeface="Inconsolata Medium"/>
              <a:sym typeface="Inconsolata Medium"/>
            </a:endParaRPr>
          </a:p>
          <a:p>
            <a:pPr indent="-121920" lvl="0" marL="91440" rtl="0" algn="l">
              <a:spcBef>
                <a:spcPts val="0"/>
              </a:spcBef>
              <a:spcAft>
                <a:spcPts val="0"/>
              </a:spcAft>
              <a:buClr>
                <a:schemeClr val="dk1"/>
              </a:buClr>
              <a:buSzPts val="1200"/>
              <a:buFont typeface="Inconsolata Medium"/>
              <a:buChar char="●"/>
            </a:pPr>
            <a:r>
              <a:rPr lang="en" sz="1200">
                <a:solidFill>
                  <a:schemeClr val="dk1"/>
                </a:solidFill>
                <a:latin typeface="Inconsolata Medium"/>
                <a:ea typeface="Inconsolata Medium"/>
                <a:cs typeface="Inconsolata Medium"/>
                <a:sym typeface="Inconsolata Medium"/>
              </a:rPr>
              <a:t>Management</a:t>
            </a:r>
            <a:endParaRPr sz="1200">
              <a:solidFill>
                <a:schemeClr val="dk1"/>
              </a:solidFill>
              <a:latin typeface="Inconsolata Medium"/>
              <a:ea typeface="Inconsolata Medium"/>
              <a:cs typeface="Inconsolata Medium"/>
              <a:sym typeface="Inconsolata Medium"/>
            </a:endParaRPr>
          </a:p>
        </p:txBody>
      </p:sp>
      <p:sp>
        <p:nvSpPr>
          <p:cNvPr id="886" name="Google Shape;886;p75"/>
          <p:cNvSpPr txBox="1"/>
          <p:nvPr/>
        </p:nvSpPr>
        <p:spPr>
          <a:xfrm>
            <a:off x="5065650" y="3898363"/>
            <a:ext cx="7794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Inconsolata"/>
                <a:ea typeface="Inconsolata"/>
                <a:cs typeface="Inconsolata"/>
                <a:sym typeface="Inconsolata"/>
              </a:rPr>
              <a:t>2017- 2019</a:t>
            </a:r>
            <a:endParaRPr b="1">
              <a:solidFill>
                <a:schemeClr val="dk1"/>
              </a:solidFill>
              <a:latin typeface="Inconsolata"/>
              <a:ea typeface="Inconsolata"/>
              <a:cs typeface="Inconsolata"/>
              <a:sym typeface="Inconsolata"/>
            </a:endParaRPr>
          </a:p>
        </p:txBody>
      </p:sp>
      <p:sp>
        <p:nvSpPr>
          <p:cNvPr id="887" name="Google Shape;887;p75"/>
          <p:cNvSpPr txBox="1"/>
          <p:nvPr/>
        </p:nvSpPr>
        <p:spPr>
          <a:xfrm>
            <a:off x="5845050" y="3898363"/>
            <a:ext cx="976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Inconsolata"/>
                <a:ea typeface="Inconsolata"/>
                <a:cs typeface="Inconsolata"/>
                <a:sym typeface="Inconsolata"/>
              </a:rPr>
              <a:t>Master’s in Content Creation</a:t>
            </a:r>
            <a:endParaRPr b="1" sz="1200">
              <a:solidFill>
                <a:schemeClr val="dk1"/>
              </a:solidFill>
              <a:latin typeface="Inconsolata"/>
              <a:ea typeface="Inconsolata"/>
              <a:cs typeface="Inconsolata"/>
              <a:sym typeface="Inconsolata"/>
            </a:endParaRPr>
          </a:p>
        </p:txBody>
      </p:sp>
      <p:cxnSp>
        <p:nvCxnSpPr>
          <p:cNvPr id="888" name="Google Shape;888;p75"/>
          <p:cNvCxnSpPr>
            <a:stCxn id="881" idx="1"/>
            <a:endCxn id="884" idx="1"/>
          </p:cNvCxnSpPr>
          <p:nvPr/>
        </p:nvCxnSpPr>
        <p:spPr>
          <a:xfrm>
            <a:off x="5845050" y="2504662"/>
            <a:ext cx="0" cy="864000"/>
          </a:xfrm>
          <a:prstGeom prst="straightConnector1">
            <a:avLst/>
          </a:prstGeom>
          <a:noFill/>
          <a:ln cap="flat" cmpd="sng" w="19050">
            <a:solidFill>
              <a:schemeClr val="lt2"/>
            </a:solidFill>
            <a:prstDash val="solid"/>
            <a:round/>
            <a:headEnd len="med" w="med" type="diamond"/>
            <a:tailEnd len="med" w="med" type="none"/>
          </a:ln>
        </p:spPr>
      </p:cxnSp>
      <p:cxnSp>
        <p:nvCxnSpPr>
          <p:cNvPr id="889" name="Google Shape;889;p75"/>
          <p:cNvCxnSpPr>
            <a:stCxn id="884" idx="1"/>
            <a:endCxn id="887" idx="1"/>
          </p:cNvCxnSpPr>
          <p:nvPr/>
        </p:nvCxnSpPr>
        <p:spPr>
          <a:xfrm>
            <a:off x="5845050" y="3368675"/>
            <a:ext cx="0" cy="864000"/>
          </a:xfrm>
          <a:prstGeom prst="straightConnector1">
            <a:avLst/>
          </a:prstGeom>
          <a:noFill/>
          <a:ln cap="flat" cmpd="sng" w="19050">
            <a:solidFill>
              <a:schemeClr val="lt2"/>
            </a:solidFill>
            <a:prstDash val="solid"/>
            <a:round/>
            <a:headEnd len="med" w="med" type="diamond"/>
            <a:tailEnd len="med" w="med" type="diamond"/>
          </a:ln>
        </p:spPr>
      </p:cxnSp>
      <p:pic>
        <p:nvPicPr>
          <p:cNvPr id="890" name="Google Shape;890;p75"/>
          <p:cNvPicPr preferRelativeResize="0"/>
          <p:nvPr/>
        </p:nvPicPr>
        <p:blipFill rotWithShape="1">
          <a:blip r:embed="rId3">
            <a:alphaModFix/>
          </a:blip>
          <a:srcRect b="39640" l="25672" r="25677" t="25497"/>
          <a:stretch/>
        </p:blipFill>
        <p:spPr>
          <a:xfrm>
            <a:off x="713150" y="576438"/>
            <a:ext cx="914100" cy="982500"/>
          </a:xfrm>
          <a:prstGeom prst="rect">
            <a:avLst/>
          </a:prstGeom>
          <a:noFill/>
          <a:ln cap="flat" cmpd="sng" w="19050">
            <a:solidFill>
              <a:schemeClr val="lt2"/>
            </a:solidFill>
            <a:prstDash val="solid"/>
            <a:round/>
            <a:headEnd len="sm" w="sm" type="none"/>
            <a:tailEnd len="sm" w="sm" type="none"/>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 name="Shape 894"/>
        <p:cNvGrpSpPr/>
        <p:nvPr/>
      </p:nvGrpSpPr>
      <p:grpSpPr>
        <a:xfrm>
          <a:off x="0" y="0"/>
          <a:ext cx="0" cy="0"/>
          <a:chOff x="0" y="0"/>
          <a:chExt cx="0" cy="0"/>
        </a:xfrm>
      </p:grpSpPr>
      <p:sp>
        <p:nvSpPr>
          <p:cNvPr id="895" name="Google Shape;895;p7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PREVIOUS PROJECTS</a:t>
            </a:r>
            <a:endParaRPr/>
          </a:p>
        </p:txBody>
      </p:sp>
      <p:sp>
        <p:nvSpPr>
          <p:cNvPr id="896" name="Google Shape;896;p76"/>
          <p:cNvSpPr txBox="1"/>
          <p:nvPr>
            <p:ph idx="1" type="subTitle"/>
          </p:nvPr>
        </p:nvSpPr>
        <p:spPr>
          <a:xfrm>
            <a:off x="713100" y="2573648"/>
            <a:ext cx="3788100" cy="13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was responsible for managing campaigns across all major social media platforms; creating, curating and optimizing content for maximum engagement; analyzing data to gain insights into customer behavior and maintaining a strong relationship with customers”</a:t>
            </a:r>
            <a:endParaRPr/>
          </a:p>
        </p:txBody>
      </p:sp>
      <p:sp>
        <p:nvSpPr>
          <p:cNvPr id="897" name="Google Shape;897;p76"/>
          <p:cNvSpPr txBox="1"/>
          <p:nvPr>
            <p:ph idx="2" type="subTitle"/>
          </p:nvPr>
        </p:nvSpPr>
        <p:spPr>
          <a:xfrm>
            <a:off x="4642792" y="2573633"/>
            <a:ext cx="3788100" cy="13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have participated throughout my career in crafting SEO-friendly copy, creating promotional videos, designing newsletters and brochures and more. My work has been well received with several pieces being featured in prominent and important publications”</a:t>
            </a:r>
            <a:endParaRPr/>
          </a:p>
        </p:txBody>
      </p:sp>
      <p:sp>
        <p:nvSpPr>
          <p:cNvPr id="898" name="Google Shape;898;p76"/>
          <p:cNvSpPr txBox="1"/>
          <p:nvPr>
            <p:ph idx="3" type="subTitle"/>
          </p:nvPr>
        </p:nvSpPr>
        <p:spPr>
          <a:xfrm>
            <a:off x="713100" y="2173929"/>
            <a:ext cx="37881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MARKETING</a:t>
            </a:r>
            <a:endParaRPr/>
          </a:p>
        </p:txBody>
      </p:sp>
      <p:sp>
        <p:nvSpPr>
          <p:cNvPr id="899" name="Google Shape;899;p76"/>
          <p:cNvSpPr txBox="1"/>
          <p:nvPr>
            <p:ph idx="4" type="subTitle"/>
          </p:nvPr>
        </p:nvSpPr>
        <p:spPr>
          <a:xfrm>
            <a:off x="4642806" y="2173921"/>
            <a:ext cx="37881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 CREATION PROJECTS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 name="Shape 903"/>
        <p:cNvGrpSpPr/>
        <p:nvPr/>
      </p:nvGrpSpPr>
      <p:grpSpPr>
        <a:xfrm>
          <a:off x="0" y="0"/>
          <a:ext cx="0" cy="0"/>
          <a:chOff x="0" y="0"/>
          <a:chExt cx="0" cy="0"/>
        </a:xfrm>
      </p:grpSpPr>
      <p:sp>
        <p:nvSpPr>
          <p:cNvPr id="904" name="Google Shape;904;p77"/>
          <p:cNvSpPr txBox="1"/>
          <p:nvPr>
            <p:ph type="title"/>
          </p:nvPr>
        </p:nvSpPr>
        <p:spPr>
          <a:xfrm>
            <a:off x="1028050" y="539400"/>
            <a:ext cx="4917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COVER LETTER</a:t>
            </a:r>
            <a:endParaRPr/>
          </a:p>
        </p:txBody>
      </p:sp>
      <p:sp>
        <p:nvSpPr>
          <p:cNvPr id="905" name="Google Shape;905;p77"/>
          <p:cNvSpPr txBox="1"/>
          <p:nvPr>
            <p:ph idx="1" type="body"/>
          </p:nvPr>
        </p:nvSpPr>
        <p:spPr>
          <a:xfrm>
            <a:off x="1028050" y="1318875"/>
            <a:ext cx="7049100" cy="280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b="1" lang="en"/>
              <a:t>Welcome to my portfolio!</a:t>
            </a:r>
            <a:endParaRPr/>
          </a:p>
          <a:p>
            <a:pPr indent="0" lvl="0" marL="0" rtl="0" algn="l">
              <a:spcBef>
                <a:spcPts val="1600"/>
              </a:spcBef>
              <a:spcAft>
                <a:spcPts val="0"/>
              </a:spcAft>
              <a:buClr>
                <a:schemeClr val="dk2"/>
              </a:buClr>
              <a:buSzPts val="1100"/>
              <a:buFont typeface="Arial"/>
              <a:buNone/>
            </a:pPr>
            <a:r>
              <a:rPr lang="en"/>
              <a:t>I'm [name], a highly creative and motivated individual, with a passion for [field of expertise]. My portfolio is filled with unique and inspiring content, which showcases my skills in the field. </a:t>
            </a:r>
            <a:endParaRPr/>
          </a:p>
          <a:p>
            <a:pPr indent="0" lvl="0" marL="0" rtl="0" algn="l">
              <a:spcBef>
                <a:spcPts val="1600"/>
              </a:spcBef>
              <a:spcAft>
                <a:spcPts val="0"/>
              </a:spcAft>
              <a:buClr>
                <a:schemeClr val="dk2"/>
              </a:buClr>
              <a:buSzPts val="1100"/>
              <a:buFont typeface="Arial"/>
              <a:buNone/>
            </a:pPr>
            <a:r>
              <a:rPr lang="en"/>
              <a:t>Here you will find everything ranging from writing samples, photographs, videos and more. I strive for excellence in all that I do, and this portfolio serves as a testament to my capabilities and accomplishments. </a:t>
            </a:r>
            <a:endParaRPr/>
          </a:p>
          <a:p>
            <a:pPr indent="0" lvl="0" marL="0" rtl="0" algn="l">
              <a:spcBef>
                <a:spcPts val="1600"/>
              </a:spcBef>
              <a:spcAft>
                <a:spcPts val="0"/>
              </a:spcAft>
              <a:buClr>
                <a:schemeClr val="dk2"/>
              </a:buClr>
              <a:buSzPts val="1100"/>
              <a:buFont typeface="Arial"/>
              <a:buNone/>
            </a:pPr>
            <a:r>
              <a:rPr lang="en"/>
              <a:t>Have a look around, get to know me better, and don't hesitate to reach out if you have any questions or would like to collaborate!</a:t>
            </a:r>
            <a:endParaRPr/>
          </a:p>
          <a:p>
            <a:pPr indent="0" lvl="0" marL="0" rtl="0" algn="l">
              <a:spcBef>
                <a:spcPts val="1600"/>
              </a:spcBef>
              <a:spcAft>
                <a:spcPts val="0"/>
              </a:spcAft>
              <a:buClr>
                <a:schemeClr val="dk2"/>
              </a:buClr>
              <a:buSzPts val="1100"/>
              <a:buFont typeface="Arial"/>
              <a:buNone/>
            </a:pPr>
            <a:r>
              <a:rPr lang="en"/>
              <a:t>Sincerely,</a:t>
            </a:r>
            <a:endParaRPr/>
          </a:p>
        </p:txBody>
      </p:sp>
      <p:sp>
        <p:nvSpPr>
          <p:cNvPr id="906" name="Google Shape;906;p77"/>
          <p:cNvSpPr txBox="1"/>
          <p:nvPr/>
        </p:nvSpPr>
        <p:spPr>
          <a:xfrm>
            <a:off x="4671384" y="3890384"/>
            <a:ext cx="3405900" cy="440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Inconsolata"/>
                <a:ea typeface="Inconsolata"/>
                <a:cs typeface="Inconsolata"/>
                <a:sym typeface="Inconsolata"/>
              </a:rPr>
              <a:t>LISA JONES</a:t>
            </a:r>
            <a:endParaRPr b="1" sz="2000">
              <a:solidFill>
                <a:schemeClr val="dk1"/>
              </a:solidFill>
              <a:latin typeface="Inconsolata"/>
              <a:ea typeface="Inconsolata"/>
              <a:cs typeface="Inconsolata"/>
              <a:sym typeface="Inconsolata"/>
            </a:endParaRPr>
          </a:p>
        </p:txBody>
      </p:sp>
      <p:sp>
        <p:nvSpPr>
          <p:cNvPr id="907" name="Google Shape;907;p77"/>
          <p:cNvSpPr txBox="1"/>
          <p:nvPr/>
        </p:nvSpPr>
        <p:spPr>
          <a:xfrm>
            <a:off x="4671300" y="4221684"/>
            <a:ext cx="3405900" cy="293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a:ea typeface="Inconsolata"/>
                <a:cs typeface="Inconsolata"/>
                <a:sym typeface="Inconsolata"/>
              </a:rPr>
              <a:t>+91  620 421 838 | </a:t>
            </a:r>
            <a:r>
              <a:rPr lang="en" sz="1200">
                <a:solidFill>
                  <a:schemeClr val="dk1"/>
                </a:solidFill>
                <a:latin typeface="Inconsolata"/>
                <a:ea typeface="Inconsolata"/>
                <a:cs typeface="Inconsolata"/>
                <a:sym typeface="Inconsolata"/>
              </a:rPr>
              <a:t> lisa@freepik.com</a:t>
            </a:r>
            <a:endParaRPr sz="1200">
              <a:solidFill>
                <a:schemeClr val="dk1"/>
              </a:solidFill>
              <a:latin typeface="Inconsolata"/>
              <a:ea typeface="Inconsolata"/>
              <a:cs typeface="Inconsolata"/>
              <a:sym typeface="Inconsolata"/>
            </a:endParaRPr>
          </a:p>
        </p:txBody>
      </p:sp>
      <p:sp>
        <p:nvSpPr>
          <p:cNvPr id="908" name="Google Shape;908;p77"/>
          <p:cNvSpPr txBox="1"/>
          <p:nvPr/>
        </p:nvSpPr>
        <p:spPr>
          <a:xfrm>
            <a:off x="5945950" y="539400"/>
            <a:ext cx="2138100" cy="293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Medium"/>
                <a:ea typeface="Inconsolata Medium"/>
                <a:cs typeface="Inconsolata Medium"/>
                <a:sym typeface="Inconsolata Medium"/>
              </a:rPr>
              <a:t>Slidesgo</a:t>
            </a:r>
            <a:endParaRPr sz="1200">
              <a:solidFill>
                <a:schemeClr val="dk1"/>
              </a:solidFill>
              <a:latin typeface="Inconsolata Medium"/>
              <a:ea typeface="Inconsolata Medium"/>
              <a:cs typeface="Inconsolata Medium"/>
              <a:sym typeface="Inconsolata Medium"/>
            </a:endParaRPr>
          </a:p>
        </p:txBody>
      </p:sp>
      <p:sp>
        <p:nvSpPr>
          <p:cNvPr id="909" name="Google Shape;909;p77"/>
          <p:cNvSpPr txBox="1"/>
          <p:nvPr/>
        </p:nvSpPr>
        <p:spPr>
          <a:xfrm>
            <a:off x="5945950" y="771838"/>
            <a:ext cx="2138100" cy="293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Medium"/>
                <a:ea typeface="Inconsolata Medium"/>
                <a:cs typeface="Inconsolata Medium"/>
                <a:sym typeface="Inconsolata Medium"/>
              </a:rPr>
              <a:t>+91  614 513 795</a:t>
            </a:r>
            <a:endParaRPr sz="1200">
              <a:solidFill>
                <a:schemeClr val="dk1"/>
              </a:solidFill>
              <a:latin typeface="Inconsolata Medium"/>
              <a:ea typeface="Inconsolata Medium"/>
              <a:cs typeface="Inconsolata Medium"/>
              <a:sym typeface="Inconsolata Medium"/>
            </a:endParaRPr>
          </a:p>
        </p:txBody>
      </p:sp>
      <p:sp>
        <p:nvSpPr>
          <p:cNvPr id="910" name="Google Shape;910;p77"/>
          <p:cNvSpPr txBox="1"/>
          <p:nvPr/>
        </p:nvSpPr>
        <p:spPr>
          <a:xfrm>
            <a:off x="5945950" y="1004275"/>
            <a:ext cx="2138100" cy="293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Medium"/>
                <a:ea typeface="Inconsolata Medium"/>
                <a:cs typeface="Inconsolata Medium"/>
                <a:sym typeface="Inconsolata Medium"/>
              </a:rPr>
              <a:t>charlie</a:t>
            </a:r>
            <a:r>
              <a:rPr lang="en" sz="1200">
                <a:solidFill>
                  <a:schemeClr val="dk1"/>
                </a:solidFill>
                <a:latin typeface="Inconsolata Medium"/>
                <a:ea typeface="Inconsolata Medium"/>
                <a:cs typeface="Inconsolata Medium"/>
                <a:sym typeface="Inconsolata Medium"/>
              </a:rPr>
              <a:t>@slidesgo.com</a:t>
            </a:r>
            <a:endParaRPr sz="1200">
              <a:solidFill>
                <a:schemeClr val="dk1"/>
              </a:solidFill>
              <a:latin typeface="Inconsolata Medium"/>
              <a:ea typeface="Inconsolata Medium"/>
              <a:cs typeface="Inconsolata Medium"/>
              <a:sym typeface="Inconsolata Medium"/>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 name="Shape 914"/>
        <p:cNvGrpSpPr/>
        <p:nvPr/>
      </p:nvGrpSpPr>
      <p:grpSpPr>
        <a:xfrm>
          <a:off x="0" y="0"/>
          <a:ext cx="0" cy="0"/>
          <a:chOff x="0" y="0"/>
          <a:chExt cx="0" cy="0"/>
        </a:xfrm>
      </p:grpSpPr>
      <p:sp>
        <p:nvSpPr>
          <p:cNvPr id="915" name="Google Shape;915;p78"/>
          <p:cNvSpPr txBox="1"/>
          <p:nvPr>
            <p:ph type="title"/>
          </p:nvPr>
        </p:nvSpPr>
        <p:spPr>
          <a:xfrm>
            <a:off x="1243063" y="3234125"/>
            <a:ext cx="3315300" cy="63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PHOTO SHOWCASE</a:t>
            </a:r>
            <a:endParaRPr/>
          </a:p>
        </p:txBody>
      </p:sp>
      <p:sp>
        <p:nvSpPr>
          <p:cNvPr id="916" name="Google Shape;916;p78"/>
          <p:cNvSpPr txBox="1"/>
          <p:nvPr>
            <p:ph idx="1" type="subTitle"/>
          </p:nvPr>
        </p:nvSpPr>
        <p:spPr>
          <a:xfrm>
            <a:off x="1243063" y="3793700"/>
            <a:ext cx="3315300" cy="73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photo showcase is a collection of stunning images, each capturing a unique moment in time. Let them inspire you!</a:t>
            </a:r>
            <a:endParaRPr/>
          </a:p>
        </p:txBody>
      </p:sp>
      <p:pic>
        <p:nvPicPr>
          <p:cNvPr id="917" name="Google Shape;917;p78"/>
          <p:cNvPicPr preferRelativeResize="0"/>
          <p:nvPr>
            <p:ph idx="2" type="pic"/>
          </p:nvPr>
        </p:nvPicPr>
        <p:blipFill rotWithShape="1">
          <a:blip r:embed="rId3">
            <a:alphaModFix/>
          </a:blip>
          <a:srcRect b="6354" l="0" r="0" t="6354"/>
          <a:stretch/>
        </p:blipFill>
        <p:spPr>
          <a:xfrm>
            <a:off x="4926400" y="612600"/>
            <a:ext cx="3204900" cy="3918300"/>
          </a:xfrm>
          <a:prstGeom prst="rect">
            <a:avLst/>
          </a:prstGeom>
        </p:spPr>
      </p:pic>
      <p:pic>
        <p:nvPicPr>
          <p:cNvPr id="918" name="Google Shape;918;p78"/>
          <p:cNvPicPr preferRelativeResize="0"/>
          <p:nvPr>
            <p:ph idx="3" type="pic"/>
          </p:nvPr>
        </p:nvPicPr>
        <p:blipFill rotWithShape="1">
          <a:blip r:embed="rId4">
            <a:alphaModFix/>
          </a:blip>
          <a:srcRect b="0" l="7798" r="7798" t="0"/>
          <a:stretch/>
        </p:blipFill>
        <p:spPr>
          <a:xfrm>
            <a:off x="1012725" y="612600"/>
            <a:ext cx="3776100" cy="2517300"/>
          </a:xfrm>
          <a:prstGeom prst="rect">
            <a:avLst/>
          </a:prstGeom>
        </p:spPr>
      </p:pic>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sp>
        <p:nvSpPr>
          <p:cNvPr id="923" name="Google Shape;923;p79"/>
          <p:cNvSpPr txBox="1"/>
          <p:nvPr>
            <p:ph type="title"/>
          </p:nvPr>
        </p:nvSpPr>
        <p:spPr>
          <a:xfrm>
            <a:off x="5346900" y="2836050"/>
            <a:ext cx="3084000" cy="57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MY BEST WORK</a:t>
            </a:r>
            <a:endParaRPr/>
          </a:p>
        </p:txBody>
      </p:sp>
      <p:sp>
        <p:nvSpPr>
          <p:cNvPr id="924" name="Google Shape;924;p79"/>
          <p:cNvSpPr txBox="1"/>
          <p:nvPr>
            <p:ph idx="1" type="subTitle"/>
          </p:nvPr>
        </p:nvSpPr>
        <p:spPr>
          <a:xfrm>
            <a:off x="5346900" y="3338250"/>
            <a:ext cx="3084000" cy="10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 an artist, it's my job to capture the beauty, joy and emotion of the world around me. I strive to create something unique in each piece, combining technique and detail”</a:t>
            </a:r>
            <a:endParaRPr/>
          </a:p>
        </p:txBody>
      </p:sp>
      <p:pic>
        <p:nvPicPr>
          <p:cNvPr id="925" name="Google Shape;925;p79"/>
          <p:cNvPicPr preferRelativeResize="0"/>
          <p:nvPr>
            <p:ph idx="2" type="pic"/>
          </p:nvPr>
        </p:nvPicPr>
        <p:blipFill rotWithShape="1">
          <a:blip r:embed="rId3">
            <a:alphaModFix/>
          </a:blip>
          <a:srcRect b="26703" l="0" r="0" t="26703"/>
          <a:stretch/>
        </p:blipFill>
        <p:spPr>
          <a:xfrm>
            <a:off x="5346900" y="748350"/>
            <a:ext cx="3084000" cy="2011500"/>
          </a:xfrm>
          <a:prstGeom prst="rect">
            <a:avLst/>
          </a:prstGeom>
        </p:spPr>
      </p:pic>
      <p:pic>
        <p:nvPicPr>
          <p:cNvPr id="926" name="Google Shape;926;p79"/>
          <p:cNvPicPr preferRelativeResize="0"/>
          <p:nvPr>
            <p:ph idx="3" type="pic"/>
          </p:nvPr>
        </p:nvPicPr>
        <p:blipFill rotWithShape="1">
          <a:blip r:embed="rId4">
            <a:alphaModFix/>
          </a:blip>
          <a:srcRect b="0" l="7869" r="7869" t="0"/>
          <a:stretch/>
        </p:blipFill>
        <p:spPr>
          <a:xfrm>
            <a:off x="713100" y="748350"/>
            <a:ext cx="2193899" cy="3646800"/>
          </a:xfrm>
          <a:prstGeom prst="rect">
            <a:avLst/>
          </a:prstGeom>
        </p:spPr>
      </p:pic>
      <p:pic>
        <p:nvPicPr>
          <p:cNvPr id="927" name="Google Shape;927;p79"/>
          <p:cNvPicPr preferRelativeResize="0"/>
          <p:nvPr>
            <p:ph idx="4" type="pic"/>
          </p:nvPr>
        </p:nvPicPr>
        <p:blipFill rotWithShape="1">
          <a:blip r:embed="rId5">
            <a:alphaModFix/>
          </a:blip>
          <a:srcRect b="0" l="4939" r="4930" t="0"/>
          <a:stretch/>
        </p:blipFill>
        <p:spPr>
          <a:xfrm>
            <a:off x="3028459" y="748350"/>
            <a:ext cx="2193898" cy="3646802"/>
          </a:xfrm>
          <a:prstGeom prst="rect">
            <a:avLst/>
          </a:prstGeom>
        </p:spPr>
      </p:pic>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pic>
        <p:nvPicPr>
          <p:cNvPr id="932" name="Google Shape;932;p80"/>
          <p:cNvPicPr preferRelativeResize="0"/>
          <p:nvPr>
            <p:ph idx="2" type="pic"/>
          </p:nvPr>
        </p:nvPicPr>
        <p:blipFill rotWithShape="1">
          <a:blip r:embed="rId3">
            <a:alphaModFix/>
          </a:blip>
          <a:srcRect b="0" l="39" r="49" t="0"/>
          <a:stretch/>
        </p:blipFill>
        <p:spPr>
          <a:xfrm>
            <a:off x="0" y="0"/>
            <a:ext cx="9144000" cy="5143501"/>
          </a:xfrm>
          <a:prstGeom prst="rect">
            <a:avLst/>
          </a:prstGeom>
        </p:spPr>
      </p:pic>
      <p:sp>
        <p:nvSpPr>
          <p:cNvPr id="933" name="Google Shape;933;p80"/>
          <p:cNvSpPr txBox="1"/>
          <p:nvPr>
            <p:ph type="title"/>
          </p:nvPr>
        </p:nvSpPr>
        <p:spPr>
          <a:xfrm>
            <a:off x="713100" y="4128325"/>
            <a:ext cx="7717500" cy="47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"CREATIVITY IS THE KEY TO UNLOCKING YOUR TRUE POTENTIAL"</a:t>
            </a:r>
            <a:endParaRPr/>
          </a:p>
        </p:txBody>
      </p:sp>
      <p:grpSp>
        <p:nvGrpSpPr>
          <p:cNvPr id="934" name="Google Shape;934;p80"/>
          <p:cNvGrpSpPr/>
          <p:nvPr/>
        </p:nvGrpSpPr>
        <p:grpSpPr>
          <a:xfrm flipH="1">
            <a:off x="8365593" y="1049075"/>
            <a:ext cx="497249" cy="976150"/>
            <a:chOff x="7201582" y="214675"/>
            <a:chExt cx="497249" cy="976150"/>
          </a:xfrm>
        </p:grpSpPr>
        <p:sp>
          <p:nvSpPr>
            <p:cNvPr id="935" name="Google Shape;935;p80"/>
            <p:cNvSpPr/>
            <p:nvPr/>
          </p:nvSpPr>
          <p:spPr>
            <a:xfrm>
              <a:off x="7201582" y="2146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936" name="Google Shape;936;p80"/>
            <p:cNvSpPr/>
            <p:nvPr/>
          </p:nvSpPr>
          <p:spPr>
            <a:xfrm>
              <a:off x="7223032" y="715025"/>
              <a:ext cx="475800" cy="4758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nvGrpSpPr>
          <p:cNvPr id="937" name="Google Shape;937;p80"/>
          <p:cNvGrpSpPr/>
          <p:nvPr/>
        </p:nvGrpSpPr>
        <p:grpSpPr>
          <a:xfrm flipH="1">
            <a:off x="-1229418" y="-1476999"/>
            <a:ext cx="3397671" cy="3408236"/>
            <a:chOff x="6836771" y="-1476999"/>
            <a:chExt cx="3397671" cy="3408236"/>
          </a:xfrm>
        </p:grpSpPr>
        <p:grpSp>
          <p:nvGrpSpPr>
            <p:cNvPr id="938" name="Google Shape;938;p80"/>
            <p:cNvGrpSpPr/>
            <p:nvPr/>
          </p:nvGrpSpPr>
          <p:grpSpPr>
            <a:xfrm>
              <a:off x="6836771" y="832876"/>
              <a:ext cx="1170236" cy="1098361"/>
              <a:chOff x="210171" y="2649526"/>
              <a:chExt cx="1170236" cy="1098361"/>
            </a:xfrm>
          </p:grpSpPr>
          <p:sp>
            <p:nvSpPr>
              <p:cNvPr id="939" name="Google Shape;939;p80"/>
              <p:cNvSpPr/>
              <p:nvPr/>
            </p:nvSpPr>
            <p:spPr>
              <a:xfrm>
                <a:off x="1127807" y="34952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940" name="Google Shape;940;p80"/>
              <p:cNvSpPr/>
              <p:nvPr/>
            </p:nvSpPr>
            <p:spPr>
              <a:xfrm>
                <a:off x="210175" y="264952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941" name="Google Shape;941;p80"/>
              <p:cNvSpPr/>
              <p:nvPr/>
            </p:nvSpPr>
            <p:spPr>
              <a:xfrm>
                <a:off x="210171" y="29726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
          <p:nvSpPr>
            <p:cNvPr id="942" name="Google Shape;942;p80"/>
            <p:cNvSpPr/>
            <p:nvPr/>
          </p:nvSpPr>
          <p:spPr>
            <a:xfrm>
              <a:off x="7191749" y="-1476999"/>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8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PEOPLE SAY ABOUT ME</a:t>
            </a:r>
            <a:endParaRPr/>
          </a:p>
        </p:txBody>
      </p:sp>
      <p:sp>
        <p:nvSpPr>
          <p:cNvPr id="948" name="Google Shape;948;p81"/>
          <p:cNvSpPr txBox="1"/>
          <p:nvPr>
            <p:ph idx="3" type="subTitle"/>
          </p:nvPr>
        </p:nvSpPr>
        <p:spPr>
          <a:xfrm>
            <a:off x="720000" y="3593592"/>
            <a:ext cx="3432000" cy="85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person has a strong technical understanding in order to develop successful strategies. Highly recommended for any kind of project or task”</a:t>
            </a:r>
            <a:endParaRPr/>
          </a:p>
        </p:txBody>
      </p:sp>
      <p:sp>
        <p:nvSpPr>
          <p:cNvPr id="949" name="Google Shape;949;p81"/>
          <p:cNvSpPr txBox="1"/>
          <p:nvPr>
            <p:ph idx="1" type="subTitle"/>
          </p:nvPr>
        </p:nvSpPr>
        <p:spPr>
          <a:xfrm>
            <a:off x="720000" y="1780825"/>
            <a:ext cx="3432000" cy="85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have been impressed by the quality, attention to detail and creative approach brought to every project made”</a:t>
            </a:r>
            <a:endParaRPr/>
          </a:p>
        </p:txBody>
      </p:sp>
      <p:sp>
        <p:nvSpPr>
          <p:cNvPr id="950" name="Google Shape;950;p81"/>
          <p:cNvSpPr txBox="1"/>
          <p:nvPr>
            <p:ph idx="2" type="subTitle"/>
          </p:nvPr>
        </p:nvSpPr>
        <p:spPr>
          <a:xfrm>
            <a:off x="4992001" y="1780825"/>
            <a:ext cx="3432000" cy="85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“Projects and campaigns are always taken to another level with ideas that come from this person. Digital marketing and content creation experience is quite evident”</a:t>
            </a:r>
            <a:endParaRPr/>
          </a:p>
        </p:txBody>
      </p:sp>
      <p:sp>
        <p:nvSpPr>
          <p:cNvPr id="951" name="Google Shape;951;p81"/>
          <p:cNvSpPr txBox="1"/>
          <p:nvPr>
            <p:ph idx="4" type="subTitle"/>
          </p:nvPr>
        </p:nvSpPr>
        <p:spPr>
          <a:xfrm>
            <a:off x="4992001" y="3593592"/>
            <a:ext cx="3432000" cy="85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 creation is top-notch, with engaging yet professional writing style tailored to different audiences while keeping a steady brand message”</a:t>
            </a:r>
            <a:endParaRPr/>
          </a:p>
        </p:txBody>
      </p:sp>
      <p:sp>
        <p:nvSpPr>
          <p:cNvPr id="952" name="Google Shape;952;p81"/>
          <p:cNvSpPr txBox="1"/>
          <p:nvPr>
            <p:ph idx="5" type="subTitle"/>
          </p:nvPr>
        </p:nvSpPr>
        <p:spPr>
          <a:xfrm>
            <a:off x="720001" y="1462225"/>
            <a:ext cx="3432000" cy="40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EMPLOYER </a:t>
            </a:r>
            <a:r>
              <a:rPr lang="en"/>
              <a:t>1</a:t>
            </a:r>
            <a:endParaRPr/>
          </a:p>
        </p:txBody>
      </p:sp>
      <p:sp>
        <p:nvSpPr>
          <p:cNvPr id="953" name="Google Shape;953;p81"/>
          <p:cNvSpPr txBox="1"/>
          <p:nvPr>
            <p:ph idx="6" type="subTitle"/>
          </p:nvPr>
        </p:nvSpPr>
        <p:spPr>
          <a:xfrm>
            <a:off x="4992001" y="1462225"/>
            <a:ext cx="3432000" cy="40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EMPLOYER 2</a:t>
            </a:r>
            <a:endParaRPr/>
          </a:p>
        </p:txBody>
      </p:sp>
      <p:sp>
        <p:nvSpPr>
          <p:cNvPr id="954" name="Google Shape;954;p81"/>
          <p:cNvSpPr txBox="1"/>
          <p:nvPr>
            <p:ph idx="7" type="subTitle"/>
          </p:nvPr>
        </p:nvSpPr>
        <p:spPr>
          <a:xfrm>
            <a:off x="720001" y="3276623"/>
            <a:ext cx="3432000" cy="40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EMPLOYER 3</a:t>
            </a:r>
            <a:endParaRPr/>
          </a:p>
        </p:txBody>
      </p:sp>
      <p:sp>
        <p:nvSpPr>
          <p:cNvPr id="955" name="Google Shape;955;p81"/>
          <p:cNvSpPr txBox="1"/>
          <p:nvPr>
            <p:ph idx="8" type="subTitle"/>
          </p:nvPr>
        </p:nvSpPr>
        <p:spPr>
          <a:xfrm>
            <a:off x="4992001" y="3276623"/>
            <a:ext cx="3432000" cy="40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EMPLOYER 4</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 name="Shape 959"/>
        <p:cNvGrpSpPr/>
        <p:nvPr/>
      </p:nvGrpSpPr>
      <p:grpSpPr>
        <a:xfrm>
          <a:off x="0" y="0"/>
          <a:ext cx="0" cy="0"/>
          <a:chOff x="0" y="0"/>
          <a:chExt cx="0" cy="0"/>
        </a:xfrm>
      </p:grpSpPr>
      <p:sp>
        <p:nvSpPr>
          <p:cNvPr id="960" name="Google Shape;960;p82"/>
          <p:cNvSpPr txBox="1"/>
          <p:nvPr>
            <p:ph idx="5" type="subTitle"/>
          </p:nvPr>
        </p:nvSpPr>
        <p:spPr>
          <a:xfrm>
            <a:off x="5911624" y="1780825"/>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“With excellent verbal and written skills, I can effectively convey complex messages to a variety of target audiences"</a:t>
            </a:r>
            <a:endParaRPr/>
          </a:p>
        </p:txBody>
      </p:sp>
      <p:sp>
        <p:nvSpPr>
          <p:cNvPr id="961" name="Google Shape;961;p82"/>
          <p:cNvSpPr txBox="1"/>
          <p:nvPr>
            <p:ph idx="6" type="subTitle"/>
          </p:nvPr>
        </p:nvSpPr>
        <p:spPr>
          <a:xfrm>
            <a:off x="5911729" y="3594750"/>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is one of the essential part of my daily job, and I am sensitive towards different cultures"</a:t>
            </a:r>
            <a:endParaRPr/>
          </a:p>
        </p:txBody>
      </p:sp>
      <p:sp>
        <p:nvSpPr>
          <p:cNvPr id="962" name="Google Shape;962;p8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SKILLS AND QUALIFICATIONS</a:t>
            </a:r>
            <a:endParaRPr/>
          </a:p>
        </p:txBody>
      </p:sp>
      <p:sp>
        <p:nvSpPr>
          <p:cNvPr id="963" name="Google Shape;963;p82"/>
          <p:cNvSpPr txBox="1"/>
          <p:nvPr>
            <p:ph idx="1" type="subTitle"/>
          </p:nvPr>
        </p:nvSpPr>
        <p:spPr>
          <a:xfrm>
            <a:off x="712625" y="1780825"/>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possess leadership abilities that have been sharpened through past roles where I was responsible for the teams”</a:t>
            </a:r>
            <a:endParaRPr/>
          </a:p>
        </p:txBody>
      </p:sp>
      <p:sp>
        <p:nvSpPr>
          <p:cNvPr id="964" name="Google Shape;964;p82"/>
          <p:cNvSpPr txBox="1"/>
          <p:nvPr>
            <p:ph idx="2" type="subTitle"/>
          </p:nvPr>
        </p:nvSpPr>
        <p:spPr>
          <a:xfrm>
            <a:off x="3312159" y="1780825"/>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problem-solving capabilities have enabled me to solve difficult issues in the past, using creative and innovative solutions”</a:t>
            </a:r>
            <a:endParaRPr/>
          </a:p>
        </p:txBody>
      </p:sp>
      <p:sp>
        <p:nvSpPr>
          <p:cNvPr id="965" name="Google Shape;965;p82"/>
          <p:cNvSpPr txBox="1"/>
          <p:nvPr>
            <p:ph idx="3" type="subTitle"/>
          </p:nvPr>
        </p:nvSpPr>
        <p:spPr>
          <a:xfrm>
            <a:off x="712625" y="3594750"/>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proactivity allows me to plan ahead and prioritize tasks according to objectives and different deadlines"</a:t>
            </a:r>
            <a:endParaRPr/>
          </a:p>
        </p:txBody>
      </p:sp>
      <p:sp>
        <p:nvSpPr>
          <p:cNvPr id="966" name="Google Shape;966;p82"/>
          <p:cNvSpPr txBox="1"/>
          <p:nvPr>
            <p:ph idx="4" type="subTitle"/>
          </p:nvPr>
        </p:nvSpPr>
        <p:spPr>
          <a:xfrm>
            <a:off x="3312177" y="3594750"/>
            <a:ext cx="2519100" cy="100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am knowledgeable in several technical areas such as programming languages that support my ambition in my specific field"</a:t>
            </a:r>
            <a:endParaRPr/>
          </a:p>
        </p:txBody>
      </p:sp>
      <p:sp>
        <p:nvSpPr>
          <p:cNvPr id="967" name="Google Shape;967;p82"/>
          <p:cNvSpPr txBox="1"/>
          <p:nvPr>
            <p:ph idx="7" type="subTitle"/>
          </p:nvPr>
        </p:nvSpPr>
        <p:spPr>
          <a:xfrm>
            <a:off x="3312125" y="114602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PROBLEM-SOLVING</a:t>
            </a:r>
            <a:endParaRPr/>
          </a:p>
        </p:txBody>
      </p:sp>
      <p:sp>
        <p:nvSpPr>
          <p:cNvPr id="968" name="Google Shape;968;p82"/>
          <p:cNvSpPr txBox="1"/>
          <p:nvPr>
            <p:ph idx="8" type="subTitle"/>
          </p:nvPr>
        </p:nvSpPr>
        <p:spPr>
          <a:xfrm>
            <a:off x="3312125" y="296007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TECHNICAL SKILL</a:t>
            </a:r>
            <a:endParaRPr/>
          </a:p>
        </p:txBody>
      </p:sp>
      <p:sp>
        <p:nvSpPr>
          <p:cNvPr id="969" name="Google Shape;969;p82"/>
          <p:cNvSpPr txBox="1"/>
          <p:nvPr>
            <p:ph idx="9" type="subTitle"/>
          </p:nvPr>
        </p:nvSpPr>
        <p:spPr>
          <a:xfrm>
            <a:off x="5911799" y="114602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COMMUNICATIONS</a:t>
            </a:r>
            <a:endParaRPr/>
          </a:p>
        </p:txBody>
      </p:sp>
      <p:sp>
        <p:nvSpPr>
          <p:cNvPr id="970" name="Google Shape;970;p82"/>
          <p:cNvSpPr txBox="1"/>
          <p:nvPr>
            <p:ph idx="13" type="subTitle"/>
          </p:nvPr>
        </p:nvSpPr>
        <p:spPr>
          <a:xfrm>
            <a:off x="5911799" y="296007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INTERPERSONAL SKILLS</a:t>
            </a:r>
            <a:endParaRPr/>
          </a:p>
        </p:txBody>
      </p:sp>
      <p:sp>
        <p:nvSpPr>
          <p:cNvPr id="971" name="Google Shape;971;p82"/>
          <p:cNvSpPr txBox="1"/>
          <p:nvPr>
            <p:ph idx="14" type="subTitle"/>
          </p:nvPr>
        </p:nvSpPr>
        <p:spPr>
          <a:xfrm>
            <a:off x="712625" y="114602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LEADERSHIP</a:t>
            </a:r>
            <a:endParaRPr/>
          </a:p>
        </p:txBody>
      </p:sp>
      <p:sp>
        <p:nvSpPr>
          <p:cNvPr id="972" name="Google Shape;972;p82"/>
          <p:cNvSpPr txBox="1"/>
          <p:nvPr>
            <p:ph idx="15" type="subTitle"/>
          </p:nvPr>
        </p:nvSpPr>
        <p:spPr>
          <a:xfrm>
            <a:off x="712625" y="2960075"/>
            <a:ext cx="2519100" cy="72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ORGANIZATION</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 name="Shape 976"/>
        <p:cNvGrpSpPr/>
        <p:nvPr/>
      </p:nvGrpSpPr>
      <p:grpSpPr>
        <a:xfrm>
          <a:off x="0" y="0"/>
          <a:ext cx="0" cy="0"/>
          <a:chOff x="0" y="0"/>
          <a:chExt cx="0" cy="0"/>
        </a:xfrm>
      </p:grpSpPr>
      <p:sp>
        <p:nvSpPr>
          <p:cNvPr id="977" name="Google Shape;977;p83"/>
          <p:cNvSpPr txBox="1"/>
          <p:nvPr>
            <p:ph type="title"/>
          </p:nvPr>
        </p:nvSpPr>
        <p:spPr>
          <a:xfrm>
            <a:off x="5139350" y="1129250"/>
            <a:ext cx="3291600" cy="100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200</a:t>
            </a:r>
            <a:endParaRPr/>
          </a:p>
        </p:txBody>
      </p:sp>
      <p:sp>
        <p:nvSpPr>
          <p:cNvPr id="978" name="Google Shape;978;p83"/>
          <p:cNvSpPr txBox="1"/>
          <p:nvPr>
            <p:ph idx="1" type="subTitle"/>
          </p:nvPr>
        </p:nvSpPr>
        <p:spPr>
          <a:xfrm>
            <a:off x="713100" y="3394750"/>
            <a:ext cx="2248500" cy="61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number of projects I have worked on so far</a:t>
            </a:r>
            <a:endParaRPr/>
          </a:p>
        </p:txBody>
      </p:sp>
      <p:grpSp>
        <p:nvGrpSpPr>
          <p:cNvPr id="979" name="Google Shape;979;p83"/>
          <p:cNvGrpSpPr/>
          <p:nvPr/>
        </p:nvGrpSpPr>
        <p:grpSpPr>
          <a:xfrm>
            <a:off x="611546" y="-801024"/>
            <a:ext cx="3928696" cy="3230811"/>
            <a:chOff x="5160521" y="-1436824"/>
            <a:chExt cx="3928696" cy="3230811"/>
          </a:xfrm>
        </p:grpSpPr>
        <p:grpSp>
          <p:nvGrpSpPr>
            <p:cNvPr id="980" name="Google Shape;980;p83"/>
            <p:cNvGrpSpPr/>
            <p:nvPr/>
          </p:nvGrpSpPr>
          <p:grpSpPr>
            <a:xfrm>
              <a:off x="5160521" y="791726"/>
              <a:ext cx="1145586" cy="1002261"/>
              <a:chOff x="-260779" y="4669501"/>
              <a:chExt cx="1145586" cy="1002261"/>
            </a:xfrm>
          </p:grpSpPr>
          <p:sp>
            <p:nvSpPr>
              <p:cNvPr id="981" name="Google Shape;981;p83"/>
              <p:cNvSpPr/>
              <p:nvPr/>
            </p:nvSpPr>
            <p:spPr>
              <a:xfrm>
                <a:off x="632207" y="5157850"/>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982" name="Google Shape;982;p83"/>
              <p:cNvSpPr/>
              <p:nvPr/>
            </p:nvSpPr>
            <p:spPr>
              <a:xfrm>
                <a:off x="471475" y="4669501"/>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983" name="Google Shape;983;p83"/>
              <p:cNvSpPr/>
              <p:nvPr/>
            </p:nvSpPr>
            <p:spPr>
              <a:xfrm>
                <a:off x="-260779" y="4896562"/>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sp>
          <p:nvSpPr>
            <p:cNvPr id="984" name="Google Shape;984;p83"/>
            <p:cNvSpPr/>
            <p:nvPr/>
          </p:nvSpPr>
          <p:spPr>
            <a:xfrm>
              <a:off x="6046524" y="-1436824"/>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5" name="Google Shape;985;p83"/>
          <p:cNvGrpSpPr/>
          <p:nvPr/>
        </p:nvGrpSpPr>
        <p:grpSpPr>
          <a:xfrm rot="-1129765">
            <a:off x="7305084" y="4133507"/>
            <a:ext cx="1152521" cy="1115515"/>
            <a:chOff x="7245842" y="780332"/>
            <a:chExt cx="511029" cy="494621"/>
          </a:xfrm>
        </p:grpSpPr>
        <p:sp>
          <p:nvSpPr>
            <p:cNvPr id="986" name="Google Shape;986;p83"/>
            <p:cNvSpPr/>
            <p:nvPr/>
          </p:nvSpPr>
          <p:spPr>
            <a:xfrm>
              <a:off x="7245842" y="780332"/>
              <a:ext cx="511029" cy="494621"/>
            </a:xfrm>
            <a:custGeom>
              <a:rect b="b" l="l" r="r" t="t"/>
              <a:pathLst>
                <a:path extrusionOk="0" h="294417" w="304184">
                  <a:moveTo>
                    <a:pt x="302338" y="168644"/>
                  </a:moveTo>
                  <a:cubicBezTo>
                    <a:pt x="302556" y="167204"/>
                    <a:pt x="302740" y="165747"/>
                    <a:pt x="302924" y="164290"/>
                  </a:cubicBezTo>
                  <a:cubicBezTo>
                    <a:pt x="303795" y="157089"/>
                    <a:pt x="304231" y="149703"/>
                    <a:pt x="304180" y="142318"/>
                  </a:cubicBezTo>
                  <a:cubicBezTo>
                    <a:pt x="304113" y="140191"/>
                    <a:pt x="303996" y="138047"/>
                    <a:pt x="303829" y="135937"/>
                  </a:cubicBezTo>
                  <a:cubicBezTo>
                    <a:pt x="300948" y="98105"/>
                    <a:pt x="283748" y="63237"/>
                    <a:pt x="255396" y="37748"/>
                  </a:cubicBezTo>
                  <a:cubicBezTo>
                    <a:pt x="226959" y="12191"/>
                    <a:pt x="190299" y="-1190"/>
                    <a:pt x="152182" y="83"/>
                  </a:cubicBezTo>
                  <a:cubicBezTo>
                    <a:pt x="118771" y="1188"/>
                    <a:pt x="87621" y="13196"/>
                    <a:pt x="62099" y="34817"/>
                  </a:cubicBezTo>
                  <a:cubicBezTo>
                    <a:pt x="37346" y="55784"/>
                    <a:pt x="19963" y="84657"/>
                    <a:pt x="13180" y="116142"/>
                  </a:cubicBezTo>
                  <a:cubicBezTo>
                    <a:pt x="12829" y="117783"/>
                    <a:pt x="12493" y="119458"/>
                    <a:pt x="12192" y="121199"/>
                  </a:cubicBezTo>
                  <a:cubicBezTo>
                    <a:pt x="11271" y="128484"/>
                    <a:pt x="13331" y="135451"/>
                    <a:pt x="15324" y="142184"/>
                  </a:cubicBezTo>
                  <a:cubicBezTo>
                    <a:pt x="17048" y="147995"/>
                    <a:pt x="18673" y="153488"/>
                    <a:pt x="18472" y="159048"/>
                  </a:cubicBezTo>
                  <a:cubicBezTo>
                    <a:pt x="17836" y="164776"/>
                    <a:pt x="14051" y="169331"/>
                    <a:pt x="10065" y="174137"/>
                  </a:cubicBezTo>
                  <a:cubicBezTo>
                    <a:pt x="5694" y="179413"/>
                    <a:pt x="1172" y="184872"/>
                    <a:pt x="0" y="192526"/>
                  </a:cubicBezTo>
                  <a:lnTo>
                    <a:pt x="0" y="192777"/>
                  </a:lnTo>
                  <a:cubicBezTo>
                    <a:pt x="50" y="194770"/>
                    <a:pt x="1072" y="197550"/>
                    <a:pt x="2009" y="199526"/>
                  </a:cubicBezTo>
                  <a:cubicBezTo>
                    <a:pt x="2512" y="200514"/>
                    <a:pt x="3132" y="201536"/>
                    <a:pt x="3818" y="202541"/>
                  </a:cubicBezTo>
                  <a:cubicBezTo>
                    <a:pt x="5510" y="204986"/>
                    <a:pt x="7704" y="207448"/>
                    <a:pt x="10752" y="210311"/>
                  </a:cubicBezTo>
                  <a:lnTo>
                    <a:pt x="10835" y="210395"/>
                  </a:lnTo>
                  <a:cubicBezTo>
                    <a:pt x="13113" y="212170"/>
                    <a:pt x="15391" y="213862"/>
                    <a:pt x="17601" y="215520"/>
                  </a:cubicBezTo>
                  <a:cubicBezTo>
                    <a:pt x="24032" y="220309"/>
                    <a:pt x="30094" y="224831"/>
                    <a:pt x="35219" y="230408"/>
                  </a:cubicBezTo>
                  <a:cubicBezTo>
                    <a:pt x="36107" y="231363"/>
                    <a:pt x="36860" y="232250"/>
                    <a:pt x="37547" y="233121"/>
                  </a:cubicBezTo>
                  <a:cubicBezTo>
                    <a:pt x="47780" y="261541"/>
                    <a:pt x="74056" y="279863"/>
                    <a:pt x="117784" y="289090"/>
                  </a:cubicBezTo>
                  <a:cubicBezTo>
                    <a:pt x="119324" y="289526"/>
                    <a:pt x="120915" y="289928"/>
                    <a:pt x="122490" y="290313"/>
                  </a:cubicBezTo>
                  <a:cubicBezTo>
                    <a:pt x="135351" y="293428"/>
                    <a:pt x="148632" y="294785"/>
                    <a:pt x="161963" y="294332"/>
                  </a:cubicBezTo>
                  <a:cubicBezTo>
                    <a:pt x="182310" y="293662"/>
                    <a:pt x="201888" y="288906"/>
                    <a:pt x="220159" y="280214"/>
                  </a:cubicBezTo>
                  <a:cubicBezTo>
                    <a:pt x="221583" y="279528"/>
                    <a:pt x="222940" y="278858"/>
                    <a:pt x="224145" y="278238"/>
                  </a:cubicBezTo>
                  <a:cubicBezTo>
                    <a:pt x="230643" y="275257"/>
                    <a:pt x="235835" y="270384"/>
                    <a:pt x="238397" y="264857"/>
                  </a:cubicBezTo>
                  <a:cubicBezTo>
                    <a:pt x="243489" y="255730"/>
                    <a:pt x="250690" y="249316"/>
                    <a:pt x="257087" y="244241"/>
                  </a:cubicBezTo>
                  <a:cubicBezTo>
                    <a:pt x="257891" y="243605"/>
                    <a:pt x="258694" y="242985"/>
                    <a:pt x="259465" y="242382"/>
                  </a:cubicBezTo>
                  <a:cubicBezTo>
                    <a:pt x="265427" y="238095"/>
                    <a:pt x="271322" y="233356"/>
                    <a:pt x="272042" y="226724"/>
                  </a:cubicBezTo>
                  <a:cubicBezTo>
                    <a:pt x="272277" y="224329"/>
                    <a:pt x="272411" y="221767"/>
                    <a:pt x="272528" y="219305"/>
                  </a:cubicBezTo>
                  <a:cubicBezTo>
                    <a:pt x="273097" y="207816"/>
                    <a:pt x="273667" y="195926"/>
                    <a:pt x="285407" y="190416"/>
                  </a:cubicBezTo>
                  <a:lnTo>
                    <a:pt x="286244" y="189813"/>
                  </a:lnTo>
                  <a:cubicBezTo>
                    <a:pt x="286847" y="189344"/>
                    <a:pt x="287466" y="188875"/>
                    <a:pt x="288069" y="188406"/>
                  </a:cubicBezTo>
                  <a:cubicBezTo>
                    <a:pt x="294734" y="183198"/>
                    <a:pt x="300848" y="177771"/>
                    <a:pt x="302355" y="168678"/>
                  </a:cubicBezTo>
                  <a:moveTo>
                    <a:pt x="278976" y="185609"/>
                  </a:moveTo>
                  <a:lnTo>
                    <a:pt x="276296" y="187451"/>
                  </a:lnTo>
                  <a:cubicBezTo>
                    <a:pt x="273131" y="188490"/>
                    <a:pt x="270569" y="189763"/>
                    <a:pt x="268458" y="191287"/>
                  </a:cubicBezTo>
                  <a:cubicBezTo>
                    <a:pt x="267437" y="192023"/>
                    <a:pt x="266516" y="192844"/>
                    <a:pt x="265661" y="193782"/>
                  </a:cubicBezTo>
                  <a:cubicBezTo>
                    <a:pt x="259649" y="201201"/>
                    <a:pt x="260621" y="209893"/>
                    <a:pt x="261575" y="218317"/>
                  </a:cubicBezTo>
                  <a:cubicBezTo>
                    <a:pt x="261860" y="220845"/>
                    <a:pt x="262144" y="223475"/>
                    <a:pt x="262229" y="225987"/>
                  </a:cubicBezTo>
                  <a:cubicBezTo>
                    <a:pt x="262379" y="230626"/>
                    <a:pt x="259532" y="233841"/>
                    <a:pt x="255764" y="237526"/>
                  </a:cubicBezTo>
                  <a:cubicBezTo>
                    <a:pt x="255311" y="237810"/>
                    <a:pt x="254843" y="238045"/>
                    <a:pt x="254341" y="238246"/>
                  </a:cubicBezTo>
                  <a:lnTo>
                    <a:pt x="254140" y="238330"/>
                  </a:lnTo>
                  <a:lnTo>
                    <a:pt x="250388" y="241478"/>
                  </a:lnTo>
                  <a:cubicBezTo>
                    <a:pt x="244761" y="246184"/>
                    <a:pt x="239653" y="251443"/>
                    <a:pt x="234730" y="256517"/>
                  </a:cubicBezTo>
                  <a:cubicBezTo>
                    <a:pt x="230794" y="260570"/>
                    <a:pt x="226724" y="264757"/>
                    <a:pt x="222454" y="268609"/>
                  </a:cubicBezTo>
                  <a:cubicBezTo>
                    <a:pt x="202759" y="286294"/>
                    <a:pt x="165530" y="288203"/>
                    <a:pt x="137227" y="284117"/>
                  </a:cubicBezTo>
                  <a:cubicBezTo>
                    <a:pt x="135653" y="283882"/>
                    <a:pt x="134045" y="283631"/>
                    <a:pt x="132471" y="283346"/>
                  </a:cubicBezTo>
                  <a:cubicBezTo>
                    <a:pt x="99814" y="277434"/>
                    <a:pt x="69082" y="269965"/>
                    <a:pt x="51916" y="243739"/>
                  </a:cubicBezTo>
                  <a:cubicBezTo>
                    <a:pt x="50325" y="241294"/>
                    <a:pt x="48835" y="238698"/>
                    <a:pt x="47394" y="236186"/>
                  </a:cubicBezTo>
                  <a:cubicBezTo>
                    <a:pt x="43928" y="230107"/>
                    <a:pt x="40344" y="223810"/>
                    <a:pt x="34717" y="218986"/>
                  </a:cubicBezTo>
                  <a:cubicBezTo>
                    <a:pt x="31435" y="216173"/>
                    <a:pt x="27834" y="213745"/>
                    <a:pt x="24367" y="211400"/>
                  </a:cubicBezTo>
                  <a:cubicBezTo>
                    <a:pt x="19577" y="208185"/>
                    <a:pt x="14637" y="204852"/>
                    <a:pt x="10668" y="200564"/>
                  </a:cubicBezTo>
                  <a:cubicBezTo>
                    <a:pt x="10082" y="199895"/>
                    <a:pt x="9563" y="199158"/>
                    <a:pt x="9093" y="198421"/>
                  </a:cubicBezTo>
                  <a:cubicBezTo>
                    <a:pt x="8625" y="197684"/>
                    <a:pt x="8223" y="196914"/>
                    <a:pt x="7888" y="196143"/>
                  </a:cubicBezTo>
                  <a:lnTo>
                    <a:pt x="7670" y="195356"/>
                  </a:lnTo>
                  <a:cubicBezTo>
                    <a:pt x="6983" y="192827"/>
                    <a:pt x="6448" y="190851"/>
                    <a:pt x="7704" y="188808"/>
                  </a:cubicBezTo>
                  <a:cubicBezTo>
                    <a:pt x="9864" y="184789"/>
                    <a:pt x="13013" y="181439"/>
                    <a:pt x="16044" y="178190"/>
                  </a:cubicBezTo>
                  <a:cubicBezTo>
                    <a:pt x="21035" y="172848"/>
                    <a:pt x="26193" y="167304"/>
                    <a:pt x="26494" y="159165"/>
                  </a:cubicBezTo>
                  <a:cubicBezTo>
                    <a:pt x="27130" y="152734"/>
                    <a:pt x="25255" y="146823"/>
                    <a:pt x="23446" y="141112"/>
                  </a:cubicBezTo>
                  <a:cubicBezTo>
                    <a:pt x="21353" y="134530"/>
                    <a:pt x="19376" y="128300"/>
                    <a:pt x="21202" y="121568"/>
                  </a:cubicBezTo>
                  <a:lnTo>
                    <a:pt x="21202" y="121467"/>
                  </a:lnTo>
                  <a:cubicBezTo>
                    <a:pt x="21537" y="119843"/>
                    <a:pt x="21872" y="118185"/>
                    <a:pt x="22240" y="116594"/>
                  </a:cubicBezTo>
                  <a:cubicBezTo>
                    <a:pt x="36174" y="55349"/>
                    <a:pt x="89732" y="11120"/>
                    <a:pt x="152501" y="9043"/>
                  </a:cubicBezTo>
                  <a:cubicBezTo>
                    <a:pt x="226574" y="6581"/>
                    <a:pt x="289141" y="62500"/>
                    <a:pt x="294953" y="136339"/>
                  </a:cubicBezTo>
                  <a:cubicBezTo>
                    <a:pt x="295120" y="138449"/>
                    <a:pt x="295237" y="140576"/>
                    <a:pt x="295304" y="142703"/>
                  </a:cubicBezTo>
                  <a:cubicBezTo>
                    <a:pt x="295672" y="150055"/>
                    <a:pt x="295405" y="157541"/>
                    <a:pt x="294501" y="164977"/>
                  </a:cubicBezTo>
                  <a:cubicBezTo>
                    <a:pt x="294299" y="166635"/>
                    <a:pt x="294098" y="167991"/>
                    <a:pt x="293864" y="169281"/>
                  </a:cubicBezTo>
                  <a:cubicBezTo>
                    <a:pt x="291385" y="176649"/>
                    <a:pt x="285658" y="181054"/>
                    <a:pt x="278976" y="18564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83"/>
            <p:cNvSpPr/>
            <p:nvPr/>
          </p:nvSpPr>
          <p:spPr>
            <a:xfrm>
              <a:off x="7429133" y="914478"/>
              <a:ext cx="36978" cy="115107"/>
            </a:xfrm>
            <a:custGeom>
              <a:rect b="b" l="l" r="r" t="t"/>
              <a:pathLst>
                <a:path extrusionOk="0" h="68516" w="22011">
                  <a:moveTo>
                    <a:pt x="12153" y="68515"/>
                  </a:moveTo>
                  <a:cubicBezTo>
                    <a:pt x="18199" y="68314"/>
                    <a:pt x="22587" y="52806"/>
                    <a:pt x="21950" y="33898"/>
                  </a:cubicBezTo>
                  <a:cubicBezTo>
                    <a:pt x="21314" y="14974"/>
                    <a:pt x="15905" y="-199"/>
                    <a:pt x="9859" y="2"/>
                  </a:cubicBezTo>
                  <a:cubicBezTo>
                    <a:pt x="3813" y="203"/>
                    <a:pt x="-575" y="15711"/>
                    <a:pt x="61" y="34619"/>
                  </a:cubicBezTo>
                  <a:cubicBezTo>
                    <a:pt x="698" y="53543"/>
                    <a:pt x="6108"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83"/>
            <p:cNvSpPr/>
            <p:nvPr/>
          </p:nvSpPr>
          <p:spPr>
            <a:xfrm>
              <a:off x="7541982" y="908740"/>
              <a:ext cx="36978" cy="115107"/>
            </a:xfrm>
            <a:custGeom>
              <a:rect b="b" l="l" r="r" t="t"/>
              <a:pathLst>
                <a:path extrusionOk="0" h="68516" w="22011">
                  <a:moveTo>
                    <a:pt x="12153" y="68515"/>
                  </a:moveTo>
                  <a:cubicBezTo>
                    <a:pt x="18199" y="68314"/>
                    <a:pt x="22587" y="52806"/>
                    <a:pt x="21950" y="33898"/>
                  </a:cubicBezTo>
                  <a:cubicBezTo>
                    <a:pt x="21313" y="14974"/>
                    <a:pt x="15904" y="-199"/>
                    <a:pt x="9859" y="2"/>
                  </a:cubicBezTo>
                  <a:cubicBezTo>
                    <a:pt x="3813" y="203"/>
                    <a:pt x="-575" y="15711"/>
                    <a:pt x="61" y="34619"/>
                  </a:cubicBezTo>
                  <a:cubicBezTo>
                    <a:pt x="698" y="53543"/>
                    <a:pt x="6107" y="68716"/>
                    <a:pt x="12153" y="6851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83"/>
            <p:cNvSpPr/>
            <p:nvPr/>
          </p:nvSpPr>
          <p:spPr>
            <a:xfrm>
              <a:off x="7336947" y="1014065"/>
              <a:ext cx="352976" cy="171725"/>
            </a:xfrm>
            <a:custGeom>
              <a:rect b="b" l="l" r="r" t="t"/>
              <a:pathLst>
                <a:path extrusionOk="0" h="102217" w="210105">
                  <a:moveTo>
                    <a:pt x="209994" y="3062"/>
                  </a:moveTo>
                  <a:cubicBezTo>
                    <a:pt x="209794" y="2660"/>
                    <a:pt x="209342" y="2442"/>
                    <a:pt x="208906" y="2275"/>
                  </a:cubicBezTo>
                  <a:cubicBezTo>
                    <a:pt x="206528" y="1304"/>
                    <a:pt x="203982" y="332"/>
                    <a:pt x="201453" y="64"/>
                  </a:cubicBezTo>
                  <a:cubicBezTo>
                    <a:pt x="199979" y="-87"/>
                    <a:pt x="198522" y="14"/>
                    <a:pt x="197099" y="516"/>
                  </a:cubicBezTo>
                  <a:cubicBezTo>
                    <a:pt x="193934" y="1622"/>
                    <a:pt x="190970" y="4619"/>
                    <a:pt x="187804" y="3514"/>
                  </a:cubicBezTo>
                  <a:cubicBezTo>
                    <a:pt x="186632" y="3112"/>
                    <a:pt x="185711" y="2158"/>
                    <a:pt x="184555" y="1705"/>
                  </a:cubicBezTo>
                  <a:cubicBezTo>
                    <a:pt x="181960" y="667"/>
                    <a:pt x="179079" y="2258"/>
                    <a:pt x="176902" y="4017"/>
                  </a:cubicBezTo>
                  <a:cubicBezTo>
                    <a:pt x="176450" y="4385"/>
                    <a:pt x="175964" y="4837"/>
                    <a:pt x="175964" y="5423"/>
                  </a:cubicBezTo>
                  <a:cubicBezTo>
                    <a:pt x="175964" y="5859"/>
                    <a:pt x="176232" y="6227"/>
                    <a:pt x="176517" y="6545"/>
                  </a:cubicBezTo>
                  <a:cubicBezTo>
                    <a:pt x="177990" y="8203"/>
                    <a:pt x="180201" y="9074"/>
                    <a:pt x="182395" y="9124"/>
                  </a:cubicBezTo>
                  <a:cubicBezTo>
                    <a:pt x="184472" y="9191"/>
                    <a:pt x="187201" y="7969"/>
                    <a:pt x="187336" y="11134"/>
                  </a:cubicBezTo>
                  <a:cubicBezTo>
                    <a:pt x="187519" y="15572"/>
                    <a:pt x="187804" y="20328"/>
                    <a:pt x="187436" y="24750"/>
                  </a:cubicBezTo>
                  <a:cubicBezTo>
                    <a:pt x="186749" y="33224"/>
                    <a:pt x="175763" y="39169"/>
                    <a:pt x="169014" y="42786"/>
                  </a:cubicBezTo>
                  <a:cubicBezTo>
                    <a:pt x="162248" y="46421"/>
                    <a:pt x="157190" y="48899"/>
                    <a:pt x="155365" y="56871"/>
                  </a:cubicBezTo>
                  <a:cubicBezTo>
                    <a:pt x="153673" y="64290"/>
                    <a:pt x="150642" y="70252"/>
                    <a:pt x="147460" y="77185"/>
                  </a:cubicBezTo>
                  <a:cubicBezTo>
                    <a:pt x="143390" y="88908"/>
                    <a:pt x="126476" y="89461"/>
                    <a:pt x="114720" y="93112"/>
                  </a:cubicBezTo>
                  <a:cubicBezTo>
                    <a:pt x="113731" y="93246"/>
                    <a:pt x="112743" y="93380"/>
                    <a:pt x="111738" y="93480"/>
                  </a:cubicBezTo>
                  <a:cubicBezTo>
                    <a:pt x="109729" y="93681"/>
                    <a:pt x="107702" y="93832"/>
                    <a:pt x="105659" y="93899"/>
                  </a:cubicBezTo>
                  <a:cubicBezTo>
                    <a:pt x="104152" y="93949"/>
                    <a:pt x="102644" y="93966"/>
                    <a:pt x="101137" y="93933"/>
                  </a:cubicBezTo>
                  <a:cubicBezTo>
                    <a:pt x="99647" y="93899"/>
                    <a:pt x="98139" y="93832"/>
                    <a:pt x="96666" y="93732"/>
                  </a:cubicBezTo>
                  <a:cubicBezTo>
                    <a:pt x="92261" y="93162"/>
                    <a:pt x="87891" y="92409"/>
                    <a:pt x="83603" y="91420"/>
                  </a:cubicBezTo>
                  <a:cubicBezTo>
                    <a:pt x="82900" y="91253"/>
                    <a:pt x="82179" y="91086"/>
                    <a:pt x="81476" y="90901"/>
                  </a:cubicBezTo>
                  <a:cubicBezTo>
                    <a:pt x="65800" y="87033"/>
                    <a:pt x="52202" y="80351"/>
                    <a:pt x="40746" y="69348"/>
                  </a:cubicBezTo>
                  <a:cubicBezTo>
                    <a:pt x="40211" y="68946"/>
                    <a:pt x="39658" y="68544"/>
                    <a:pt x="39122" y="68142"/>
                  </a:cubicBezTo>
                  <a:cubicBezTo>
                    <a:pt x="34282" y="64474"/>
                    <a:pt x="29694" y="60639"/>
                    <a:pt x="25541" y="56352"/>
                  </a:cubicBezTo>
                  <a:cubicBezTo>
                    <a:pt x="25071" y="55833"/>
                    <a:pt x="24636" y="55297"/>
                    <a:pt x="24200" y="54761"/>
                  </a:cubicBezTo>
                  <a:cubicBezTo>
                    <a:pt x="22894" y="53136"/>
                    <a:pt x="21722" y="51462"/>
                    <a:pt x="20717" y="49703"/>
                  </a:cubicBezTo>
                  <a:cubicBezTo>
                    <a:pt x="20382" y="49117"/>
                    <a:pt x="20080" y="48531"/>
                    <a:pt x="19796" y="47928"/>
                  </a:cubicBezTo>
                  <a:cubicBezTo>
                    <a:pt x="14219" y="37059"/>
                    <a:pt x="22710" y="24297"/>
                    <a:pt x="17016" y="13797"/>
                  </a:cubicBezTo>
                  <a:cubicBezTo>
                    <a:pt x="18891" y="16410"/>
                    <a:pt x="21521" y="15421"/>
                    <a:pt x="22944" y="15472"/>
                  </a:cubicBezTo>
                  <a:cubicBezTo>
                    <a:pt x="23396" y="15438"/>
                    <a:pt x="23866" y="15405"/>
                    <a:pt x="24334" y="15388"/>
                  </a:cubicBezTo>
                  <a:cubicBezTo>
                    <a:pt x="25959" y="15120"/>
                    <a:pt x="27449" y="14634"/>
                    <a:pt x="28839" y="13881"/>
                  </a:cubicBezTo>
                  <a:cubicBezTo>
                    <a:pt x="30229" y="13127"/>
                    <a:pt x="31535" y="12122"/>
                    <a:pt x="32758" y="10782"/>
                  </a:cubicBezTo>
                  <a:lnTo>
                    <a:pt x="32724" y="9895"/>
                  </a:lnTo>
                  <a:cubicBezTo>
                    <a:pt x="31402" y="8639"/>
                    <a:pt x="30045" y="7718"/>
                    <a:pt x="28605" y="7065"/>
                  </a:cubicBezTo>
                  <a:cubicBezTo>
                    <a:pt x="27165" y="6411"/>
                    <a:pt x="25640" y="6043"/>
                    <a:pt x="23999" y="5859"/>
                  </a:cubicBezTo>
                  <a:cubicBezTo>
                    <a:pt x="18506" y="5708"/>
                    <a:pt x="13348" y="11235"/>
                    <a:pt x="7001" y="7885"/>
                  </a:cubicBezTo>
                  <a:cubicBezTo>
                    <a:pt x="6532" y="7450"/>
                    <a:pt x="4757" y="7299"/>
                    <a:pt x="3099" y="7785"/>
                  </a:cubicBezTo>
                  <a:cubicBezTo>
                    <a:pt x="2547" y="7952"/>
                    <a:pt x="2010" y="8187"/>
                    <a:pt x="1542" y="8522"/>
                  </a:cubicBezTo>
                  <a:cubicBezTo>
                    <a:pt x="821" y="9861"/>
                    <a:pt x="-33" y="10782"/>
                    <a:pt x="1" y="11670"/>
                  </a:cubicBezTo>
                  <a:cubicBezTo>
                    <a:pt x="1005" y="15204"/>
                    <a:pt x="6381" y="15907"/>
                    <a:pt x="9882" y="14015"/>
                  </a:cubicBezTo>
                  <a:cubicBezTo>
                    <a:pt x="11958" y="22857"/>
                    <a:pt x="11372" y="31784"/>
                    <a:pt x="8106" y="40810"/>
                  </a:cubicBezTo>
                  <a:cubicBezTo>
                    <a:pt x="7336" y="44394"/>
                    <a:pt x="8375" y="48815"/>
                    <a:pt x="10534" y="52131"/>
                  </a:cubicBezTo>
                  <a:cubicBezTo>
                    <a:pt x="10887" y="52751"/>
                    <a:pt x="11288" y="53354"/>
                    <a:pt x="11691" y="53940"/>
                  </a:cubicBezTo>
                  <a:cubicBezTo>
                    <a:pt x="12394" y="54962"/>
                    <a:pt x="13180" y="55950"/>
                    <a:pt x="14018" y="56921"/>
                  </a:cubicBezTo>
                  <a:cubicBezTo>
                    <a:pt x="14436" y="57407"/>
                    <a:pt x="14872" y="57876"/>
                    <a:pt x="15307" y="58361"/>
                  </a:cubicBezTo>
                  <a:cubicBezTo>
                    <a:pt x="23195" y="63788"/>
                    <a:pt x="31217" y="69197"/>
                    <a:pt x="38704" y="75310"/>
                  </a:cubicBezTo>
                  <a:cubicBezTo>
                    <a:pt x="39239" y="75745"/>
                    <a:pt x="39776" y="76180"/>
                    <a:pt x="40294" y="76633"/>
                  </a:cubicBezTo>
                  <a:cubicBezTo>
                    <a:pt x="46960" y="83164"/>
                    <a:pt x="53425" y="90081"/>
                    <a:pt x="62032" y="93263"/>
                  </a:cubicBezTo>
                  <a:cubicBezTo>
                    <a:pt x="62669" y="93581"/>
                    <a:pt x="63322" y="93899"/>
                    <a:pt x="63959" y="94201"/>
                  </a:cubicBezTo>
                  <a:cubicBezTo>
                    <a:pt x="76921" y="100313"/>
                    <a:pt x="91256" y="103311"/>
                    <a:pt x="105927" y="101854"/>
                  </a:cubicBezTo>
                  <a:cubicBezTo>
                    <a:pt x="107401" y="101804"/>
                    <a:pt x="108858" y="101720"/>
                    <a:pt x="110314" y="101603"/>
                  </a:cubicBezTo>
                  <a:cubicBezTo>
                    <a:pt x="112492" y="101435"/>
                    <a:pt x="114653" y="101184"/>
                    <a:pt x="116780" y="100866"/>
                  </a:cubicBezTo>
                  <a:cubicBezTo>
                    <a:pt x="117851" y="100698"/>
                    <a:pt x="118906" y="100531"/>
                    <a:pt x="119961" y="100330"/>
                  </a:cubicBezTo>
                  <a:cubicBezTo>
                    <a:pt x="133878" y="97182"/>
                    <a:pt x="155113" y="92911"/>
                    <a:pt x="157258" y="76800"/>
                  </a:cubicBezTo>
                  <a:cubicBezTo>
                    <a:pt x="158681" y="66065"/>
                    <a:pt x="158329" y="55380"/>
                    <a:pt x="168260" y="48380"/>
                  </a:cubicBezTo>
                  <a:cubicBezTo>
                    <a:pt x="169098" y="47744"/>
                    <a:pt x="169968" y="47141"/>
                    <a:pt x="170856" y="46538"/>
                  </a:cubicBezTo>
                  <a:cubicBezTo>
                    <a:pt x="178443" y="41514"/>
                    <a:pt x="189395" y="37662"/>
                    <a:pt x="193884" y="29154"/>
                  </a:cubicBezTo>
                  <a:cubicBezTo>
                    <a:pt x="197099" y="23058"/>
                    <a:pt x="195759" y="15622"/>
                    <a:pt x="197015" y="8840"/>
                  </a:cubicBezTo>
                  <a:cubicBezTo>
                    <a:pt x="199544" y="9242"/>
                    <a:pt x="202140" y="9560"/>
                    <a:pt x="204618" y="8924"/>
                  </a:cubicBezTo>
                  <a:cubicBezTo>
                    <a:pt x="207097" y="8287"/>
                    <a:pt x="209441" y="6529"/>
                    <a:pt x="210028" y="4033"/>
                  </a:cubicBezTo>
                  <a:cubicBezTo>
                    <a:pt x="210112" y="3682"/>
                    <a:pt x="210162" y="3296"/>
                    <a:pt x="209994" y="296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8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CHART OF THE AREAS I WORK IN</a:t>
            </a:r>
            <a:endParaRPr/>
          </a:p>
        </p:txBody>
      </p:sp>
      <p:sp>
        <p:nvSpPr>
          <p:cNvPr id="995" name="Google Shape;995;p84"/>
          <p:cNvSpPr txBox="1"/>
          <p:nvPr/>
        </p:nvSpPr>
        <p:spPr>
          <a:xfrm>
            <a:off x="714225" y="4242000"/>
            <a:ext cx="77154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consolata Medium"/>
                <a:ea typeface="Inconsolata Medium"/>
                <a:cs typeface="Inconsolata Medium"/>
                <a:sym typeface="Inconsolata Medium"/>
              </a:rPr>
              <a:t>Follow the link in the graph to modify its data and then paste the new one here. </a:t>
            </a:r>
            <a:r>
              <a:rPr b="1" lang="en" sz="1000" u="sng">
                <a:solidFill>
                  <a:schemeClr val="dk1"/>
                </a:solidFill>
                <a:latin typeface="Inconsolata"/>
                <a:ea typeface="Inconsolata"/>
                <a:cs typeface="Inconsolata"/>
                <a:sym typeface="Inconsolata"/>
                <a:hlinkClick r:id="rId3">
                  <a:extLst>
                    <a:ext uri="{A12FA001-AC4F-418D-AE19-62706E023703}">
                      <ahyp:hlinkClr val="tx"/>
                    </a:ext>
                  </a:extLst>
                </a:hlinkClick>
              </a:rPr>
              <a:t>For more info, click here</a:t>
            </a:r>
            <a:endParaRPr b="1" sz="1000" u="sng">
              <a:solidFill>
                <a:schemeClr val="dk1"/>
              </a:solidFill>
              <a:latin typeface="Inconsolata"/>
              <a:ea typeface="Inconsolata"/>
              <a:cs typeface="Inconsolata"/>
              <a:sym typeface="Inconsolata"/>
            </a:endParaRPr>
          </a:p>
        </p:txBody>
      </p:sp>
      <p:sp>
        <p:nvSpPr>
          <p:cNvPr id="996" name="Google Shape;996;p84"/>
          <p:cNvSpPr txBox="1"/>
          <p:nvPr/>
        </p:nvSpPr>
        <p:spPr>
          <a:xfrm>
            <a:off x="1695250" y="3574576"/>
            <a:ext cx="23853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nconsolata"/>
                <a:ea typeface="Inconsolata"/>
                <a:cs typeface="Inconsolata"/>
                <a:sym typeface="Inconsolata"/>
              </a:rPr>
              <a:t>COPYWRITING</a:t>
            </a:r>
            <a:endParaRPr b="1" sz="2000">
              <a:solidFill>
                <a:schemeClr val="dk1"/>
              </a:solidFill>
              <a:latin typeface="Inconsolata"/>
              <a:ea typeface="Inconsolata"/>
              <a:cs typeface="Inconsolata"/>
              <a:sym typeface="Inconsolata"/>
            </a:endParaRPr>
          </a:p>
        </p:txBody>
      </p:sp>
      <p:sp>
        <p:nvSpPr>
          <p:cNvPr id="997" name="Google Shape;997;p84"/>
          <p:cNvSpPr txBox="1"/>
          <p:nvPr/>
        </p:nvSpPr>
        <p:spPr>
          <a:xfrm>
            <a:off x="1695250" y="3799050"/>
            <a:ext cx="23853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Medium"/>
                <a:ea typeface="Inconsolata Medium"/>
                <a:cs typeface="Inconsolata Medium"/>
                <a:sym typeface="Inconsolata Medium"/>
              </a:rPr>
              <a:t>SEO copywriting</a:t>
            </a:r>
            <a:endParaRPr sz="1200">
              <a:solidFill>
                <a:schemeClr val="dk1"/>
              </a:solidFill>
              <a:latin typeface="Inconsolata Medium"/>
              <a:ea typeface="Inconsolata Medium"/>
              <a:cs typeface="Inconsolata Medium"/>
              <a:sym typeface="Inconsolata Medium"/>
            </a:endParaRPr>
          </a:p>
        </p:txBody>
      </p:sp>
      <p:sp>
        <p:nvSpPr>
          <p:cNvPr id="998" name="Google Shape;998;p84"/>
          <p:cNvSpPr txBox="1"/>
          <p:nvPr/>
        </p:nvSpPr>
        <p:spPr>
          <a:xfrm>
            <a:off x="1695268" y="2845652"/>
            <a:ext cx="23853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nconsolata"/>
                <a:ea typeface="Inconsolata"/>
                <a:cs typeface="Inconsolata"/>
                <a:sym typeface="Inconsolata"/>
              </a:rPr>
              <a:t>SOCIAL MEDIA</a:t>
            </a:r>
            <a:endParaRPr b="1" sz="2000">
              <a:solidFill>
                <a:schemeClr val="dk1"/>
              </a:solidFill>
              <a:latin typeface="Inconsolata"/>
              <a:ea typeface="Inconsolata"/>
              <a:cs typeface="Inconsolata"/>
              <a:sym typeface="Inconsolata"/>
            </a:endParaRPr>
          </a:p>
        </p:txBody>
      </p:sp>
      <p:sp>
        <p:nvSpPr>
          <p:cNvPr id="999" name="Google Shape;999;p84"/>
          <p:cNvSpPr txBox="1"/>
          <p:nvPr/>
        </p:nvSpPr>
        <p:spPr>
          <a:xfrm>
            <a:off x="1695250" y="3070127"/>
            <a:ext cx="23853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Medium"/>
                <a:ea typeface="Inconsolata Medium"/>
                <a:cs typeface="Inconsolata Medium"/>
                <a:sym typeface="Inconsolata Medium"/>
              </a:rPr>
              <a:t>Illustrations, vectors</a:t>
            </a:r>
            <a:endParaRPr sz="1200">
              <a:solidFill>
                <a:schemeClr val="dk1"/>
              </a:solidFill>
              <a:latin typeface="Inconsolata Medium"/>
              <a:ea typeface="Inconsolata Medium"/>
              <a:cs typeface="Inconsolata Medium"/>
              <a:sym typeface="Inconsolata Medium"/>
            </a:endParaRPr>
          </a:p>
        </p:txBody>
      </p:sp>
      <p:sp>
        <p:nvSpPr>
          <p:cNvPr id="1000" name="Google Shape;1000;p84"/>
          <p:cNvSpPr txBox="1"/>
          <p:nvPr/>
        </p:nvSpPr>
        <p:spPr>
          <a:xfrm>
            <a:off x="1695250" y="2116729"/>
            <a:ext cx="23853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nconsolata"/>
                <a:ea typeface="Inconsolata"/>
                <a:cs typeface="Inconsolata"/>
                <a:sym typeface="Inconsolata"/>
              </a:rPr>
              <a:t>MARKETING</a:t>
            </a:r>
            <a:endParaRPr b="1" sz="2000">
              <a:solidFill>
                <a:schemeClr val="dk1"/>
              </a:solidFill>
              <a:latin typeface="Inconsolata"/>
              <a:ea typeface="Inconsolata"/>
              <a:cs typeface="Inconsolata"/>
              <a:sym typeface="Inconsolata"/>
            </a:endParaRPr>
          </a:p>
        </p:txBody>
      </p:sp>
      <p:sp>
        <p:nvSpPr>
          <p:cNvPr id="1001" name="Google Shape;1001;p84"/>
          <p:cNvSpPr txBox="1"/>
          <p:nvPr/>
        </p:nvSpPr>
        <p:spPr>
          <a:xfrm>
            <a:off x="1695250" y="2341203"/>
            <a:ext cx="23853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Medium"/>
                <a:ea typeface="Inconsolata Medium"/>
                <a:cs typeface="Inconsolata Medium"/>
                <a:sym typeface="Inconsolata Medium"/>
              </a:rPr>
              <a:t>Promotion</a:t>
            </a:r>
            <a:endParaRPr sz="1200">
              <a:solidFill>
                <a:schemeClr val="dk1"/>
              </a:solidFill>
              <a:latin typeface="Inconsolata Medium"/>
              <a:ea typeface="Inconsolata Medium"/>
              <a:cs typeface="Inconsolata Medium"/>
              <a:sym typeface="Inconsolata Medium"/>
            </a:endParaRPr>
          </a:p>
        </p:txBody>
      </p:sp>
      <p:sp>
        <p:nvSpPr>
          <p:cNvPr id="1002" name="Google Shape;1002;p84"/>
          <p:cNvSpPr txBox="1"/>
          <p:nvPr/>
        </p:nvSpPr>
        <p:spPr>
          <a:xfrm>
            <a:off x="1695250" y="1387805"/>
            <a:ext cx="23853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Inconsolata"/>
                <a:ea typeface="Inconsolata"/>
                <a:cs typeface="Inconsolata"/>
                <a:sym typeface="Inconsolata"/>
              </a:rPr>
              <a:t>GRAPHIC DESIGN</a:t>
            </a:r>
            <a:endParaRPr b="1" sz="2000">
              <a:solidFill>
                <a:schemeClr val="dk1"/>
              </a:solidFill>
              <a:latin typeface="Inconsolata"/>
              <a:ea typeface="Inconsolata"/>
              <a:cs typeface="Inconsolata"/>
              <a:sym typeface="Inconsolata"/>
            </a:endParaRPr>
          </a:p>
        </p:txBody>
      </p:sp>
      <p:sp>
        <p:nvSpPr>
          <p:cNvPr id="1003" name="Google Shape;1003;p84"/>
          <p:cNvSpPr txBox="1"/>
          <p:nvPr/>
        </p:nvSpPr>
        <p:spPr>
          <a:xfrm>
            <a:off x="1695250" y="1612280"/>
            <a:ext cx="23853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Medium"/>
                <a:ea typeface="Inconsolata Medium"/>
                <a:cs typeface="Inconsolata Medium"/>
                <a:sym typeface="Inconsolata Medium"/>
              </a:rPr>
              <a:t>Instagram, Twitter</a:t>
            </a:r>
            <a:endParaRPr sz="1200">
              <a:solidFill>
                <a:schemeClr val="dk1"/>
              </a:solidFill>
              <a:latin typeface="Inconsolata Medium"/>
              <a:ea typeface="Inconsolata Medium"/>
              <a:cs typeface="Inconsolata Medium"/>
              <a:sym typeface="Inconsolata Medium"/>
            </a:endParaRPr>
          </a:p>
        </p:txBody>
      </p:sp>
      <p:sp>
        <p:nvSpPr>
          <p:cNvPr id="1004" name="Google Shape;1004;p84"/>
          <p:cNvSpPr txBox="1"/>
          <p:nvPr/>
        </p:nvSpPr>
        <p:spPr>
          <a:xfrm flipH="1">
            <a:off x="905975" y="1357300"/>
            <a:ext cx="789300" cy="51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500">
                <a:solidFill>
                  <a:schemeClr val="accent1"/>
                </a:solidFill>
                <a:latin typeface="Inconsolata"/>
                <a:ea typeface="Inconsolata"/>
                <a:cs typeface="Inconsolata"/>
                <a:sym typeface="Inconsolata"/>
              </a:rPr>
              <a:t>55%</a:t>
            </a:r>
            <a:endParaRPr b="1" sz="2500">
              <a:solidFill>
                <a:schemeClr val="accent1"/>
              </a:solidFill>
              <a:latin typeface="Inconsolata"/>
              <a:ea typeface="Inconsolata"/>
              <a:cs typeface="Inconsolata"/>
              <a:sym typeface="Inconsolata"/>
            </a:endParaRPr>
          </a:p>
        </p:txBody>
      </p:sp>
      <p:sp>
        <p:nvSpPr>
          <p:cNvPr id="1005" name="Google Shape;1005;p84"/>
          <p:cNvSpPr txBox="1"/>
          <p:nvPr/>
        </p:nvSpPr>
        <p:spPr>
          <a:xfrm flipH="1">
            <a:off x="905975" y="2086225"/>
            <a:ext cx="789300" cy="5100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500">
                <a:solidFill>
                  <a:schemeClr val="dk1"/>
                </a:solidFill>
                <a:latin typeface="Inconsolata"/>
                <a:ea typeface="Inconsolata"/>
                <a:cs typeface="Inconsolata"/>
                <a:sym typeface="Inconsolata"/>
              </a:rPr>
              <a:t>20</a:t>
            </a:r>
            <a:r>
              <a:rPr b="1" lang="en" sz="2500">
                <a:solidFill>
                  <a:schemeClr val="dk1"/>
                </a:solidFill>
                <a:latin typeface="Inconsolata"/>
                <a:ea typeface="Inconsolata"/>
                <a:cs typeface="Inconsolata"/>
                <a:sym typeface="Inconsolata"/>
              </a:rPr>
              <a:t>%</a:t>
            </a:r>
            <a:endParaRPr b="1" sz="2500">
              <a:solidFill>
                <a:schemeClr val="dk1"/>
              </a:solidFill>
              <a:latin typeface="Inconsolata"/>
              <a:ea typeface="Inconsolata"/>
              <a:cs typeface="Inconsolata"/>
              <a:sym typeface="Inconsolata"/>
            </a:endParaRPr>
          </a:p>
        </p:txBody>
      </p:sp>
      <p:sp>
        <p:nvSpPr>
          <p:cNvPr id="1006" name="Google Shape;1006;p84"/>
          <p:cNvSpPr txBox="1"/>
          <p:nvPr/>
        </p:nvSpPr>
        <p:spPr>
          <a:xfrm flipH="1">
            <a:off x="905975" y="2815150"/>
            <a:ext cx="789300" cy="510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500">
                <a:solidFill>
                  <a:schemeClr val="accent1"/>
                </a:solidFill>
                <a:latin typeface="Inconsolata"/>
                <a:ea typeface="Inconsolata"/>
                <a:cs typeface="Inconsolata"/>
                <a:sym typeface="Inconsolata"/>
              </a:rPr>
              <a:t>1</a:t>
            </a:r>
            <a:r>
              <a:rPr b="1" lang="en" sz="2500">
                <a:solidFill>
                  <a:schemeClr val="accent1"/>
                </a:solidFill>
                <a:latin typeface="Inconsolata"/>
                <a:ea typeface="Inconsolata"/>
                <a:cs typeface="Inconsolata"/>
                <a:sym typeface="Inconsolata"/>
              </a:rPr>
              <a:t>5%</a:t>
            </a:r>
            <a:endParaRPr b="1" sz="2500">
              <a:solidFill>
                <a:schemeClr val="accent1"/>
              </a:solidFill>
              <a:latin typeface="Inconsolata"/>
              <a:ea typeface="Inconsolata"/>
              <a:cs typeface="Inconsolata"/>
              <a:sym typeface="Inconsolata"/>
            </a:endParaRPr>
          </a:p>
        </p:txBody>
      </p:sp>
      <p:sp>
        <p:nvSpPr>
          <p:cNvPr id="1007" name="Google Shape;1007;p84"/>
          <p:cNvSpPr txBox="1"/>
          <p:nvPr/>
        </p:nvSpPr>
        <p:spPr>
          <a:xfrm flipH="1">
            <a:off x="905975" y="3544075"/>
            <a:ext cx="789300" cy="510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500">
                <a:solidFill>
                  <a:schemeClr val="dk1"/>
                </a:solidFill>
                <a:latin typeface="Inconsolata"/>
                <a:ea typeface="Inconsolata"/>
                <a:cs typeface="Inconsolata"/>
                <a:sym typeface="Inconsolata"/>
              </a:rPr>
              <a:t>10</a:t>
            </a:r>
            <a:r>
              <a:rPr b="1" lang="en" sz="2500">
                <a:solidFill>
                  <a:schemeClr val="dk1"/>
                </a:solidFill>
                <a:latin typeface="Inconsolata"/>
                <a:ea typeface="Inconsolata"/>
                <a:cs typeface="Inconsolata"/>
                <a:sym typeface="Inconsolata"/>
              </a:rPr>
              <a:t>%</a:t>
            </a:r>
            <a:endParaRPr b="1" sz="2500">
              <a:solidFill>
                <a:schemeClr val="dk1"/>
              </a:solidFill>
              <a:latin typeface="Inconsolata"/>
              <a:ea typeface="Inconsolata"/>
              <a:cs typeface="Inconsolata"/>
              <a:sym typeface="Inconsolata"/>
            </a:endParaRPr>
          </a:p>
        </p:txBody>
      </p:sp>
      <p:pic>
        <p:nvPicPr>
          <p:cNvPr id="1008" name="Google Shape;1008;p84" title="Chart">
            <a:hlinkClick r:id="rId4"/>
          </p:cNvPr>
          <p:cNvPicPr preferRelativeResize="0"/>
          <p:nvPr/>
        </p:nvPicPr>
        <p:blipFill>
          <a:blip r:embed="rId5">
            <a:alphaModFix/>
          </a:blip>
          <a:stretch>
            <a:fillRect/>
          </a:stretch>
        </p:blipFill>
        <p:spPr>
          <a:xfrm>
            <a:off x="4152016" y="1345025"/>
            <a:ext cx="4218619" cy="2825100"/>
          </a:xfrm>
          <a:prstGeom prst="rect">
            <a:avLst/>
          </a:prstGeom>
          <a:noFill/>
          <a:ln cap="flat" cmpd="sng" w="19050">
            <a:solidFill>
              <a:schemeClr val="lt2"/>
            </a:solidFill>
            <a:prstDash val="solid"/>
            <a:round/>
            <a:headEnd len="sm" w="sm" type="none"/>
            <a:tailEnd len="sm" w="sm" type="none"/>
          </a:ln>
        </p:spPr>
      </p:pic>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 name="Shape 1012"/>
        <p:cNvGrpSpPr/>
        <p:nvPr/>
      </p:nvGrpSpPr>
      <p:grpSpPr>
        <a:xfrm>
          <a:off x="0" y="0"/>
          <a:ext cx="0" cy="0"/>
          <a:chOff x="0" y="0"/>
          <a:chExt cx="0" cy="0"/>
        </a:xfrm>
      </p:grpSpPr>
      <p:sp>
        <p:nvSpPr>
          <p:cNvPr id="1013" name="Google Shape;1013;p8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a:t>
            </a:r>
            <a:endParaRPr/>
          </a:p>
        </p:txBody>
      </p:sp>
      <p:graphicFrame>
        <p:nvGraphicFramePr>
          <p:cNvPr id="1014" name="Google Shape;1014;p85"/>
          <p:cNvGraphicFramePr/>
          <p:nvPr/>
        </p:nvGraphicFramePr>
        <p:xfrm>
          <a:off x="788638" y="1390210"/>
          <a:ext cx="3000000" cy="3000000"/>
        </p:xfrm>
        <a:graphic>
          <a:graphicData uri="http://schemas.openxmlformats.org/drawingml/2006/table">
            <a:tbl>
              <a:tblPr>
                <a:noFill/>
                <a:tableStyleId>{3925B925-6424-4EE7-B8B9-3DFDC417F669}</a:tableStyleId>
              </a:tblPr>
              <a:tblGrid>
                <a:gridCol w="1661400"/>
                <a:gridCol w="1476375"/>
                <a:gridCol w="1292125"/>
                <a:gridCol w="1866525"/>
                <a:gridCol w="1270275"/>
              </a:tblGrid>
              <a:tr h="432700">
                <a:tc>
                  <a:txBody>
                    <a:bodyPr/>
                    <a:lstStyle/>
                    <a:p>
                      <a:pPr indent="0" lvl="0" marL="0" rtl="0" algn="l">
                        <a:lnSpc>
                          <a:spcPct val="100000"/>
                        </a:lnSpc>
                        <a:spcBef>
                          <a:spcPts val="0"/>
                        </a:spcBef>
                        <a:spcAft>
                          <a:spcPts val="0"/>
                        </a:spcAft>
                        <a:buNone/>
                      </a:pPr>
                      <a:r>
                        <a:rPr b="1" lang="en" sz="1600">
                          <a:solidFill>
                            <a:schemeClr val="dk1"/>
                          </a:solidFill>
                          <a:latin typeface="Inconsolata"/>
                          <a:ea typeface="Inconsolata"/>
                          <a:cs typeface="Inconsolata"/>
                          <a:sym typeface="Inconsolata"/>
                        </a:rPr>
                        <a:t>PROJECT TITLE</a:t>
                      </a:r>
                      <a:endParaRPr b="1" sz="1600">
                        <a:solidFill>
                          <a:schemeClr val="dk1"/>
                        </a:solidFill>
                        <a:latin typeface="Inconsolata"/>
                        <a:ea typeface="Inconsolata"/>
                        <a:cs typeface="Inconsolata"/>
                        <a:sym typeface="Inconsolata"/>
                      </a:endParaRPr>
                    </a:p>
                  </a:txBody>
                  <a:tcPr marT="91425" marB="91425" marR="91425" marL="91425" anchor="b">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b="1" lang="en" sz="1600">
                          <a:solidFill>
                            <a:schemeClr val="dk1"/>
                          </a:solidFill>
                          <a:latin typeface="Inconsolata"/>
                          <a:ea typeface="Inconsolata"/>
                          <a:cs typeface="Inconsolata"/>
                          <a:sym typeface="Inconsolata"/>
                        </a:rPr>
                        <a:t>SKILLS</a:t>
                      </a:r>
                      <a:endParaRPr b="1" sz="1600">
                        <a:solidFill>
                          <a:schemeClr val="dk1"/>
                        </a:solidFill>
                        <a:latin typeface="Inconsolata"/>
                        <a:ea typeface="Inconsolata"/>
                        <a:cs typeface="Inconsolata"/>
                        <a:sym typeface="Inconsolata"/>
                      </a:endParaRPr>
                    </a:p>
                  </a:txBody>
                  <a:tcPr marT="91425" marB="91425" marR="91425" marL="91425" anchor="b">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b="1" lang="en" sz="1600">
                          <a:solidFill>
                            <a:schemeClr val="dk1"/>
                          </a:solidFill>
                          <a:latin typeface="Inconsolata"/>
                          <a:ea typeface="Inconsolata"/>
                          <a:cs typeface="Inconsolata"/>
                          <a:sym typeface="Inconsolata"/>
                        </a:rPr>
                        <a:t>DATE</a:t>
                      </a:r>
                      <a:endParaRPr b="1" sz="1600">
                        <a:solidFill>
                          <a:schemeClr val="dk1"/>
                        </a:solidFill>
                        <a:latin typeface="Inconsolata"/>
                        <a:ea typeface="Inconsolata"/>
                        <a:cs typeface="Inconsolata"/>
                        <a:sym typeface="Inconsolata"/>
                      </a:endParaRPr>
                    </a:p>
                  </a:txBody>
                  <a:tcPr marT="91425" marB="91425" marR="91425" marL="91425" anchor="b">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b="1" lang="en" sz="1600">
                          <a:solidFill>
                            <a:schemeClr val="dk1"/>
                          </a:solidFill>
                          <a:latin typeface="Inconsolata"/>
                          <a:ea typeface="Inconsolata"/>
                          <a:cs typeface="Inconsolata"/>
                          <a:sym typeface="Inconsolata"/>
                        </a:rPr>
                        <a:t>REFERENCE</a:t>
                      </a:r>
                      <a:endParaRPr b="1" sz="1600">
                        <a:solidFill>
                          <a:schemeClr val="dk1"/>
                        </a:solidFill>
                        <a:latin typeface="Inconsolata"/>
                        <a:ea typeface="Inconsolata"/>
                        <a:cs typeface="Inconsolata"/>
                        <a:sym typeface="Inconsolata"/>
                      </a:endParaRPr>
                    </a:p>
                  </a:txBody>
                  <a:tcPr marT="91425" marB="91425" marR="91425" marL="91425" anchor="b">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b="1" lang="en" sz="1600">
                          <a:solidFill>
                            <a:schemeClr val="dk1"/>
                          </a:solidFill>
                          <a:latin typeface="Inconsolata"/>
                          <a:ea typeface="Inconsolata"/>
                          <a:cs typeface="Inconsolata"/>
                          <a:sym typeface="Inconsolata"/>
                        </a:rPr>
                        <a:t>CATEGORY</a:t>
                      </a:r>
                      <a:endParaRPr b="1" sz="1600">
                        <a:solidFill>
                          <a:schemeClr val="dk1"/>
                        </a:solidFill>
                        <a:latin typeface="Inconsolata"/>
                        <a:ea typeface="Inconsolata"/>
                        <a:cs typeface="Inconsolata"/>
                        <a:sym typeface="Inconsolata"/>
                      </a:endParaRPr>
                    </a:p>
                  </a:txBody>
                  <a:tcPr marT="91425" marB="91425" marR="91425" marL="91425" anchor="b">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1</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Graphic design</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Jan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Print</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2</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Copywriting</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Feb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Content</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3</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Video production</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Mar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Motion</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4</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3D modeling</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Apr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3D</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5</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UI/UX design</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May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Web</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39100">
                <a:tc>
                  <a:txBody>
                    <a:bodyPr/>
                    <a:lstStyle/>
                    <a:p>
                      <a:pPr indent="0" lvl="0" marL="0" rtl="0" algn="l">
                        <a:lnSpc>
                          <a:spcPct val="100000"/>
                        </a:lnSpc>
                        <a:spcBef>
                          <a:spcPts val="0"/>
                        </a:spcBef>
                        <a:spcAft>
                          <a:spcPts val="0"/>
                        </a:spcAft>
                        <a:buNone/>
                      </a:pPr>
                      <a:r>
                        <a:rPr b="1" lang="en" sz="1200">
                          <a:solidFill>
                            <a:schemeClr val="dk1"/>
                          </a:solidFill>
                          <a:latin typeface="Inconsolata"/>
                          <a:ea typeface="Inconsolata"/>
                          <a:cs typeface="Inconsolata"/>
                          <a:sym typeface="Inconsolata"/>
                        </a:rPr>
                        <a:t>Project 6</a:t>
                      </a:r>
                      <a:endParaRPr b="1" sz="1200">
                        <a:solidFill>
                          <a:schemeClr val="dk1"/>
                        </a:solidFill>
                        <a:latin typeface="Inconsolata"/>
                        <a:ea typeface="Inconsolata"/>
                        <a:cs typeface="Inconsolata"/>
                        <a:sym typeface="Inconsolata"/>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HTML/CSS</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Jun 20XX</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[Link or reference]</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consolata Medium"/>
                          <a:ea typeface="Inconsolata Medium"/>
                          <a:cs typeface="Inconsolata Medium"/>
                          <a:sym typeface="Inconsolata Medium"/>
                        </a:rPr>
                        <a:t>Web</a:t>
                      </a:r>
                      <a:endParaRPr sz="1200">
                        <a:solidFill>
                          <a:schemeClr val="dk1"/>
                        </a:solidFill>
                        <a:latin typeface="Inconsolata Medium"/>
                        <a:ea typeface="Inconsolata Medium"/>
                        <a:cs typeface="Inconsolata Medium"/>
                        <a:sym typeface="Inconsolata Medium"/>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bl>
          </a:graphicData>
        </a:graphic>
      </p:graphicFrame>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 name="Shape 1018"/>
        <p:cNvGrpSpPr/>
        <p:nvPr/>
      </p:nvGrpSpPr>
      <p:grpSpPr>
        <a:xfrm>
          <a:off x="0" y="0"/>
          <a:ext cx="0" cy="0"/>
          <a:chOff x="0" y="0"/>
          <a:chExt cx="0" cy="0"/>
        </a:xfrm>
      </p:grpSpPr>
      <p:sp>
        <p:nvSpPr>
          <p:cNvPr id="1019" name="Google Shape;1019;p8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DID I ACHIEVE SUCCESS?</a:t>
            </a:r>
            <a:endParaRPr/>
          </a:p>
        </p:txBody>
      </p:sp>
      <p:cxnSp>
        <p:nvCxnSpPr>
          <p:cNvPr id="1020" name="Google Shape;1020;p86"/>
          <p:cNvCxnSpPr>
            <a:stCxn id="1021" idx="3"/>
            <a:endCxn id="1022" idx="3"/>
          </p:cNvCxnSpPr>
          <p:nvPr/>
        </p:nvCxnSpPr>
        <p:spPr>
          <a:xfrm>
            <a:off x="3760549" y="1799000"/>
            <a:ext cx="0" cy="1135800"/>
          </a:xfrm>
          <a:prstGeom prst="straightConnector1">
            <a:avLst/>
          </a:prstGeom>
          <a:noFill/>
          <a:ln cap="flat" cmpd="sng" w="19050">
            <a:solidFill>
              <a:schemeClr val="lt2"/>
            </a:solidFill>
            <a:prstDash val="solid"/>
            <a:round/>
            <a:headEnd len="med" w="med" type="diamond"/>
            <a:tailEnd len="med" w="med" type="diamond"/>
          </a:ln>
        </p:spPr>
      </p:cxnSp>
      <p:sp>
        <p:nvSpPr>
          <p:cNvPr id="1021" name="Google Shape;1021;p86"/>
          <p:cNvSpPr txBox="1"/>
          <p:nvPr/>
        </p:nvSpPr>
        <p:spPr>
          <a:xfrm>
            <a:off x="1440649" y="1595900"/>
            <a:ext cx="2319900" cy="406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1</a:t>
            </a:r>
            <a:endParaRPr b="1" sz="2000">
              <a:solidFill>
                <a:schemeClr val="dk1"/>
              </a:solidFill>
              <a:latin typeface="Inconsolata"/>
              <a:ea typeface="Inconsolata"/>
              <a:cs typeface="Inconsolata"/>
              <a:sym typeface="Inconsolata"/>
            </a:endParaRPr>
          </a:p>
        </p:txBody>
      </p:sp>
      <p:sp>
        <p:nvSpPr>
          <p:cNvPr id="1023" name="Google Shape;1023;p86"/>
          <p:cNvSpPr txBox="1"/>
          <p:nvPr/>
        </p:nvSpPr>
        <p:spPr>
          <a:xfrm>
            <a:off x="1440625" y="1899001"/>
            <a:ext cx="2319900" cy="406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a:ea typeface="Inconsolata"/>
                <a:cs typeface="Inconsolata"/>
                <a:sym typeface="Inconsolata"/>
              </a:rPr>
              <a:t>Identifying objectives</a:t>
            </a:r>
            <a:endParaRPr sz="1200">
              <a:solidFill>
                <a:schemeClr val="dk1"/>
              </a:solidFill>
              <a:latin typeface="Inconsolata"/>
              <a:ea typeface="Inconsolata"/>
              <a:cs typeface="Inconsolata"/>
              <a:sym typeface="Inconsolata"/>
            </a:endParaRPr>
          </a:p>
        </p:txBody>
      </p:sp>
      <p:sp>
        <p:nvSpPr>
          <p:cNvPr id="1022" name="Google Shape;1022;p86"/>
          <p:cNvSpPr txBox="1"/>
          <p:nvPr/>
        </p:nvSpPr>
        <p:spPr>
          <a:xfrm>
            <a:off x="1440649" y="2731685"/>
            <a:ext cx="2319900" cy="406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2</a:t>
            </a:r>
            <a:endParaRPr b="1" sz="2000">
              <a:solidFill>
                <a:schemeClr val="dk1"/>
              </a:solidFill>
              <a:latin typeface="Inconsolata"/>
              <a:ea typeface="Inconsolata"/>
              <a:cs typeface="Inconsolata"/>
              <a:sym typeface="Inconsolata"/>
            </a:endParaRPr>
          </a:p>
        </p:txBody>
      </p:sp>
      <p:sp>
        <p:nvSpPr>
          <p:cNvPr id="1024" name="Google Shape;1024;p86"/>
          <p:cNvSpPr txBox="1"/>
          <p:nvPr/>
        </p:nvSpPr>
        <p:spPr>
          <a:xfrm>
            <a:off x="1440625" y="3034788"/>
            <a:ext cx="2319900" cy="406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a:ea typeface="Inconsolata"/>
                <a:cs typeface="Inconsolata"/>
                <a:sym typeface="Inconsolata"/>
              </a:rPr>
              <a:t>Research and preparation</a:t>
            </a:r>
            <a:endParaRPr sz="1200">
              <a:solidFill>
                <a:schemeClr val="dk1"/>
              </a:solidFill>
              <a:latin typeface="Inconsolata"/>
              <a:ea typeface="Inconsolata"/>
              <a:cs typeface="Inconsolata"/>
              <a:sym typeface="Inconsolata"/>
            </a:endParaRPr>
          </a:p>
        </p:txBody>
      </p:sp>
      <p:sp>
        <p:nvSpPr>
          <p:cNvPr id="1025" name="Google Shape;1025;p86"/>
          <p:cNvSpPr txBox="1"/>
          <p:nvPr/>
        </p:nvSpPr>
        <p:spPr>
          <a:xfrm>
            <a:off x="1440649" y="3867470"/>
            <a:ext cx="2319900" cy="406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3</a:t>
            </a:r>
            <a:endParaRPr b="1" sz="2000">
              <a:solidFill>
                <a:schemeClr val="dk1"/>
              </a:solidFill>
              <a:latin typeface="Inconsolata"/>
              <a:ea typeface="Inconsolata"/>
              <a:cs typeface="Inconsolata"/>
              <a:sym typeface="Inconsolata"/>
            </a:endParaRPr>
          </a:p>
        </p:txBody>
      </p:sp>
      <p:sp>
        <p:nvSpPr>
          <p:cNvPr id="1026" name="Google Shape;1026;p86"/>
          <p:cNvSpPr txBox="1"/>
          <p:nvPr/>
        </p:nvSpPr>
        <p:spPr>
          <a:xfrm>
            <a:off x="1440625" y="4170575"/>
            <a:ext cx="2319900" cy="406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consolata"/>
                <a:ea typeface="Inconsolata"/>
                <a:cs typeface="Inconsolata"/>
                <a:sym typeface="Inconsolata"/>
              </a:rPr>
              <a:t>Developing strategies</a:t>
            </a:r>
            <a:endParaRPr sz="1200">
              <a:solidFill>
                <a:schemeClr val="dk1"/>
              </a:solidFill>
              <a:latin typeface="Inconsolata"/>
              <a:ea typeface="Inconsolata"/>
              <a:cs typeface="Inconsolata"/>
              <a:sym typeface="Inconsolata"/>
            </a:endParaRPr>
          </a:p>
        </p:txBody>
      </p:sp>
      <p:sp>
        <p:nvSpPr>
          <p:cNvPr id="1027" name="Google Shape;1027;p86"/>
          <p:cNvSpPr txBox="1"/>
          <p:nvPr/>
        </p:nvSpPr>
        <p:spPr>
          <a:xfrm flipH="1">
            <a:off x="5383451" y="1595900"/>
            <a:ext cx="2319900" cy="406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4</a:t>
            </a:r>
            <a:endParaRPr b="1" sz="2000">
              <a:solidFill>
                <a:schemeClr val="dk1"/>
              </a:solidFill>
              <a:latin typeface="Inconsolata"/>
              <a:ea typeface="Inconsolata"/>
              <a:cs typeface="Inconsolata"/>
              <a:sym typeface="Inconsolata"/>
            </a:endParaRPr>
          </a:p>
        </p:txBody>
      </p:sp>
      <p:sp>
        <p:nvSpPr>
          <p:cNvPr id="1028" name="Google Shape;1028;p86"/>
          <p:cNvSpPr txBox="1"/>
          <p:nvPr/>
        </p:nvSpPr>
        <p:spPr>
          <a:xfrm flipH="1">
            <a:off x="5383475" y="1899001"/>
            <a:ext cx="2319900" cy="40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a:ea typeface="Inconsolata"/>
                <a:cs typeface="Inconsolata"/>
                <a:sym typeface="Inconsolata"/>
              </a:rPr>
              <a:t>Plans of action</a:t>
            </a:r>
            <a:endParaRPr sz="1200">
              <a:solidFill>
                <a:schemeClr val="dk1"/>
              </a:solidFill>
              <a:latin typeface="Inconsolata"/>
              <a:ea typeface="Inconsolata"/>
              <a:cs typeface="Inconsolata"/>
              <a:sym typeface="Inconsolata"/>
            </a:endParaRPr>
          </a:p>
        </p:txBody>
      </p:sp>
      <p:sp>
        <p:nvSpPr>
          <p:cNvPr id="1029" name="Google Shape;1029;p86"/>
          <p:cNvSpPr txBox="1"/>
          <p:nvPr/>
        </p:nvSpPr>
        <p:spPr>
          <a:xfrm flipH="1">
            <a:off x="5383451" y="2731684"/>
            <a:ext cx="2319900" cy="406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5</a:t>
            </a:r>
            <a:endParaRPr b="1" sz="2000">
              <a:solidFill>
                <a:schemeClr val="dk1"/>
              </a:solidFill>
              <a:latin typeface="Inconsolata"/>
              <a:ea typeface="Inconsolata"/>
              <a:cs typeface="Inconsolata"/>
              <a:sym typeface="Inconsolata"/>
            </a:endParaRPr>
          </a:p>
        </p:txBody>
      </p:sp>
      <p:sp>
        <p:nvSpPr>
          <p:cNvPr id="1030" name="Google Shape;1030;p86"/>
          <p:cNvSpPr txBox="1"/>
          <p:nvPr/>
        </p:nvSpPr>
        <p:spPr>
          <a:xfrm flipH="1">
            <a:off x="5383475" y="3034788"/>
            <a:ext cx="2319900" cy="40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a:ea typeface="Inconsolata"/>
                <a:cs typeface="Inconsolata"/>
                <a:sym typeface="Inconsolata"/>
              </a:rPr>
              <a:t>Measuring progress</a:t>
            </a:r>
            <a:endParaRPr sz="1200">
              <a:solidFill>
                <a:schemeClr val="dk1"/>
              </a:solidFill>
              <a:latin typeface="Inconsolata"/>
              <a:ea typeface="Inconsolata"/>
              <a:cs typeface="Inconsolata"/>
              <a:sym typeface="Inconsolata"/>
            </a:endParaRPr>
          </a:p>
        </p:txBody>
      </p:sp>
      <p:sp>
        <p:nvSpPr>
          <p:cNvPr id="1031" name="Google Shape;1031;p86"/>
          <p:cNvSpPr txBox="1"/>
          <p:nvPr/>
        </p:nvSpPr>
        <p:spPr>
          <a:xfrm flipH="1">
            <a:off x="5383451" y="3867470"/>
            <a:ext cx="2319900" cy="406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000">
                <a:solidFill>
                  <a:schemeClr val="dk1"/>
                </a:solidFill>
                <a:latin typeface="Inconsolata"/>
                <a:ea typeface="Inconsolata"/>
                <a:cs typeface="Inconsolata"/>
                <a:sym typeface="Inconsolata"/>
              </a:rPr>
              <a:t>STEP </a:t>
            </a:r>
            <a:r>
              <a:rPr b="1" lang="en" sz="2000">
                <a:solidFill>
                  <a:schemeClr val="dk1"/>
                </a:solidFill>
                <a:latin typeface="Inconsolata"/>
                <a:ea typeface="Inconsolata"/>
                <a:cs typeface="Inconsolata"/>
                <a:sym typeface="Inconsolata"/>
              </a:rPr>
              <a:t>6</a:t>
            </a:r>
            <a:endParaRPr b="1" sz="2000">
              <a:solidFill>
                <a:schemeClr val="dk1"/>
              </a:solidFill>
              <a:latin typeface="Inconsolata"/>
              <a:ea typeface="Inconsolata"/>
              <a:cs typeface="Inconsolata"/>
              <a:sym typeface="Inconsolata"/>
            </a:endParaRPr>
          </a:p>
        </p:txBody>
      </p:sp>
      <p:sp>
        <p:nvSpPr>
          <p:cNvPr id="1032" name="Google Shape;1032;p86"/>
          <p:cNvSpPr txBox="1"/>
          <p:nvPr/>
        </p:nvSpPr>
        <p:spPr>
          <a:xfrm flipH="1">
            <a:off x="5383475" y="4170575"/>
            <a:ext cx="2319900" cy="40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consolata"/>
                <a:ea typeface="Inconsolata"/>
                <a:cs typeface="Inconsolata"/>
                <a:sym typeface="Inconsolata"/>
              </a:rPr>
              <a:t>Continuous improvement</a:t>
            </a:r>
            <a:endParaRPr sz="1200">
              <a:solidFill>
                <a:schemeClr val="dk1"/>
              </a:solidFill>
              <a:latin typeface="Inconsolata"/>
              <a:ea typeface="Inconsolata"/>
              <a:cs typeface="Inconsolata"/>
              <a:sym typeface="Inconsolata"/>
            </a:endParaRPr>
          </a:p>
        </p:txBody>
      </p:sp>
      <p:cxnSp>
        <p:nvCxnSpPr>
          <p:cNvPr id="1033" name="Google Shape;1033;p86"/>
          <p:cNvCxnSpPr>
            <a:stCxn id="1025" idx="3"/>
            <a:endCxn id="1027" idx="3"/>
          </p:cNvCxnSpPr>
          <p:nvPr/>
        </p:nvCxnSpPr>
        <p:spPr>
          <a:xfrm flipH="1" rot="10800000">
            <a:off x="3760549" y="1798970"/>
            <a:ext cx="1623000" cy="2271600"/>
          </a:xfrm>
          <a:prstGeom prst="bentConnector3">
            <a:avLst>
              <a:gd fmla="val 49997" name="adj1"/>
            </a:avLst>
          </a:prstGeom>
          <a:noFill/>
          <a:ln cap="flat" cmpd="sng" w="19050">
            <a:solidFill>
              <a:schemeClr val="lt2"/>
            </a:solidFill>
            <a:prstDash val="solid"/>
            <a:round/>
            <a:headEnd len="med" w="med" type="none"/>
            <a:tailEnd len="med" w="med" type="none"/>
          </a:ln>
        </p:spPr>
      </p:cxnSp>
      <p:cxnSp>
        <p:nvCxnSpPr>
          <p:cNvPr id="1034" name="Google Shape;1034;p86"/>
          <p:cNvCxnSpPr>
            <a:stCxn id="1022" idx="3"/>
            <a:endCxn id="1025" idx="3"/>
          </p:cNvCxnSpPr>
          <p:nvPr/>
        </p:nvCxnSpPr>
        <p:spPr>
          <a:xfrm>
            <a:off x="3760549" y="2934785"/>
            <a:ext cx="0" cy="1135800"/>
          </a:xfrm>
          <a:prstGeom prst="straightConnector1">
            <a:avLst/>
          </a:prstGeom>
          <a:noFill/>
          <a:ln cap="flat" cmpd="sng" w="19050">
            <a:solidFill>
              <a:schemeClr val="lt2"/>
            </a:solidFill>
            <a:prstDash val="solid"/>
            <a:round/>
            <a:headEnd len="med" w="med" type="none"/>
            <a:tailEnd len="med" w="med" type="diamond"/>
          </a:ln>
        </p:spPr>
      </p:cxnSp>
      <p:cxnSp>
        <p:nvCxnSpPr>
          <p:cNvPr id="1035" name="Google Shape;1035;p86"/>
          <p:cNvCxnSpPr>
            <a:stCxn id="1027" idx="3"/>
            <a:endCxn id="1029" idx="3"/>
          </p:cNvCxnSpPr>
          <p:nvPr/>
        </p:nvCxnSpPr>
        <p:spPr>
          <a:xfrm>
            <a:off x="5383451" y="1799000"/>
            <a:ext cx="0" cy="1135800"/>
          </a:xfrm>
          <a:prstGeom prst="straightConnector1">
            <a:avLst/>
          </a:prstGeom>
          <a:noFill/>
          <a:ln cap="flat" cmpd="sng" w="19050">
            <a:solidFill>
              <a:schemeClr val="lt2"/>
            </a:solidFill>
            <a:prstDash val="solid"/>
            <a:round/>
            <a:headEnd len="med" w="med" type="diamond"/>
            <a:tailEnd len="med" w="med" type="diamond"/>
          </a:ln>
        </p:spPr>
      </p:cxnSp>
      <p:cxnSp>
        <p:nvCxnSpPr>
          <p:cNvPr id="1036" name="Google Shape;1036;p86"/>
          <p:cNvCxnSpPr>
            <a:stCxn id="1029" idx="3"/>
            <a:endCxn id="1031" idx="3"/>
          </p:cNvCxnSpPr>
          <p:nvPr/>
        </p:nvCxnSpPr>
        <p:spPr>
          <a:xfrm>
            <a:off x="5383451" y="2934784"/>
            <a:ext cx="0" cy="1135800"/>
          </a:xfrm>
          <a:prstGeom prst="straightConnector1">
            <a:avLst/>
          </a:prstGeom>
          <a:noFill/>
          <a:ln cap="flat" cmpd="sng" w="19050">
            <a:solidFill>
              <a:schemeClr val="lt2"/>
            </a:solidFill>
            <a:prstDash val="solid"/>
            <a:round/>
            <a:headEnd len="med" w="med" type="none"/>
            <a:tailEnd len="med" w="med" type="diamond"/>
          </a:ln>
        </p:spPr>
      </p:cxn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0" name="Shape 1040"/>
        <p:cNvGrpSpPr/>
        <p:nvPr/>
      </p:nvGrpSpPr>
      <p:grpSpPr>
        <a:xfrm>
          <a:off x="0" y="0"/>
          <a:ext cx="0" cy="0"/>
          <a:chOff x="0" y="0"/>
          <a:chExt cx="0" cy="0"/>
        </a:xfrm>
      </p:grpSpPr>
      <p:sp>
        <p:nvSpPr>
          <p:cNvPr id="1041" name="Google Shape;1041;p8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OF MY FUTURE PROJECTS</a:t>
            </a:r>
            <a:endParaRPr/>
          </a:p>
        </p:txBody>
      </p:sp>
      <p:graphicFrame>
        <p:nvGraphicFramePr>
          <p:cNvPr id="1042" name="Google Shape;1042;p87"/>
          <p:cNvGraphicFramePr/>
          <p:nvPr/>
        </p:nvGraphicFramePr>
        <p:xfrm>
          <a:off x="726875" y="1244480"/>
          <a:ext cx="3000000" cy="3000000"/>
        </p:xfrm>
        <a:graphic>
          <a:graphicData uri="http://schemas.openxmlformats.org/drawingml/2006/table">
            <a:tbl>
              <a:tblPr>
                <a:noFill/>
                <a:tableStyleId>{3925B925-6424-4EE7-B8B9-3DFDC417F669}</a:tableStyleId>
              </a:tblPr>
              <a:tblGrid>
                <a:gridCol w="1375450"/>
                <a:gridCol w="1915050"/>
                <a:gridCol w="367775"/>
                <a:gridCol w="367775"/>
                <a:gridCol w="367775"/>
                <a:gridCol w="367775"/>
                <a:gridCol w="367775"/>
                <a:gridCol w="367775"/>
                <a:gridCol w="367775"/>
                <a:gridCol w="367775"/>
                <a:gridCol w="367775"/>
                <a:gridCol w="367775"/>
                <a:gridCol w="367775"/>
                <a:gridCol w="367775"/>
              </a:tblGrid>
              <a:tr h="441850">
                <a:tc>
                  <a:txBody>
                    <a:bodyPr/>
                    <a:lstStyle/>
                    <a:p>
                      <a:pPr indent="0" lvl="0" marL="0" rtl="0" algn="l">
                        <a:spcBef>
                          <a:spcPts val="0"/>
                        </a:spcBef>
                        <a:spcAft>
                          <a:spcPts val="0"/>
                        </a:spcAft>
                        <a:buNone/>
                      </a:pPr>
                      <a:r>
                        <a:rPr b="1" lang="en" sz="1600">
                          <a:solidFill>
                            <a:schemeClr val="dk1"/>
                          </a:solidFill>
                          <a:latin typeface="Inconsolata"/>
                          <a:ea typeface="Inconsolata"/>
                          <a:cs typeface="Inconsolata"/>
                          <a:sym typeface="Inconsolata"/>
                        </a:rPr>
                        <a:t>INITIATIVE</a:t>
                      </a:r>
                      <a:endParaRPr b="1" sz="16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600">
                          <a:solidFill>
                            <a:schemeClr val="dk1"/>
                          </a:solidFill>
                          <a:latin typeface="Inconsolata"/>
                          <a:ea typeface="Inconsolata"/>
                          <a:cs typeface="Inconsolata"/>
                          <a:sym typeface="Inconsolata"/>
                        </a:rPr>
                        <a:t>OBJECTIVE</a:t>
                      </a:r>
                      <a:endParaRPr b="1" sz="16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JAN</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FEB</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MAR</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Inconsolata"/>
                          <a:ea typeface="Inconsolata"/>
                          <a:cs typeface="Inconsolata"/>
                          <a:sym typeface="Inconsolata"/>
                        </a:rPr>
                        <a:t>APR</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MAY</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JUN</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JUL</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AUG</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SEP</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OCT</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Inconsolata"/>
                          <a:ea typeface="Inconsolata"/>
                          <a:cs typeface="Inconsolata"/>
                          <a:sym typeface="Inconsolata"/>
                        </a:rPr>
                        <a:t>NOV</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Inconsolata"/>
                          <a:ea typeface="Inconsolata"/>
                          <a:cs typeface="Inconsolata"/>
                          <a:sym typeface="Inconsolata"/>
                        </a:rPr>
                        <a:t>DEC</a:t>
                      </a:r>
                      <a:endParaRPr b="1">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Developing a digital marketing strategy</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Reach potential customers through well-crafted campaigns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Creating</a:t>
                      </a:r>
                      <a:endParaRPr sz="1000">
                        <a:solidFill>
                          <a:schemeClr val="dk1"/>
                        </a:solidFill>
                        <a:latin typeface="Inconsolata"/>
                        <a:ea typeface="Inconsolata"/>
                        <a:cs typeface="Inconsolata"/>
                        <a:sym typeface="Inconsolata"/>
                      </a:endParaRPr>
                    </a:p>
                    <a:p>
                      <a:pPr indent="0" lvl="0" marL="0" rtl="0" algn="l">
                        <a:spcBef>
                          <a:spcPts val="0"/>
                        </a:spcBef>
                        <a:spcAft>
                          <a:spcPts val="0"/>
                        </a:spcAft>
                        <a:buNone/>
                      </a:pPr>
                      <a:r>
                        <a:rPr lang="en" sz="1000">
                          <a:solidFill>
                            <a:schemeClr val="dk1"/>
                          </a:solidFill>
                          <a:latin typeface="Inconsolata"/>
                          <a:ea typeface="Inconsolata"/>
                          <a:cs typeface="Inconsolata"/>
                          <a:sym typeface="Inconsolata"/>
                        </a:rPr>
                        <a:t>engaging content</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Craft content that engages and inspires the target audience</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Optimizing</a:t>
                      </a:r>
                      <a:endParaRPr sz="1000">
                        <a:solidFill>
                          <a:schemeClr val="dk1"/>
                        </a:solidFill>
                        <a:latin typeface="Inconsolata"/>
                        <a:ea typeface="Inconsolata"/>
                        <a:cs typeface="Inconsolata"/>
                        <a:sym typeface="Inconsolata"/>
                      </a:endParaRPr>
                    </a:p>
                    <a:p>
                      <a:pPr indent="0" lvl="0" marL="0" rtl="0" algn="l">
                        <a:spcBef>
                          <a:spcPts val="0"/>
                        </a:spcBef>
                        <a:spcAft>
                          <a:spcPts val="0"/>
                        </a:spcAft>
                        <a:buNone/>
                      </a:pPr>
                      <a:r>
                        <a:rPr lang="en" sz="1000">
                          <a:solidFill>
                            <a:schemeClr val="dk1"/>
                          </a:solidFill>
                          <a:latin typeface="Inconsolata"/>
                          <a:ea typeface="Inconsolata"/>
                          <a:cs typeface="Inconsolata"/>
                          <a:sym typeface="Inconsolata"/>
                        </a:rPr>
                        <a:t>search rankings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Optimize for better and more visibility with SEO</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Leveraging social media platforms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Connect with customers and boost brand awareness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Analyzing user habits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Gather user data to optimize design for more engagement</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Executing </a:t>
                      </a:r>
                      <a:endParaRPr sz="1000">
                        <a:solidFill>
                          <a:schemeClr val="dk1"/>
                        </a:solidFill>
                        <a:latin typeface="Inconsolata"/>
                        <a:ea typeface="Inconsolata"/>
                        <a:cs typeface="Inconsolata"/>
                        <a:sym typeface="Inconsolata"/>
                      </a:endParaRPr>
                    </a:p>
                    <a:p>
                      <a:pPr indent="0" lvl="0" marL="0" rtl="0" algn="l">
                        <a:spcBef>
                          <a:spcPts val="0"/>
                        </a:spcBef>
                        <a:spcAft>
                          <a:spcPts val="0"/>
                        </a:spcAft>
                        <a:buNone/>
                      </a:pPr>
                      <a:r>
                        <a:rPr lang="en" sz="1000">
                          <a:solidFill>
                            <a:schemeClr val="dk1"/>
                          </a:solidFill>
                          <a:latin typeface="Inconsolata"/>
                          <a:ea typeface="Inconsolata"/>
                          <a:cs typeface="Inconsolata"/>
                          <a:sym typeface="Inconsolata"/>
                        </a:rPr>
                        <a:t>email campaigns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consolata"/>
                          <a:ea typeface="Inconsolata"/>
                          <a:cs typeface="Inconsolata"/>
                          <a:sym typeface="Inconsolata"/>
                        </a:rPr>
                        <a:t>Send emails to subscribers to convert leads into sales</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solidFill>
                          <a:schemeClr val="dk1"/>
                        </a:solidFill>
                        <a:latin typeface="Inconsolata"/>
                        <a:ea typeface="Inconsolata"/>
                        <a:cs typeface="Inconsolata"/>
                        <a:sym typeface="Inconsolata"/>
                      </a:endParaRPr>
                    </a:p>
                  </a:txBody>
                  <a:tcPr marT="45700" marB="45700" marR="45700" marL="45700"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6" name="Shape 1046"/>
        <p:cNvGrpSpPr/>
        <p:nvPr/>
      </p:nvGrpSpPr>
      <p:grpSpPr>
        <a:xfrm>
          <a:off x="0" y="0"/>
          <a:ext cx="0" cy="0"/>
          <a:chOff x="0" y="0"/>
          <a:chExt cx="0" cy="0"/>
        </a:xfrm>
      </p:grpSpPr>
      <p:sp>
        <p:nvSpPr>
          <p:cNvPr id="1047" name="Google Shape;1047;p88"/>
          <p:cNvSpPr txBox="1"/>
          <p:nvPr>
            <p:ph type="title"/>
          </p:nvPr>
        </p:nvSpPr>
        <p:spPr>
          <a:xfrm>
            <a:off x="4022825" y="624575"/>
            <a:ext cx="3193800" cy="87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048" name="Google Shape;1048;p88"/>
          <p:cNvSpPr txBox="1"/>
          <p:nvPr>
            <p:ph idx="1" type="subTitle"/>
          </p:nvPr>
        </p:nvSpPr>
        <p:spPr>
          <a:xfrm>
            <a:off x="4022825" y="1421372"/>
            <a:ext cx="3193800" cy="119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b="1" lang="en"/>
              <a:t>Do you have any questions?</a:t>
            </a:r>
            <a:endParaRPr b="1"/>
          </a:p>
          <a:p>
            <a:pPr indent="0" lvl="0" marL="0" rtl="0" algn="l">
              <a:spcBef>
                <a:spcPts val="1000"/>
              </a:spcBef>
              <a:spcAft>
                <a:spcPts val="0"/>
              </a:spcAft>
              <a:buClr>
                <a:schemeClr val="lt1"/>
              </a:buClr>
              <a:buSzPts val="1100"/>
              <a:buFont typeface="Arial"/>
              <a:buNone/>
            </a:pPr>
            <a:r>
              <a:rPr lang="en"/>
              <a:t>youremail@freepik.com </a:t>
            </a:r>
            <a:endParaRPr/>
          </a:p>
          <a:p>
            <a:pPr indent="0" lvl="0" marL="0" rtl="0" algn="l">
              <a:spcBef>
                <a:spcPts val="0"/>
              </a:spcBef>
              <a:spcAft>
                <a:spcPts val="0"/>
              </a:spcAft>
              <a:buClr>
                <a:schemeClr val="lt1"/>
              </a:buClr>
              <a:buSzPts val="1100"/>
              <a:buFont typeface="Arial"/>
              <a:buNone/>
            </a:pPr>
            <a:r>
              <a:rPr lang="en"/>
              <a:t>+91  620 421 838 </a:t>
            </a:r>
            <a:endParaRPr/>
          </a:p>
          <a:p>
            <a:pPr indent="0" lvl="0" marL="0" rtl="0" algn="l">
              <a:spcBef>
                <a:spcPts val="0"/>
              </a:spcBef>
              <a:spcAft>
                <a:spcPts val="0"/>
              </a:spcAft>
              <a:buNone/>
            </a:pPr>
            <a:r>
              <a:rPr lang="en"/>
              <a:t>yourcompany.com</a:t>
            </a:r>
            <a:endParaRPr/>
          </a:p>
        </p:txBody>
      </p:sp>
      <p:sp>
        <p:nvSpPr>
          <p:cNvPr id="1049" name="Google Shape;1049;p88"/>
          <p:cNvSpPr txBox="1"/>
          <p:nvPr/>
        </p:nvSpPr>
        <p:spPr>
          <a:xfrm>
            <a:off x="4022825" y="4084226"/>
            <a:ext cx="3193800" cy="43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dk1"/>
                </a:solidFill>
                <a:latin typeface="Inconsolata Medium"/>
                <a:ea typeface="Inconsolata Medium"/>
                <a:cs typeface="Inconsolata Medium"/>
                <a:sym typeface="Inconsolata Medium"/>
              </a:rPr>
              <a:t>Please keep this slide for attribution</a:t>
            </a:r>
            <a:endParaRPr sz="1000">
              <a:solidFill>
                <a:schemeClr val="dk1"/>
              </a:solidFill>
              <a:latin typeface="Inconsolata Medium"/>
              <a:ea typeface="Inconsolata Medium"/>
              <a:cs typeface="Inconsolata Medium"/>
              <a:sym typeface="Inconsolata Medium"/>
            </a:endParaRPr>
          </a:p>
        </p:txBody>
      </p:sp>
      <p:sp>
        <p:nvSpPr>
          <p:cNvPr id="1050" name="Google Shape;1050;p88"/>
          <p:cNvSpPr txBox="1"/>
          <p:nvPr/>
        </p:nvSpPr>
        <p:spPr>
          <a:xfrm>
            <a:off x="4119825" y="2706770"/>
            <a:ext cx="585600" cy="503700"/>
          </a:xfrm>
          <a:prstGeom prst="rect">
            <a:avLst/>
          </a:prstGeom>
          <a:solidFill>
            <a:schemeClr val="lt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b="1" sz="3000">
              <a:solidFill>
                <a:srgbClr val="F8FAFB"/>
              </a:solidFill>
              <a:latin typeface="Inconsolata"/>
              <a:ea typeface="Inconsolata"/>
              <a:cs typeface="Inconsolata"/>
              <a:sym typeface="Inconsolata"/>
            </a:endParaRPr>
          </a:p>
        </p:txBody>
      </p:sp>
      <p:sp>
        <p:nvSpPr>
          <p:cNvPr id="1051" name="Google Shape;1051;p88"/>
          <p:cNvSpPr txBox="1"/>
          <p:nvPr/>
        </p:nvSpPr>
        <p:spPr>
          <a:xfrm>
            <a:off x="4796250" y="2706770"/>
            <a:ext cx="585600" cy="503700"/>
          </a:xfrm>
          <a:prstGeom prst="rect">
            <a:avLst/>
          </a:prstGeom>
          <a:solidFill>
            <a:schemeClr val="lt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b="1" sz="3000">
              <a:solidFill>
                <a:srgbClr val="F8FAFB"/>
              </a:solidFill>
              <a:latin typeface="Inconsolata"/>
              <a:ea typeface="Inconsolata"/>
              <a:cs typeface="Inconsolata"/>
              <a:sym typeface="Inconsolata"/>
            </a:endParaRPr>
          </a:p>
        </p:txBody>
      </p:sp>
      <p:sp>
        <p:nvSpPr>
          <p:cNvPr id="1052" name="Google Shape;1052;p88"/>
          <p:cNvSpPr txBox="1"/>
          <p:nvPr/>
        </p:nvSpPr>
        <p:spPr>
          <a:xfrm>
            <a:off x="5472675" y="2706770"/>
            <a:ext cx="585600" cy="503700"/>
          </a:xfrm>
          <a:prstGeom prst="rect">
            <a:avLst/>
          </a:prstGeom>
          <a:solidFill>
            <a:schemeClr val="lt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b="1" sz="3000">
              <a:solidFill>
                <a:srgbClr val="F8FAFB"/>
              </a:solidFill>
              <a:latin typeface="Inconsolata"/>
              <a:ea typeface="Inconsolata"/>
              <a:cs typeface="Inconsolata"/>
              <a:sym typeface="Inconsolata"/>
            </a:endParaRPr>
          </a:p>
        </p:txBody>
      </p:sp>
      <p:grpSp>
        <p:nvGrpSpPr>
          <p:cNvPr id="1053" name="Google Shape;1053;p88"/>
          <p:cNvGrpSpPr/>
          <p:nvPr/>
        </p:nvGrpSpPr>
        <p:grpSpPr>
          <a:xfrm>
            <a:off x="5608378" y="2801534"/>
            <a:ext cx="314171" cy="314171"/>
            <a:chOff x="1379798" y="1723250"/>
            <a:chExt cx="397887" cy="397887"/>
          </a:xfrm>
        </p:grpSpPr>
        <p:sp>
          <p:nvSpPr>
            <p:cNvPr id="1054" name="Google Shape;1054;p8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8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88"/>
          <p:cNvGrpSpPr/>
          <p:nvPr/>
        </p:nvGrpSpPr>
        <p:grpSpPr>
          <a:xfrm>
            <a:off x="4255531" y="2801534"/>
            <a:ext cx="314188" cy="314171"/>
            <a:chOff x="266768" y="1721375"/>
            <a:chExt cx="397907" cy="397887"/>
          </a:xfrm>
        </p:grpSpPr>
        <p:sp>
          <p:nvSpPr>
            <p:cNvPr id="1059" name="Google Shape;1059;p8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8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88"/>
          <p:cNvGrpSpPr/>
          <p:nvPr/>
        </p:nvGrpSpPr>
        <p:grpSpPr>
          <a:xfrm>
            <a:off x="4931982" y="2801534"/>
            <a:ext cx="314155" cy="314171"/>
            <a:chOff x="864491" y="1723250"/>
            <a:chExt cx="397866" cy="397887"/>
          </a:xfrm>
        </p:grpSpPr>
        <p:sp>
          <p:nvSpPr>
            <p:cNvPr id="1062" name="Google Shape;1062;p8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88"/>
          <p:cNvGrpSpPr/>
          <p:nvPr/>
        </p:nvGrpSpPr>
        <p:grpSpPr>
          <a:xfrm>
            <a:off x="-900151" y="840362"/>
            <a:ext cx="3226509" cy="3900060"/>
            <a:chOff x="-972226" y="846487"/>
            <a:chExt cx="3226509" cy="3900060"/>
          </a:xfrm>
        </p:grpSpPr>
        <p:sp>
          <p:nvSpPr>
            <p:cNvPr id="1066" name="Google Shape;1066;p88"/>
            <p:cNvSpPr/>
            <p:nvPr/>
          </p:nvSpPr>
          <p:spPr>
            <a:xfrm>
              <a:off x="-972226" y="1702101"/>
              <a:ext cx="3042693" cy="3044447"/>
            </a:xfrm>
            <a:custGeom>
              <a:rect b="b" l="l" r="r" t="t"/>
              <a:pathLst>
                <a:path extrusionOk="0" h="2712202" w="2710640">
                  <a:moveTo>
                    <a:pt x="2690945" y="1128515"/>
                  </a:moveTo>
                  <a:cubicBezTo>
                    <a:pt x="2688734" y="1101720"/>
                    <a:pt x="2683241" y="1073886"/>
                    <a:pt x="2674416" y="1045114"/>
                  </a:cubicBezTo>
                  <a:cubicBezTo>
                    <a:pt x="2667281" y="1021852"/>
                    <a:pt x="2658054" y="998222"/>
                    <a:pt x="2646765" y="974323"/>
                  </a:cubicBezTo>
                  <a:cubicBezTo>
                    <a:pt x="2637220" y="948817"/>
                    <a:pt x="2626619" y="923562"/>
                    <a:pt x="2614946" y="898559"/>
                  </a:cubicBezTo>
                  <a:cubicBezTo>
                    <a:pt x="2584115" y="832541"/>
                    <a:pt x="2545964" y="768969"/>
                    <a:pt x="2501450" y="709231"/>
                  </a:cubicBezTo>
                  <a:cubicBezTo>
                    <a:pt x="2499172" y="699903"/>
                    <a:pt x="2496710" y="690675"/>
                    <a:pt x="2494065" y="681565"/>
                  </a:cubicBezTo>
                  <a:cubicBezTo>
                    <a:pt x="2476563" y="621660"/>
                    <a:pt x="2450873" y="566360"/>
                    <a:pt x="2417713" y="517174"/>
                  </a:cubicBezTo>
                  <a:cubicBezTo>
                    <a:pt x="2385726" y="469729"/>
                    <a:pt x="2347174" y="428279"/>
                    <a:pt x="2302475" y="393110"/>
                  </a:cubicBezTo>
                  <a:cubicBezTo>
                    <a:pt x="2238468" y="319975"/>
                    <a:pt x="2151834" y="251981"/>
                    <a:pt x="2053829" y="194019"/>
                  </a:cubicBezTo>
                  <a:cubicBezTo>
                    <a:pt x="2048302" y="189664"/>
                    <a:pt x="2042274" y="186164"/>
                    <a:pt x="2035759" y="183535"/>
                  </a:cubicBezTo>
                  <a:cubicBezTo>
                    <a:pt x="1947417" y="133109"/>
                    <a:pt x="1850618" y="90855"/>
                    <a:pt x="1753216" y="60208"/>
                  </a:cubicBezTo>
                  <a:cubicBezTo>
                    <a:pt x="1747522" y="57411"/>
                    <a:pt x="1741576" y="55469"/>
                    <a:pt x="1735330" y="54464"/>
                  </a:cubicBezTo>
                  <a:cubicBezTo>
                    <a:pt x="1734877" y="54397"/>
                    <a:pt x="1734409" y="54363"/>
                    <a:pt x="1733940" y="54296"/>
                  </a:cubicBezTo>
                  <a:cubicBezTo>
                    <a:pt x="1624279" y="21555"/>
                    <a:pt x="1514534" y="3786"/>
                    <a:pt x="1415943" y="5964"/>
                  </a:cubicBezTo>
                  <a:cubicBezTo>
                    <a:pt x="1362804" y="-2109"/>
                    <a:pt x="1309263" y="-2008"/>
                    <a:pt x="1255772" y="6399"/>
                  </a:cubicBezTo>
                  <a:cubicBezTo>
                    <a:pt x="1197877" y="15493"/>
                    <a:pt x="1140535" y="34384"/>
                    <a:pt x="1085352" y="62569"/>
                  </a:cubicBezTo>
                  <a:cubicBezTo>
                    <a:pt x="1080093" y="65249"/>
                    <a:pt x="1074868" y="68046"/>
                    <a:pt x="1069644" y="70910"/>
                  </a:cubicBezTo>
                  <a:cubicBezTo>
                    <a:pt x="988653" y="78161"/>
                    <a:pt x="909305" y="94305"/>
                    <a:pt x="833792" y="118907"/>
                  </a:cubicBezTo>
                  <a:cubicBezTo>
                    <a:pt x="791521" y="132673"/>
                    <a:pt x="750642" y="149035"/>
                    <a:pt x="711269" y="167792"/>
                  </a:cubicBezTo>
                  <a:cubicBezTo>
                    <a:pt x="701907" y="171544"/>
                    <a:pt x="692780" y="175496"/>
                    <a:pt x="683937" y="179649"/>
                  </a:cubicBezTo>
                  <a:cubicBezTo>
                    <a:pt x="657695" y="191992"/>
                    <a:pt x="634148" y="205943"/>
                    <a:pt x="613281" y="221434"/>
                  </a:cubicBezTo>
                  <a:cubicBezTo>
                    <a:pt x="440818" y="328951"/>
                    <a:pt x="304813" y="487799"/>
                    <a:pt x="220021" y="684395"/>
                  </a:cubicBezTo>
                  <a:cubicBezTo>
                    <a:pt x="170064" y="721239"/>
                    <a:pt x="133455" y="765686"/>
                    <a:pt x="110729" y="817251"/>
                  </a:cubicBezTo>
                  <a:cubicBezTo>
                    <a:pt x="89192" y="866136"/>
                    <a:pt x="80885" y="919811"/>
                    <a:pt x="85809" y="977589"/>
                  </a:cubicBezTo>
                  <a:cubicBezTo>
                    <a:pt x="1135" y="1174286"/>
                    <a:pt x="-20821" y="1383090"/>
                    <a:pt x="19708" y="1583672"/>
                  </a:cubicBezTo>
                  <a:cubicBezTo>
                    <a:pt x="21918" y="1610468"/>
                    <a:pt x="27412" y="1638302"/>
                    <a:pt x="36237" y="1667057"/>
                  </a:cubicBezTo>
                  <a:cubicBezTo>
                    <a:pt x="43371" y="1690319"/>
                    <a:pt x="52600" y="1713932"/>
                    <a:pt x="63887" y="1737847"/>
                  </a:cubicBezTo>
                  <a:cubicBezTo>
                    <a:pt x="73433" y="1763353"/>
                    <a:pt x="84034" y="1788625"/>
                    <a:pt x="95707" y="1813612"/>
                  </a:cubicBezTo>
                  <a:cubicBezTo>
                    <a:pt x="126538" y="1879630"/>
                    <a:pt x="164688" y="1943202"/>
                    <a:pt x="209203" y="2002940"/>
                  </a:cubicBezTo>
                  <a:cubicBezTo>
                    <a:pt x="211481" y="2012268"/>
                    <a:pt x="213942" y="2021496"/>
                    <a:pt x="216589" y="2030606"/>
                  </a:cubicBezTo>
                  <a:cubicBezTo>
                    <a:pt x="234090" y="2090511"/>
                    <a:pt x="259780" y="2145811"/>
                    <a:pt x="292939" y="2194997"/>
                  </a:cubicBezTo>
                  <a:cubicBezTo>
                    <a:pt x="324926" y="2242442"/>
                    <a:pt x="363479" y="2283892"/>
                    <a:pt x="408177" y="2319078"/>
                  </a:cubicBezTo>
                  <a:cubicBezTo>
                    <a:pt x="472168" y="2392196"/>
                    <a:pt x="558768" y="2460156"/>
                    <a:pt x="656740" y="2518102"/>
                  </a:cubicBezTo>
                  <a:cubicBezTo>
                    <a:pt x="662233" y="2522440"/>
                    <a:pt x="668229" y="2525906"/>
                    <a:pt x="674693" y="2528552"/>
                  </a:cubicBezTo>
                  <a:cubicBezTo>
                    <a:pt x="763102" y="2579045"/>
                    <a:pt x="860001" y="2621315"/>
                    <a:pt x="957470" y="2651996"/>
                  </a:cubicBezTo>
                  <a:cubicBezTo>
                    <a:pt x="963147" y="2654793"/>
                    <a:pt x="969093" y="2656719"/>
                    <a:pt x="975322" y="2657724"/>
                  </a:cubicBezTo>
                  <a:cubicBezTo>
                    <a:pt x="975842" y="2657808"/>
                    <a:pt x="976361" y="2657875"/>
                    <a:pt x="976880" y="2657941"/>
                  </a:cubicBezTo>
                  <a:cubicBezTo>
                    <a:pt x="1080462" y="2688857"/>
                    <a:pt x="1184110" y="2706408"/>
                    <a:pt x="1278331" y="2706408"/>
                  </a:cubicBezTo>
                  <a:cubicBezTo>
                    <a:pt x="1283824" y="2706408"/>
                    <a:pt x="1289300" y="2706341"/>
                    <a:pt x="1294726" y="2706224"/>
                  </a:cubicBezTo>
                  <a:cubicBezTo>
                    <a:pt x="1320819" y="2710193"/>
                    <a:pt x="1346995" y="2712203"/>
                    <a:pt x="1373221" y="2712203"/>
                  </a:cubicBezTo>
                  <a:cubicBezTo>
                    <a:pt x="1399447" y="2712203"/>
                    <a:pt x="1427632" y="2710076"/>
                    <a:pt x="1454864" y="2705788"/>
                  </a:cubicBezTo>
                  <a:cubicBezTo>
                    <a:pt x="1512759" y="2696695"/>
                    <a:pt x="1570102" y="2677804"/>
                    <a:pt x="1625284" y="2649618"/>
                  </a:cubicBezTo>
                  <a:cubicBezTo>
                    <a:pt x="1630542" y="2646939"/>
                    <a:pt x="1635768" y="2644142"/>
                    <a:pt x="1640992" y="2641278"/>
                  </a:cubicBezTo>
                  <a:cubicBezTo>
                    <a:pt x="1721983" y="2634026"/>
                    <a:pt x="1801331" y="2617882"/>
                    <a:pt x="1876844" y="2593280"/>
                  </a:cubicBezTo>
                  <a:cubicBezTo>
                    <a:pt x="1919114" y="2579514"/>
                    <a:pt x="1960011" y="2563152"/>
                    <a:pt x="1999384" y="2544395"/>
                  </a:cubicBezTo>
                  <a:cubicBezTo>
                    <a:pt x="2008746" y="2540644"/>
                    <a:pt x="2017873" y="2536691"/>
                    <a:pt x="2026716" y="2532538"/>
                  </a:cubicBezTo>
                  <a:cubicBezTo>
                    <a:pt x="2052958" y="2520195"/>
                    <a:pt x="2076505" y="2506245"/>
                    <a:pt x="2097372" y="2490754"/>
                  </a:cubicBezTo>
                  <a:cubicBezTo>
                    <a:pt x="2269835" y="2383236"/>
                    <a:pt x="2405840" y="2224389"/>
                    <a:pt x="2490631" y="2027793"/>
                  </a:cubicBezTo>
                  <a:cubicBezTo>
                    <a:pt x="2540572" y="1990949"/>
                    <a:pt x="2577197" y="1946501"/>
                    <a:pt x="2599907" y="1894937"/>
                  </a:cubicBezTo>
                  <a:cubicBezTo>
                    <a:pt x="2621443" y="1846051"/>
                    <a:pt x="2629751" y="1792376"/>
                    <a:pt x="2624826" y="1734598"/>
                  </a:cubicBezTo>
                  <a:cubicBezTo>
                    <a:pt x="2709501" y="1537902"/>
                    <a:pt x="2731457" y="1329097"/>
                    <a:pt x="2690945" y="1128515"/>
                  </a:cubicBezTo>
                  <a:close/>
                  <a:moveTo>
                    <a:pt x="2409206" y="2073831"/>
                  </a:moveTo>
                  <a:cubicBezTo>
                    <a:pt x="2404232" y="2076175"/>
                    <a:pt x="2399157" y="2078436"/>
                    <a:pt x="2394050" y="2080680"/>
                  </a:cubicBezTo>
                  <a:cubicBezTo>
                    <a:pt x="2446703" y="2025615"/>
                    <a:pt x="2493294" y="1966899"/>
                    <a:pt x="2533587" y="1904901"/>
                  </a:cubicBezTo>
                  <a:cubicBezTo>
                    <a:pt x="2521178" y="1946200"/>
                    <a:pt x="2506440" y="1986845"/>
                    <a:pt x="2489274" y="2026704"/>
                  </a:cubicBezTo>
                  <a:cubicBezTo>
                    <a:pt x="2465577" y="2044155"/>
                    <a:pt x="2438882" y="2059880"/>
                    <a:pt x="2409206" y="2073848"/>
                  </a:cubicBezTo>
                  <a:close/>
                  <a:moveTo>
                    <a:pt x="2389411" y="2082673"/>
                  </a:moveTo>
                  <a:cubicBezTo>
                    <a:pt x="2331415" y="2107342"/>
                    <a:pt x="2264460" y="2124977"/>
                    <a:pt x="2189180" y="2135444"/>
                  </a:cubicBezTo>
                  <a:cubicBezTo>
                    <a:pt x="2171529" y="2085738"/>
                    <a:pt x="2144549" y="2034558"/>
                    <a:pt x="2108509" y="1982374"/>
                  </a:cubicBezTo>
                  <a:cubicBezTo>
                    <a:pt x="2131671" y="1907547"/>
                    <a:pt x="2150294" y="1829455"/>
                    <a:pt x="2164261" y="1748599"/>
                  </a:cubicBezTo>
                  <a:cubicBezTo>
                    <a:pt x="2238065" y="1658315"/>
                    <a:pt x="2301604" y="1564714"/>
                    <a:pt x="2354158" y="1468920"/>
                  </a:cubicBezTo>
                  <a:cubicBezTo>
                    <a:pt x="2406141" y="1459207"/>
                    <a:pt x="2453017" y="1445172"/>
                    <a:pt x="2494450" y="1426884"/>
                  </a:cubicBezTo>
                  <a:cubicBezTo>
                    <a:pt x="2532499" y="1480291"/>
                    <a:pt x="2562377" y="1532660"/>
                    <a:pt x="2583846" y="1583371"/>
                  </a:cubicBezTo>
                  <a:cubicBezTo>
                    <a:pt x="2581334" y="1690570"/>
                    <a:pt x="2565525" y="1796563"/>
                    <a:pt x="2535447" y="1898721"/>
                  </a:cubicBezTo>
                  <a:cubicBezTo>
                    <a:pt x="2493060" y="1964572"/>
                    <a:pt x="2444040" y="2026034"/>
                    <a:pt x="2389428" y="2082690"/>
                  </a:cubicBezTo>
                  <a:close/>
                  <a:moveTo>
                    <a:pt x="2189298" y="2376018"/>
                  </a:moveTo>
                  <a:cubicBezTo>
                    <a:pt x="2169954" y="2419929"/>
                    <a:pt x="2138838" y="2457845"/>
                    <a:pt x="2096451" y="2489347"/>
                  </a:cubicBezTo>
                  <a:cubicBezTo>
                    <a:pt x="2065049" y="2508924"/>
                    <a:pt x="2032426" y="2526794"/>
                    <a:pt x="1998697" y="2542871"/>
                  </a:cubicBezTo>
                  <a:cubicBezTo>
                    <a:pt x="1921408" y="2573837"/>
                    <a:pt x="1826468" y="2590902"/>
                    <a:pt x="1715936" y="2593632"/>
                  </a:cubicBezTo>
                  <a:cubicBezTo>
                    <a:pt x="1739517" y="2576433"/>
                    <a:pt x="1762561" y="2557458"/>
                    <a:pt x="1784935" y="2536792"/>
                  </a:cubicBezTo>
                  <a:cubicBezTo>
                    <a:pt x="1825229" y="2499563"/>
                    <a:pt x="1863095" y="2457276"/>
                    <a:pt x="1898398" y="2410216"/>
                  </a:cubicBezTo>
                  <a:cubicBezTo>
                    <a:pt x="1904779" y="2407671"/>
                    <a:pt x="1911142" y="2405108"/>
                    <a:pt x="1917490" y="2402479"/>
                  </a:cubicBezTo>
                  <a:cubicBezTo>
                    <a:pt x="2023550" y="2358567"/>
                    <a:pt x="2121739" y="2304055"/>
                    <a:pt x="2210969" y="2239729"/>
                  </a:cubicBezTo>
                  <a:cubicBezTo>
                    <a:pt x="2214820" y="2288480"/>
                    <a:pt x="2207720" y="2334251"/>
                    <a:pt x="2189332" y="2376035"/>
                  </a:cubicBezTo>
                  <a:close/>
                  <a:moveTo>
                    <a:pt x="1071435" y="2619540"/>
                  </a:moveTo>
                  <a:cubicBezTo>
                    <a:pt x="1087379" y="2606477"/>
                    <a:pt x="1104059" y="2590199"/>
                    <a:pt x="1121359" y="2570755"/>
                  </a:cubicBezTo>
                  <a:cubicBezTo>
                    <a:pt x="1209499" y="2602508"/>
                    <a:pt x="1299281" y="2624363"/>
                    <a:pt x="1390069" y="2636053"/>
                  </a:cubicBezTo>
                  <a:cubicBezTo>
                    <a:pt x="1432204" y="2641479"/>
                    <a:pt x="1474374" y="2644594"/>
                    <a:pt x="1516309" y="2645465"/>
                  </a:cubicBezTo>
                  <a:cubicBezTo>
                    <a:pt x="1504820" y="2653738"/>
                    <a:pt x="1491959" y="2661241"/>
                    <a:pt x="1477740" y="2667923"/>
                  </a:cubicBezTo>
                  <a:cubicBezTo>
                    <a:pt x="1429793" y="2690481"/>
                    <a:pt x="1368598" y="2702774"/>
                    <a:pt x="1295882" y="2704499"/>
                  </a:cubicBezTo>
                  <a:cubicBezTo>
                    <a:pt x="1219180" y="2692876"/>
                    <a:pt x="1143650" y="2664238"/>
                    <a:pt x="1071435" y="2619523"/>
                  </a:cubicBezTo>
                  <a:close/>
                  <a:moveTo>
                    <a:pt x="958241" y="2650489"/>
                  </a:moveTo>
                  <a:cubicBezTo>
                    <a:pt x="917896" y="2630694"/>
                    <a:pt x="891838" y="2565111"/>
                    <a:pt x="882375" y="2458733"/>
                  </a:cubicBezTo>
                  <a:cubicBezTo>
                    <a:pt x="940706" y="2525136"/>
                    <a:pt x="1002973" y="2579079"/>
                    <a:pt x="1068370" y="2619942"/>
                  </a:cubicBezTo>
                  <a:cubicBezTo>
                    <a:pt x="1034038" y="2647575"/>
                    <a:pt x="1003224" y="2659934"/>
                    <a:pt x="976930" y="2656233"/>
                  </a:cubicBezTo>
                  <a:cubicBezTo>
                    <a:pt x="970701" y="2654374"/>
                    <a:pt x="964470" y="2652448"/>
                    <a:pt x="958241" y="2650506"/>
                  </a:cubicBezTo>
                  <a:close/>
                  <a:moveTo>
                    <a:pt x="657861" y="2516829"/>
                  </a:moveTo>
                  <a:cubicBezTo>
                    <a:pt x="657778" y="2516762"/>
                    <a:pt x="657677" y="2516695"/>
                    <a:pt x="657594" y="2516628"/>
                  </a:cubicBezTo>
                  <a:cubicBezTo>
                    <a:pt x="635638" y="2499178"/>
                    <a:pt x="622006" y="2468111"/>
                    <a:pt x="616848" y="2424769"/>
                  </a:cubicBezTo>
                  <a:cubicBezTo>
                    <a:pt x="696163" y="2448199"/>
                    <a:pt x="783818" y="2459051"/>
                    <a:pt x="878641" y="2457142"/>
                  </a:cubicBezTo>
                  <a:cubicBezTo>
                    <a:pt x="790433" y="2521669"/>
                    <a:pt x="720898" y="2545501"/>
                    <a:pt x="675513" y="2527095"/>
                  </a:cubicBezTo>
                  <a:cubicBezTo>
                    <a:pt x="669585" y="2523712"/>
                    <a:pt x="663689" y="2520296"/>
                    <a:pt x="657845" y="2516829"/>
                  </a:cubicBezTo>
                  <a:close/>
                  <a:moveTo>
                    <a:pt x="408730" y="2317152"/>
                  </a:moveTo>
                  <a:cubicBezTo>
                    <a:pt x="347000" y="2246394"/>
                    <a:pt x="312366" y="2177848"/>
                    <a:pt x="306639" y="2117106"/>
                  </a:cubicBezTo>
                  <a:cubicBezTo>
                    <a:pt x="335862" y="2147167"/>
                    <a:pt x="366878" y="2175889"/>
                    <a:pt x="399485" y="2203053"/>
                  </a:cubicBezTo>
                  <a:cubicBezTo>
                    <a:pt x="465369" y="2257917"/>
                    <a:pt x="537047" y="2306149"/>
                    <a:pt x="614018" y="2347498"/>
                  </a:cubicBezTo>
                  <a:cubicBezTo>
                    <a:pt x="612192" y="2375315"/>
                    <a:pt x="612477" y="2400268"/>
                    <a:pt x="614871" y="2422174"/>
                  </a:cubicBezTo>
                  <a:cubicBezTo>
                    <a:pt x="536947" y="2398845"/>
                    <a:pt x="467647" y="2363558"/>
                    <a:pt x="408730" y="2317152"/>
                  </a:cubicBezTo>
                  <a:close/>
                  <a:moveTo>
                    <a:pt x="42836" y="1446730"/>
                  </a:moveTo>
                  <a:cubicBezTo>
                    <a:pt x="62162" y="1402852"/>
                    <a:pt x="93245" y="1364970"/>
                    <a:pt x="135582" y="1333485"/>
                  </a:cubicBezTo>
                  <a:cubicBezTo>
                    <a:pt x="148545" y="1434622"/>
                    <a:pt x="172811" y="1535641"/>
                    <a:pt x="208181" y="1635488"/>
                  </a:cubicBezTo>
                  <a:cubicBezTo>
                    <a:pt x="194331" y="1704386"/>
                    <a:pt x="187783" y="1771459"/>
                    <a:pt x="188637" y="1836338"/>
                  </a:cubicBezTo>
                  <a:cubicBezTo>
                    <a:pt x="189056" y="1868158"/>
                    <a:pt x="191351" y="1899291"/>
                    <a:pt x="195403" y="1929553"/>
                  </a:cubicBezTo>
                  <a:cubicBezTo>
                    <a:pt x="138563" y="1864222"/>
                    <a:pt x="95221" y="1799996"/>
                    <a:pt x="65863" y="1738366"/>
                  </a:cubicBezTo>
                  <a:cubicBezTo>
                    <a:pt x="46620" y="1687120"/>
                    <a:pt x="31715" y="1634952"/>
                    <a:pt x="21114" y="1582198"/>
                  </a:cubicBezTo>
                  <a:cubicBezTo>
                    <a:pt x="17413" y="1533749"/>
                    <a:pt x="24531" y="1488263"/>
                    <a:pt x="42836" y="1446730"/>
                  </a:cubicBezTo>
                  <a:close/>
                  <a:moveTo>
                    <a:pt x="126722" y="1132468"/>
                  </a:moveTo>
                  <a:cubicBezTo>
                    <a:pt x="148142" y="1182575"/>
                    <a:pt x="177534" y="1233872"/>
                    <a:pt x="214646" y="1286006"/>
                  </a:cubicBezTo>
                  <a:cubicBezTo>
                    <a:pt x="211547" y="1287396"/>
                    <a:pt x="208466" y="1288787"/>
                    <a:pt x="205418" y="1290210"/>
                  </a:cubicBezTo>
                  <a:cubicBezTo>
                    <a:pt x="180280" y="1302034"/>
                    <a:pt x="157588" y="1315331"/>
                    <a:pt x="137374" y="1330069"/>
                  </a:cubicBezTo>
                  <a:cubicBezTo>
                    <a:pt x="129001" y="1264151"/>
                    <a:pt x="125366" y="1198083"/>
                    <a:pt x="126722" y="1132468"/>
                  </a:cubicBezTo>
                  <a:close/>
                  <a:moveTo>
                    <a:pt x="87518" y="977891"/>
                  </a:moveTo>
                  <a:cubicBezTo>
                    <a:pt x="111416" y="922424"/>
                    <a:pt x="139702" y="869318"/>
                    <a:pt x="171839" y="818775"/>
                  </a:cubicBezTo>
                  <a:cubicBezTo>
                    <a:pt x="143554" y="916344"/>
                    <a:pt x="127862" y="1018586"/>
                    <a:pt x="124964" y="1124429"/>
                  </a:cubicBezTo>
                  <a:cubicBezTo>
                    <a:pt x="103946" y="1073769"/>
                    <a:pt x="91369" y="1024800"/>
                    <a:pt x="87400" y="978158"/>
                  </a:cubicBezTo>
                  <a:cubicBezTo>
                    <a:pt x="87433" y="978075"/>
                    <a:pt x="87484" y="977974"/>
                    <a:pt x="87518" y="977891"/>
                  </a:cubicBezTo>
                  <a:close/>
                  <a:moveTo>
                    <a:pt x="175222" y="813483"/>
                  </a:moveTo>
                  <a:cubicBezTo>
                    <a:pt x="217610" y="747633"/>
                    <a:pt x="266629" y="686170"/>
                    <a:pt x="321242" y="629514"/>
                  </a:cubicBezTo>
                  <a:cubicBezTo>
                    <a:pt x="379238" y="604845"/>
                    <a:pt x="446210" y="587211"/>
                    <a:pt x="521472" y="576744"/>
                  </a:cubicBezTo>
                  <a:cubicBezTo>
                    <a:pt x="539124" y="626433"/>
                    <a:pt x="566104" y="677629"/>
                    <a:pt x="602143" y="729813"/>
                  </a:cubicBezTo>
                  <a:cubicBezTo>
                    <a:pt x="578983" y="804640"/>
                    <a:pt x="560359" y="882733"/>
                    <a:pt x="546392" y="963588"/>
                  </a:cubicBezTo>
                  <a:cubicBezTo>
                    <a:pt x="472587" y="1053873"/>
                    <a:pt x="409048" y="1147473"/>
                    <a:pt x="356511" y="1243267"/>
                  </a:cubicBezTo>
                  <a:cubicBezTo>
                    <a:pt x="304528" y="1252981"/>
                    <a:pt x="257653" y="1267015"/>
                    <a:pt x="216220" y="1285303"/>
                  </a:cubicBezTo>
                  <a:cubicBezTo>
                    <a:pt x="178170" y="1231896"/>
                    <a:pt x="148293" y="1179528"/>
                    <a:pt x="126823" y="1128834"/>
                  </a:cubicBezTo>
                  <a:cubicBezTo>
                    <a:pt x="129335" y="1021618"/>
                    <a:pt x="145144" y="915624"/>
                    <a:pt x="175222" y="813466"/>
                  </a:cubicBezTo>
                  <a:close/>
                  <a:moveTo>
                    <a:pt x="301447" y="638357"/>
                  </a:moveTo>
                  <a:cubicBezTo>
                    <a:pt x="306421" y="636012"/>
                    <a:pt x="311495" y="633751"/>
                    <a:pt x="316603" y="631507"/>
                  </a:cubicBezTo>
                  <a:cubicBezTo>
                    <a:pt x="263949" y="686572"/>
                    <a:pt x="217359" y="745288"/>
                    <a:pt x="177065" y="807286"/>
                  </a:cubicBezTo>
                  <a:cubicBezTo>
                    <a:pt x="189475" y="765987"/>
                    <a:pt x="204212" y="725342"/>
                    <a:pt x="221378" y="685483"/>
                  </a:cubicBezTo>
                  <a:cubicBezTo>
                    <a:pt x="245075" y="668033"/>
                    <a:pt x="271771" y="652307"/>
                    <a:pt x="301447" y="638340"/>
                  </a:cubicBezTo>
                  <a:close/>
                  <a:moveTo>
                    <a:pt x="521355" y="336186"/>
                  </a:moveTo>
                  <a:cubicBezTo>
                    <a:pt x="540698" y="292275"/>
                    <a:pt x="571814" y="254342"/>
                    <a:pt x="614219" y="222841"/>
                  </a:cubicBezTo>
                  <a:cubicBezTo>
                    <a:pt x="645620" y="203263"/>
                    <a:pt x="678226" y="185410"/>
                    <a:pt x="711956" y="169333"/>
                  </a:cubicBezTo>
                  <a:cubicBezTo>
                    <a:pt x="789244" y="138367"/>
                    <a:pt x="884184" y="121302"/>
                    <a:pt x="994733" y="118572"/>
                  </a:cubicBezTo>
                  <a:cubicBezTo>
                    <a:pt x="971153" y="135772"/>
                    <a:pt x="948108" y="154746"/>
                    <a:pt x="925734" y="175412"/>
                  </a:cubicBezTo>
                  <a:cubicBezTo>
                    <a:pt x="885440" y="212642"/>
                    <a:pt x="847575" y="254912"/>
                    <a:pt x="812271" y="301988"/>
                  </a:cubicBezTo>
                  <a:cubicBezTo>
                    <a:pt x="805891" y="304534"/>
                    <a:pt x="799527" y="307096"/>
                    <a:pt x="793180" y="309725"/>
                  </a:cubicBezTo>
                  <a:cubicBezTo>
                    <a:pt x="687119" y="353637"/>
                    <a:pt x="588930" y="408149"/>
                    <a:pt x="499700" y="472475"/>
                  </a:cubicBezTo>
                  <a:cubicBezTo>
                    <a:pt x="495849" y="423724"/>
                    <a:pt x="502949" y="377954"/>
                    <a:pt x="521338" y="336169"/>
                  </a:cubicBezTo>
                  <a:close/>
                  <a:moveTo>
                    <a:pt x="1639234" y="92647"/>
                  </a:moveTo>
                  <a:cubicBezTo>
                    <a:pt x="1623274" y="105710"/>
                    <a:pt x="1606611" y="121989"/>
                    <a:pt x="1589311" y="141432"/>
                  </a:cubicBezTo>
                  <a:cubicBezTo>
                    <a:pt x="1501170" y="109679"/>
                    <a:pt x="1411388" y="87824"/>
                    <a:pt x="1320584" y="76135"/>
                  </a:cubicBezTo>
                  <a:cubicBezTo>
                    <a:pt x="1278465" y="70709"/>
                    <a:pt x="1236295" y="67560"/>
                    <a:pt x="1194393" y="66689"/>
                  </a:cubicBezTo>
                  <a:cubicBezTo>
                    <a:pt x="1205882" y="58433"/>
                    <a:pt x="1218710" y="50930"/>
                    <a:pt x="1232912" y="44248"/>
                  </a:cubicBezTo>
                  <a:cubicBezTo>
                    <a:pt x="1280859" y="21689"/>
                    <a:pt x="1342037" y="9397"/>
                    <a:pt x="1414754" y="7672"/>
                  </a:cubicBezTo>
                  <a:cubicBezTo>
                    <a:pt x="1491473" y="19278"/>
                    <a:pt x="1567003" y="47899"/>
                    <a:pt x="1639234" y="92631"/>
                  </a:cubicBezTo>
                  <a:close/>
                  <a:moveTo>
                    <a:pt x="1752412" y="61699"/>
                  </a:moveTo>
                  <a:cubicBezTo>
                    <a:pt x="1792756" y="81494"/>
                    <a:pt x="1818831" y="147076"/>
                    <a:pt x="1828294" y="253471"/>
                  </a:cubicBezTo>
                  <a:cubicBezTo>
                    <a:pt x="1769963" y="187085"/>
                    <a:pt x="1707697" y="133126"/>
                    <a:pt x="1642299" y="92262"/>
                  </a:cubicBezTo>
                  <a:cubicBezTo>
                    <a:pt x="1676631" y="64613"/>
                    <a:pt x="1707462" y="52270"/>
                    <a:pt x="1733739" y="55971"/>
                  </a:cubicBezTo>
                  <a:cubicBezTo>
                    <a:pt x="1739969" y="57830"/>
                    <a:pt x="1746182" y="59739"/>
                    <a:pt x="1752412" y="61699"/>
                  </a:cubicBezTo>
                  <a:close/>
                  <a:moveTo>
                    <a:pt x="2052741" y="195342"/>
                  </a:moveTo>
                  <a:cubicBezTo>
                    <a:pt x="2052841" y="195425"/>
                    <a:pt x="2052958" y="195492"/>
                    <a:pt x="2053059" y="195576"/>
                  </a:cubicBezTo>
                  <a:cubicBezTo>
                    <a:pt x="2075014" y="213027"/>
                    <a:pt x="2088647" y="244093"/>
                    <a:pt x="2093805" y="287435"/>
                  </a:cubicBezTo>
                  <a:cubicBezTo>
                    <a:pt x="2014507" y="264005"/>
                    <a:pt x="1926835" y="253153"/>
                    <a:pt x="1832012" y="255062"/>
                  </a:cubicBezTo>
                  <a:cubicBezTo>
                    <a:pt x="1920253" y="190502"/>
                    <a:pt x="1989821" y="166687"/>
                    <a:pt x="2035206" y="185142"/>
                  </a:cubicBezTo>
                  <a:cubicBezTo>
                    <a:pt x="2041101" y="188509"/>
                    <a:pt x="2046946" y="191908"/>
                    <a:pt x="2052757" y="195342"/>
                  </a:cubicBezTo>
                  <a:close/>
                  <a:moveTo>
                    <a:pt x="2301890" y="395036"/>
                  </a:moveTo>
                  <a:cubicBezTo>
                    <a:pt x="2363636" y="465810"/>
                    <a:pt x="2398270" y="534356"/>
                    <a:pt x="2404015" y="595115"/>
                  </a:cubicBezTo>
                  <a:cubicBezTo>
                    <a:pt x="2374790" y="565054"/>
                    <a:pt x="2343774" y="536332"/>
                    <a:pt x="2311168" y="509168"/>
                  </a:cubicBezTo>
                  <a:cubicBezTo>
                    <a:pt x="2245284" y="454304"/>
                    <a:pt x="2173606" y="406072"/>
                    <a:pt x="2096635" y="364707"/>
                  </a:cubicBezTo>
                  <a:cubicBezTo>
                    <a:pt x="2098461" y="336889"/>
                    <a:pt x="2098176" y="311936"/>
                    <a:pt x="2095781" y="290031"/>
                  </a:cubicBezTo>
                  <a:cubicBezTo>
                    <a:pt x="2173689" y="313359"/>
                    <a:pt x="2242989" y="348629"/>
                    <a:pt x="2301906" y="395036"/>
                  </a:cubicBezTo>
                  <a:close/>
                  <a:moveTo>
                    <a:pt x="2667800" y="1265491"/>
                  </a:moveTo>
                  <a:cubicBezTo>
                    <a:pt x="2648474" y="1309369"/>
                    <a:pt x="2617391" y="1347251"/>
                    <a:pt x="2575054" y="1378736"/>
                  </a:cubicBezTo>
                  <a:cubicBezTo>
                    <a:pt x="2562091" y="1277599"/>
                    <a:pt x="2537825" y="1176563"/>
                    <a:pt x="2502455" y="1076733"/>
                  </a:cubicBezTo>
                  <a:cubicBezTo>
                    <a:pt x="2516305" y="1007835"/>
                    <a:pt x="2522869" y="940762"/>
                    <a:pt x="2521998" y="875883"/>
                  </a:cubicBezTo>
                  <a:cubicBezTo>
                    <a:pt x="2521563" y="844063"/>
                    <a:pt x="2519285" y="812930"/>
                    <a:pt x="2515232" y="782668"/>
                  </a:cubicBezTo>
                  <a:cubicBezTo>
                    <a:pt x="2572073" y="847999"/>
                    <a:pt x="2615415" y="912225"/>
                    <a:pt x="2644773" y="973854"/>
                  </a:cubicBezTo>
                  <a:cubicBezTo>
                    <a:pt x="2664016" y="1025101"/>
                    <a:pt x="2678937" y="1077285"/>
                    <a:pt x="2689522" y="1130039"/>
                  </a:cubicBezTo>
                  <a:cubicBezTo>
                    <a:pt x="2693223" y="1178489"/>
                    <a:pt x="2686105" y="1223975"/>
                    <a:pt x="2667800" y="1265508"/>
                  </a:cubicBezTo>
                  <a:close/>
                  <a:moveTo>
                    <a:pt x="2583930" y="1579753"/>
                  </a:moveTo>
                  <a:cubicBezTo>
                    <a:pt x="2562510" y="1529645"/>
                    <a:pt x="2533135" y="1478349"/>
                    <a:pt x="2496007" y="1426214"/>
                  </a:cubicBezTo>
                  <a:cubicBezTo>
                    <a:pt x="2499105" y="1424824"/>
                    <a:pt x="2502186" y="1423435"/>
                    <a:pt x="2505235" y="1422011"/>
                  </a:cubicBezTo>
                  <a:cubicBezTo>
                    <a:pt x="2530372" y="1410187"/>
                    <a:pt x="2553081" y="1396873"/>
                    <a:pt x="2573279" y="1382153"/>
                  </a:cubicBezTo>
                  <a:cubicBezTo>
                    <a:pt x="2581652" y="1448070"/>
                    <a:pt x="2585286" y="1514138"/>
                    <a:pt x="2583930" y="1579753"/>
                  </a:cubicBezTo>
                  <a:close/>
                  <a:moveTo>
                    <a:pt x="2504514" y="1420487"/>
                  </a:moveTo>
                  <a:cubicBezTo>
                    <a:pt x="2501382" y="1421961"/>
                    <a:pt x="2498201" y="1423401"/>
                    <a:pt x="2495002" y="1424824"/>
                  </a:cubicBezTo>
                  <a:cubicBezTo>
                    <a:pt x="2473063" y="1394110"/>
                    <a:pt x="2448445" y="1363111"/>
                    <a:pt x="2421180" y="1331877"/>
                  </a:cubicBezTo>
                  <a:cubicBezTo>
                    <a:pt x="2458074" y="1246165"/>
                    <a:pt x="2484921" y="1162311"/>
                    <a:pt x="2501617" y="1080953"/>
                  </a:cubicBezTo>
                  <a:cubicBezTo>
                    <a:pt x="2536016" y="1178908"/>
                    <a:pt x="2560082" y="1279375"/>
                    <a:pt x="2573028" y="1380243"/>
                  </a:cubicBezTo>
                  <a:cubicBezTo>
                    <a:pt x="2552713" y="1395132"/>
                    <a:pt x="2529870" y="1408563"/>
                    <a:pt x="2504514" y="1420487"/>
                  </a:cubicBezTo>
                  <a:close/>
                  <a:moveTo>
                    <a:pt x="1712520" y="2593749"/>
                  </a:moveTo>
                  <a:cubicBezTo>
                    <a:pt x="1666046" y="2594771"/>
                    <a:pt x="1618099" y="2593197"/>
                    <a:pt x="1569113" y="2589211"/>
                  </a:cubicBezTo>
                  <a:cubicBezTo>
                    <a:pt x="1571056" y="2585610"/>
                    <a:pt x="1572899" y="2581959"/>
                    <a:pt x="1574540" y="2578208"/>
                  </a:cubicBezTo>
                  <a:cubicBezTo>
                    <a:pt x="1585392" y="2553573"/>
                    <a:pt x="1589579" y="2526610"/>
                    <a:pt x="1587301" y="2497871"/>
                  </a:cubicBezTo>
                  <a:cubicBezTo>
                    <a:pt x="1692658" y="2479751"/>
                    <a:pt x="1795486" y="2450929"/>
                    <a:pt x="1894680" y="2411690"/>
                  </a:cubicBezTo>
                  <a:cubicBezTo>
                    <a:pt x="1839230" y="2485060"/>
                    <a:pt x="1777985" y="2546237"/>
                    <a:pt x="1712537" y="2593749"/>
                  </a:cubicBezTo>
                  <a:close/>
                  <a:moveTo>
                    <a:pt x="209538" y="1639323"/>
                  </a:moveTo>
                  <a:cubicBezTo>
                    <a:pt x="211983" y="1646173"/>
                    <a:pt x="214462" y="1653023"/>
                    <a:pt x="217024" y="1659872"/>
                  </a:cubicBezTo>
                  <a:cubicBezTo>
                    <a:pt x="257301" y="1767842"/>
                    <a:pt x="309251" y="1870703"/>
                    <a:pt x="372137" y="1967235"/>
                  </a:cubicBezTo>
                  <a:cubicBezTo>
                    <a:pt x="347200" y="1985774"/>
                    <a:pt x="328879" y="2008081"/>
                    <a:pt x="317474" y="2033956"/>
                  </a:cubicBezTo>
                  <a:cubicBezTo>
                    <a:pt x="315498" y="2038444"/>
                    <a:pt x="313756" y="2042999"/>
                    <a:pt x="312215" y="2047638"/>
                  </a:cubicBezTo>
                  <a:cubicBezTo>
                    <a:pt x="270632" y="2010241"/>
                    <a:pt x="232264" y="1971706"/>
                    <a:pt x="197764" y="1932283"/>
                  </a:cubicBezTo>
                  <a:cubicBezTo>
                    <a:pt x="185322" y="1841379"/>
                    <a:pt x="189224" y="1742671"/>
                    <a:pt x="209538" y="1639323"/>
                  </a:cubicBezTo>
                  <a:close/>
                  <a:moveTo>
                    <a:pt x="998116" y="118488"/>
                  </a:moveTo>
                  <a:cubicBezTo>
                    <a:pt x="1044606" y="117467"/>
                    <a:pt x="1092553" y="119041"/>
                    <a:pt x="1141539" y="123027"/>
                  </a:cubicBezTo>
                  <a:cubicBezTo>
                    <a:pt x="1139597" y="126628"/>
                    <a:pt x="1137755" y="130278"/>
                    <a:pt x="1136113" y="134030"/>
                  </a:cubicBezTo>
                  <a:cubicBezTo>
                    <a:pt x="1125261" y="158665"/>
                    <a:pt x="1121074" y="185628"/>
                    <a:pt x="1123352" y="214366"/>
                  </a:cubicBezTo>
                  <a:cubicBezTo>
                    <a:pt x="1017994" y="232487"/>
                    <a:pt x="915166" y="261309"/>
                    <a:pt x="815973" y="300548"/>
                  </a:cubicBezTo>
                  <a:cubicBezTo>
                    <a:pt x="871422" y="227178"/>
                    <a:pt x="932651" y="166000"/>
                    <a:pt x="998116" y="118505"/>
                  </a:cubicBezTo>
                  <a:close/>
                  <a:moveTo>
                    <a:pt x="2501115" y="1072914"/>
                  </a:moveTo>
                  <a:cubicBezTo>
                    <a:pt x="2498670" y="1066065"/>
                    <a:pt x="2496191" y="1059215"/>
                    <a:pt x="2493629" y="1052366"/>
                  </a:cubicBezTo>
                  <a:cubicBezTo>
                    <a:pt x="2453352" y="944396"/>
                    <a:pt x="2401402" y="841534"/>
                    <a:pt x="2338515" y="744986"/>
                  </a:cubicBezTo>
                  <a:cubicBezTo>
                    <a:pt x="2363452" y="726447"/>
                    <a:pt x="2381774" y="704140"/>
                    <a:pt x="2393162" y="678265"/>
                  </a:cubicBezTo>
                  <a:cubicBezTo>
                    <a:pt x="2395138" y="673777"/>
                    <a:pt x="2396880" y="669222"/>
                    <a:pt x="2398420" y="664583"/>
                  </a:cubicBezTo>
                  <a:cubicBezTo>
                    <a:pt x="2440004" y="701980"/>
                    <a:pt x="2478372" y="740515"/>
                    <a:pt x="2512872" y="779938"/>
                  </a:cubicBezTo>
                  <a:cubicBezTo>
                    <a:pt x="2525314" y="870859"/>
                    <a:pt x="2521412" y="969567"/>
                    <a:pt x="2501115" y="1072914"/>
                  </a:cubicBezTo>
                  <a:close/>
                  <a:moveTo>
                    <a:pt x="2419958" y="1330487"/>
                  </a:moveTo>
                  <a:cubicBezTo>
                    <a:pt x="2351780" y="1252646"/>
                    <a:pt x="2270137" y="1176848"/>
                    <a:pt x="2176302" y="1104198"/>
                  </a:cubicBezTo>
                  <a:cubicBezTo>
                    <a:pt x="2162821" y="1000968"/>
                    <a:pt x="2142254" y="901339"/>
                    <a:pt x="2114873" y="806281"/>
                  </a:cubicBezTo>
                  <a:cubicBezTo>
                    <a:pt x="2187690" y="804523"/>
                    <a:pt x="2248985" y="792163"/>
                    <a:pt x="2297083" y="769555"/>
                  </a:cubicBezTo>
                  <a:cubicBezTo>
                    <a:pt x="2311753" y="762655"/>
                    <a:pt x="2324984" y="754901"/>
                    <a:pt x="2336791" y="746326"/>
                  </a:cubicBezTo>
                  <a:cubicBezTo>
                    <a:pt x="2404634" y="850745"/>
                    <a:pt x="2459565" y="962182"/>
                    <a:pt x="2500278" y="1077135"/>
                  </a:cubicBezTo>
                  <a:cubicBezTo>
                    <a:pt x="2483815" y="1159230"/>
                    <a:pt x="2457069" y="1244205"/>
                    <a:pt x="2419974" y="1330487"/>
                  </a:cubicBezTo>
                  <a:close/>
                  <a:moveTo>
                    <a:pt x="2190671" y="1483205"/>
                  </a:moveTo>
                  <a:cubicBezTo>
                    <a:pt x="2034653" y="1486588"/>
                    <a:pt x="1862241" y="1460781"/>
                    <a:pt x="1688722" y="1412431"/>
                  </a:cubicBezTo>
                  <a:cubicBezTo>
                    <a:pt x="1777449" y="1255108"/>
                    <a:pt x="1858606" y="1093765"/>
                    <a:pt x="1926031" y="937429"/>
                  </a:cubicBezTo>
                  <a:cubicBezTo>
                    <a:pt x="2014138" y="989480"/>
                    <a:pt x="2097590" y="1045633"/>
                    <a:pt x="2174325" y="1104969"/>
                  </a:cubicBezTo>
                  <a:cubicBezTo>
                    <a:pt x="2190554" y="1229200"/>
                    <a:pt x="2196147" y="1356596"/>
                    <a:pt x="2190671" y="1483205"/>
                  </a:cubicBezTo>
                  <a:close/>
                  <a:moveTo>
                    <a:pt x="519965" y="1229049"/>
                  </a:moveTo>
                  <a:cubicBezTo>
                    <a:pt x="529109" y="1228848"/>
                    <a:pt x="538253" y="1228748"/>
                    <a:pt x="547514" y="1228748"/>
                  </a:cubicBezTo>
                  <a:cubicBezTo>
                    <a:pt x="696180" y="1228748"/>
                    <a:pt x="858577" y="1254287"/>
                    <a:pt x="1021947" y="1299806"/>
                  </a:cubicBezTo>
                  <a:cubicBezTo>
                    <a:pt x="933220" y="1457130"/>
                    <a:pt x="852046" y="1618473"/>
                    <a:pt x="784622" y="1774825"/>
                  </a:cubicBezTo>
                  <a:cubicBezTo>
                    <a:pt x="696514" y="1722775"/>
                    <a:pt x="613063" y="1666621"/>
                    <a:pt x="536311" y="1607286"/>
                  </a:cubicBezTo>
                  <a:cubicBezTo>
                    <a:pt x="520082" y="1483071"/>
                    <a:pt x="514488" y="1355675"/>
                    <a:pt x="519965" y="1229049"/>
                  </a:cubicBezTo>
                  <a:close/>
                  <a:moveTo>
                    <a:pt x="1778554" y="854095"/>
                  </a:moveTo>
                  <a:cubicBezTo>
                    <a:pt x="1784617" y="821521"/>
                    <a:pt x="1790228" y="789450"/>
                    <a:pt x="1795352" y="757982"/>
                  </a:cubicBezTo>
                  <a:cubicBezTo>
                    <a:pt x="1857869" y="776655"/>
                    <a:pt x="1920404" y="790455"/>
                    <a:pt x="1980878" y="798460"/>
                  </a:cubicBezTo>
                  <a:cubicBezTo>
                    <a:pt x="1964047" y="842388"/>
                    <a:pt x="1945508" y="887907"/>
                    <a:pt x="1925328" y="934783"/>
                  </a:cubicBezTo>
                  <a:cubicBezTo>
                    <a:pt x="1877782" y="906698"/>
                    <a:pt x="1828796" y="879768"/>
                    <a:pt x="1778538" y="854095"/>
                  </a:cubicBezTo>
                  <a:close/>
                  <a:moveTo>
                    <a:pt x="729138" y="1915385"/>
                  </a:moveTo>
                  <a:cubicBezTo>
                    <a:pt x="789730" y="1923373"/>
                    <a:pt x="852381" y="1937207"/>
                    <a:pt x="915016" y="1955913"/>
                  </a:cubicBezTo>
                  <a:cubicBezTo>
                    <a:pt x="887031" y="2127975"/>
                    <a:pt x="873332" y="2282066"/>
                    <a:pt x="877368" y="2403232"/>
                  </a:cubicBezTo>
                  <a:cubicBezTo>
                    <a:pt x="857774" y="2394558"/>
                    <a:pt x="838297" y="2385631"/>
                    <a:pt x="818954" y="2376487"/>
                  </a:cubicBezTo>
                  <a:cubicBezTo>
                    <a:pt x="759384" y="2294158"/>
                    <a:pt x="708237" y="2200892"/>
                    <a:pt x="665883" y="2099940"/>
                  </a:cubicBezTo>
                  <a:cubicBezTo>
                    <a:pt x="682966" y="2042547"/>
                    <a:pt x="704135" y="1980749"/>
                    <a:pt x="729138" y="1915402"/>
                  </a:cubicBezTo>
                  <a:close/>
                  <a:moveTo>
                    <a:pt x="664862" y="2097478"/>
                  </a:moveTo>
                  <a:cubicBezTo>
                    <a:pt x="639490" y="2036702"/>
                    <a:pt x="617300" y="1973180"/>
                    <a:pt x="598375" y="1907581"/>
                  </a:cubicBezTo>
                  <a:cubicBezTo>
                    <a:pt x="603450" y="1907480"/>
                    <a:pt x="608541" y="1907413"/>
                    <a:pt x="613682" y="1907413"/>
                  </a:cubicBezTo>
                  <a:cubicBezTo>
                    <a:pt x="650359" y="1907413"/>
                    <a:pt x="688476" y="1910076"/>
                    <a:pt x="727447" y="1915151"/>
                  </a:cubicBezTo>
                  <a:cubicBezTo>
                    <a:pt x="702778" y="1979661"/>
                    <a:pt x="681844" y="2040705"/>
                    <a:pt x="664879" y="2097478"/>
                  </a:cubicBezTo>
                  <a:close/>
                  <a:moveTo>
                    <a:pt x="932081" y="1858160"/>
                  </a:moveTo>
                  <a:cubicBezTo>
                    <a:pt x="926019" y="1890733"/>
                    <a:pt x="920408" y="1922804"/>
                    <a:pt x="915284" y="1954289"/>
                  </a:cubicBezTo>
                  <a:cubicBezTo>
                    <a:pt x="852767" y="1935616"/>
                    <a:pt x="790232" y="1921816"/>
                    <a:pt x="729758" y="1913811"/>
                  </a:cubicBezTo>
                  <a:cubicBezTo>
                    <a:pt x="746588" y="1869883"/>
                    <a:pt x="765128" y="1824364"/>
                    <a:pt x="785308" y="1777488"/>
                  </a:cubicBezTo>
                  <a:cubicBezTo>
                    <a:pt x="832854" y="1805573"/>
                    <a:pt x="881840" y="1832503"/>
                    <a:pt x="932098" y="1858176"/>
                  </a:cubicBezTo>
                  <a:close/>
                  <a:moveTo>
                    <a:pt x="877435" y="2405393"/>
                  </a:moveTo>
                  <a:cubicBezTo>
                    <a:pt x="878022" y="2422191"/>
                    <a:pt x="878959" y="2438351"/>
                    <a:pt x="880232" y="2453826"/>
                  </a:cubicBezTo>
                  <a:cubicBezTo>
                    <a:pt x="859766" y="2430296"/>
                    <a:pt x="840122" y="2405594"/>
                    <a:pt x="821315" y="2379786"/>
                  </a:cubicBezTo>
                  <a:cubicBezTo>
                    <a:pt x="839821" y="2388512"/>
                    <a:pt x="858544" y="2397036"/>
                    <a:pt x="877418" y="2405393"/>
                  </a:cubicBezTo>
                  <a:close/>
                  <a:moveTo>
                    <a:pt x="881990" y="2454730"/>
                  </a:moveTo>
                  <a:cubicBezTo>
                    <a:pt x="880684" y="2439206"/>
                    <a:pt x="879729" y="2422994"/>
                    <a:pt x="879126" y="2406147"/>
                  </a:cubicBezTo>
                  <a:cubicBezTo>
                    <a:pt x="882024" y="2407419"/>
                    <a:pt x="884921" y="2408709"/>
                    <a:pt x="887818" y="2409982"/>
                  </a:cubicBezTo>
                  <a:cubicBezTo>
                    <a:pt x="898889" y="2414822"/>
                    <a:pt x="909958" y="2419544"/>
                    <a:pt x="921045" y="2424200"/>
                  </a:cubicBezTo>
                  <a:cubicBezTo>
                    <a:pt x="907781" y="2435086"/>
                    <a:pt x="894752" y="2445285"/>
                    <a:pt x="881974" y="2454730"/>
                  </a:cubicBezTo>
                  <a:close/>
                  <a:moveTo>
                    <a:pt x="922803" y="2424920"/>
                  </a:moveTo>
                  <a:cubicBezTo>
                    <a:pt x="942297" y="2433093"/>
                    <a:pt x="961808" y="2440981"/>
                    <a:pt x="981318" y="2448601"/>
                  </a:cubicBezTo>
                  <a:cubicBezTo>
                    <a:pt x="948594" y="2452285"/>
                    <a:pt x="916104" y="2454580"/>
                    <a:pt x="883900" y="2455383"/>
                  </a:cubicBezTo>
                  <a:cubicBezTo>
                    <a:pt x="896628" y="2445955"/>
                    <a:pt x="909607" y="2435789"/>
                    <a:pt x="922803" y="2424920"/>
                  </a:cubicBezTo>
                  <a:close/>
                  <a:moveTo>
                    <a:pt x="879059" y="2403969"/>
                  </a:moveTo>
                  <a:cubicBezTo>
                    <a:pt x="874940" y="2282820"/>
                    <a:pt x="888622" y="2128628"/>
                    <a:pt x="916624" y="1956382"/>
                  </a:cubicBezTo>
                  <a:cubicBezTo>
                    <a:pt x="1025732" y="1989123"/>
                    <a:pt x="1134706" y="2036702"/>
                    <a:pt x="1232444" y="2094296"/>
                  </a:cubicBezTo>
                  <a:cubicBezTo>
                    <a:pt x="1123486" y="2231037"/>
                    <a:pt x="1017342" y="2344751"/>
                    <a:pt x="922770" y="2422777"/>
                  </a:cubicBezTo>
                  <a:cubicBezTo>
                    <a:pt x="908149" y="2416647"/>
                    <a:pt x="893579" y="2410367"/>
                    <a:pt x="879059" y="2403969"/>
                  </a:cubicBezTo>
                  <a:close/>
                  <a:moveTo>
                    <a:pt x="916875" y="1954758"/>
                  </a:moveTo>
                  <a:cubicBezTo>
                    <a:pt x="921983" y="1923390"/>
                    <a:pt x="927576" y="1891420"/>
                    <a:pt x="933622" y="1858947"/>
                  </a:cubicBezTo>
                  <a:cubicBezTo>
                    <a:pt x="984835" y="1885072"/>
                    <a:pt x="1037338" y="1909942"/>
                    <a:pt x="1091046" y="1933388"/>
                  </a:cubicBezTo>
                  <a:cubicBezTo>
                    <a:pt x="1158756" y="1962964"/>
                    <a:pt x="1226883" y="1989693"/>
                    <a:pt x="1295112" y="2013524"/>
                  </a:cubicBezTo>
                  <a:cubicBezTo>
                    <a:pt x="1274496" y="2040772"/>
                    <a:pt x="1253930" y="2067299"/>
                    <a:pt x="1233465" y="2093006"/>
                  </a:cubicBezTo>
                  <a:cubicBezTo>
                    <a:pt x="1135493" y="2035262"/>
                    <a:pt x="1026251" y="1987566"/>
                    <a:pt x="916875" y="1954741"/>
                  </a:cubicBezTo>
                  <a:close/>
                  <a:moveTo>
                    <a:pt x="1296769" y="2014110"/>
                  </a:moveTo>
                  <a:cubicBezTo>
                    <a:pt x="1335807" y="2027709"/>
                    <a:pt x="1374862" y="2040370"/>
                    <a:pt x="1413900" y="2052043"/>
                  </a:cubicBezTo>
                  <a:cubicBezTo>
                    <a:pt x="1395210" y="2095385"/>
                    <a:pt x="1376453" y="2136934"/>
                    <a:pt x="1357746" y="2176525"/>
                  </a:cubicBezTo>
                  <a:cubicBezTo>
                    <a:pt x="1319697" y="2147284"/>
                    <a:pt x="1278431" y="2119601"/>
                    <a:pt x="1234922" y="2093877"/>
                  </a:cubicBezTo>
                  <a:cubicBezTo>
                    <a:pt x="1255454" y="2068070"/>
                    <a:pt x="1276087" y="2041458"/>
                    <a:pt x="1296769" y="2014110"/>
                  </a:cubicBezTo>
                  <a:close/>
                  <a:moveTo>
                    <a:pt x="1298042" y="2012435"/>
                  </a:moveTo>
                  <a:cubicBezTo>
                    <a:pt x="1396549" y="1882024"/>
                    <a:pt x="1495962" y="1735101"/>
                    <a:pt x="1589964" y="1580808"/>
                  </a:cubicBezTo>
                  <a:cubicBezTo>
                    <a:pt x="1537394" y="1743073"/>
                    <a:pt x="1478277" y="1902523"/>
                    <a:pt x="1414671" y="2050217"/>
                  </a:cubicBezTo>
                  <a:cubicBezTo>
                    <a:pt x="1375733" y="2038561"/>
                    <a:pt x="1336829" y="2025934"/>
                    <a:pt x="1298025" y="2012435"/>
                  </a:cubicBezTo>
                  <a:close/>
                  <a:moveTo>
                    <a:pt x="1296401" y="2011866"/>
                  </a:moveTo>
                  <a:cubicBezTo>
                    <a:pt x="1172823" y="1968725"/>
                    <a:pt x="1050635" y="1916490"/>
                    <a:pt x="934007" y="1856937"/>
                  </a:cubicBezTo>
                  <a:cubicBezTo>
                    <a:pt x="966062" y="1685010"/>
                    <a:pt x="1010793" y="1498981"/>
                    <a:pt x="1065105" y="1312283"/>
                  </a:cubicBezTo>
                  <a:cubicBezTo>
                    <a:pt x="1250196" y="1367750"/>
                    <a:pt x="1435102" y="1448204"/>
                    <a:pt x="1601302" y="1545539"/>
                  </a:cubicBezTo>
                  <a:cubicBezTo>
                    <a:pt x="1598287" y="1555018"/>
                    <a:pt x="1595255" y="1564480"/>
                    <a:pt x="1592208" y="1573942"/>
                  </a:cubicBezTo>
                  <a:cubicBezTo>
                    <a:pt x="1497050" y="1730545"/>
                    <a:pt x="1396265" y="1879697"/>
                    <a:pt x="1296418" y="2011849"/>
                  </a:cubicBezTo>
                  <a:close/>
                  <a:moveTo>
                    <a:pt x="1344299" y="1412867"/>
                  </a:moveTo>
                  <a:cubicBezTo>
                    <a:pt x="1251502" y="1372339"/>
                    <a:pt x="1158002" y="1338040"/>
                    <a:pt x="1065657" y="1310357"/>
                  </a:cubicBezTo>
                  <a:cubicBezTo>
                    <a:pt x="1079424" y="1263096"/>
                    <a:pt x="1093793" y="1215802"/>
                    <a:pt x="1108731" y="1168692"/>
                  </a:cubicBezTo>
                  <a:cubicBezTo>
                    <a:pt x="1189587" y="1216020"/>
                    <a:pt x="1275936" y="1259931"/>
                    <a:pt x="1366355" y="1299404"/>
                  </a:cubicBezTo>
                  <a:cubicBezTo>
                    <a:pt x="1459151" y="1339933"/>
                    <a:pt x="1552651" y="1374231"/>
                    <a:pt x="1644995" y="1401914"/>
                  </a:cubicBezTo>
                  <a:cubicBezTo>
                    <a:pt x="1631229" y="1449175"/>
                    <a:pt x="1616860" y="1496469"/>
                    <a:pt x="1601922" y="1543579"/>
                  </a:cubicBezTo>
                  <a:cubicBezTo>
                    <a:pt x="1521065" y="1496252"/>
                    <a:pt x="1434717" y="1452340"/>
                    <a:pt x="1344299" y="1412867"/>
                  </a:cubicBezTo>
                  <a:close/>
                  <a:moveTo>
                    <a:pt x="1109368" y="1166699"/>
                  </a:moveTo>
                  <a:cubicBezTo>
                    <a:pt x="1112365" y="1157220"/>
                    <a:pt x="1115397" y="1147758"/>
                    <a:pt x="1118444" y="1138313"/>
                  </a:cubicBezTo>
                  <a:cubicBezTo>
                    <a:pt x="1213603" y="981709"/>
                    <a:pt x="1314387" y="832558"/>
                    <a:pt x="1414235" y="700405"/>
                  </a:cubicBezTo>
                  <a:cubicBezTo>
                    <a:pt x="1537813" y="743546"/>
                    <a:pt x="1660001" y="795781"/>
                    <a:pt x="1776629" y="855334"/>
                  </a:cubicBezTo>
                  <a:cubicBezTo>
                    <a:pt x="1744574" y="1027261"/>
                    <a:pt x="1699842" y="1213273"/>
                    <a:pt x="1645548" y="1399972"/>
                  </a:cubicBezTo>
                  <a:cubicBezTo>
                    <a:pt x="1460457" y="1344505"/>
                    <a:pt x="1275551" y="1264051"/>
                    <a:pt x="1109351" y="1166716"/>
                  </a:cubicBezTo>
                  <a:close/>
                  <a:moveTo>
                    <a:pt x="1412593" y="699836"/>
                  </a:moveTo>
                  <a:cubicBezTo>
                    <a:pt x="1314086" y="830247"/>
                    <a:pt x="1214674" y="977170"/>
                    <a:pt x="1120656" y="1131463"/>
                  </a:cubicBezTo>
                  <a:cubicBezTo>
                    <a:pt x="1173225" y="969199"/>
                    <a:pt x="1232343" y="809748"/>
                    <a:pt x="1295949" y="662054"/>
                  </a:cubicBezTo>
                  <a:cubicBezTo>
                    <a:pt x="1334886" y="673710"/>
                    <a:pt x="1373807" y="686338"/>
                    <a:pt x="1412593" y="699836"/>
                  </a:cubicBezTo>
                  <a:close/>
                  <a:moveTo>
                    <a:pt x="1296736" y="660229"/>
                  </a:moveTo>
                  <a:cubicBezTo>
                    <a:pt x="1315426" y="616887"/>
                    <a:pt x="1334183" y="575337"/>
                    <a:pt x="1352890" y="535763"/>
                  </a:cubicBezTo>
                  <a:cubicBezTo>
                    <a:pt x="1390923" y="565004"/>
                    <a:pt x="1432204" y="592687"/>
                    <a:pt x="1475714" y="618411"/>
                  </a:cubicBezTo>
                  <a:cubicBezTo>
                    <a:pt x="1455182" y="644202"/>
                    <a:pt x="1434549" y="670813"/>
                    <a:pt x="1413867" y="698161"/>
                  </a:cubicBezTo>
                  <a:cubicBezTo>
                    <a:pt x="1374829" y="684562"/>
                    <a:pt x="1335774" y="671901"/>
                    <a:pt x="1296736" y="660229"/>
                  </a:cubicBezTo>
                  <a:close/>
                  <a:moveTo>
                    <a:pt x="1619572" y="778866"/>
                  </a:moveTo>
                  <a:cubicBezTo>
                    <a:pt x="1551864" y="749291"/>
                    <a:pt x="1483736" y="722562"/>
                    <a:pt x="1415508" y="698731"/>
                  </a:cubicBezTo>
                  <a:cubicBezTo>
                    <a:pt x="1436107" y="671483"/>
                    <a:pt x="1456672" y="644972"/>
                    <a:pt x="1477155" y="619265"/>
                  </a:cubicBezTo>
                  <a:cubicBezTo>
                    <a:pt x="1575126" y="677009"/>
                    <a:pt x="1684368" y="724706"/>
                    <a:pt x="1793761" y="757530"/>
                  </a:cubicBezTo>
                  <a:cubicBezTo>
                    <a:pt x="1788654" y="788898"/>
                    <a:pt x="1783059" y="820868"/>
                    <a:pt x="1777030" y="853324"/>
                  </a:cubicBezTo>
                  <a:cubicBezTo>
                    <a:pt x="1725818" y="827199"/>
                    <a:pt x="1673315" y="802329"/>
                    <a:pt x="1619606" y="778883"/>
                  </a:cubicBezTo>
                  <a:close/>
                  <a:moveTo>
                    <a:pt x="1828629" y="257541"/>
                  </a:moveTo>
                  <a:cubicBezTo>
                    <a:pt x="1829935" y="273066"/>
                    <a:pt x="1830890" y="289277"/>
                    <a:pt x="1831492" y="306125"/>
                  </a:cubicBezTo>
                  <a:cubicBezTo>
                    <a:pt x="1828595" y="304852"/>
                    <a:pt x="1825698" y="303562"/>
                    <a:pt x="1822801" y="302290"/>
                  </a:cubicBezTo>
                  <a:cubicBezTo>
                    <a:pt x="1811731" y="297450"/>
                    <a:pt x="1800644" y="292727"/>
                    <a:pt x="1789574" y="288071"/>
                  </a:cubicBezTo>
                  <a:cubicBezTo>
                    <a:pt x="1802838" y="277185"/>
                    <a:pt x="1815868" y="266986"/>
                    <a:pt x="1828646" y="257541"/>
                  </a:cubicBezTo>
                  <a:close/>
                  <a:moveTo>
                    <a:pt x="1787816" y="287351"/>
                  </a:moveTo>
                  <a:cubicBezTo>
                    <a:pt x="1768322" y="279178"/>
                    <a:pt x="1748828" y="271274"/>
                    <a:pt x="1729318" y="263670"/>
                  </a:cubicBezTo>
                  <a:cubicBezTo>
                    <a:pt x="1762042" y="259986"/>
                    <a:pt x="1794531" y="257692"/>
                    <a:pt x="1826720" y="256888"/>
                  </a:cubicBezTo>
                  <a:cubicBezTo>
                    <a:pt x="1813992" y="266316"/>
                    <a:pt x="1801013" y="276482"/>
                    <a:pt x="1787816" y="287351"/>
                  </a:cubicBezTo>
                  <a:close/>
                  <a:moveTo>
                    <a:pt x="1830388" y="258462"/>
                  </a:moveTo>
                  <a:cubicBezTo>
                    <a:pt x="1850852" y="281992"/>
                    <a:pt x="1870497" y="306694"/>
                    <a:pt x="1889304" y="332485"/>
                  </a:cubicBezTo>
                  <a:cubicBezTo>
                    <a:pt x="1870798" y="323760"/>
                    <a:pt x="1852075" y="315235"/>
                    <a:pt x="1833201" y="306878"/>
                  </a:cubicBezTo>
                  <a:cubicBezTo>
                    <a:pt x="1832615" y="290081"/>
                    <a:pt x="1831677" y="273936"/>
                    <a:pt x="1830404" y="258462"/>
                  </a:cubicBezTo>
                  <a:close/>
                  <a:moveTo>
                    <a:pt x="1831559" y="308285"/>
                  </a:moveTo>
                  <a:cubicBezTo>
                    <a:pt x="1835679" y="429435"/>
                    <a:pt x="1821997" y="583627"/>
                    <a:pt x="1793996" y="755872"/>
                  </a:cubicBezTo>
                  <a:cubicBezTo>
                    <a:pt x="1684887" y="723131"/>
                    <a:pt x="1575913" y="675552"/>
                    <a:pt x="1478176" y="617958"/>
                  </a:cubicBezTo>
                  <a:cubicBezTo>
                    <a:pt x="1587150" y="481217"/>
                    <a:pt x="1693278" y="367487"/>
                    <a:pt x="1787866" y="289478"/>
                  </a:cubicBezTo>
                  <a:cubicBezTo>
                    <a:pt x="1802486" y="295607"/>
                    <a:pt x="1817057" y="301871"/>
                    <a:pt x="1831559" y="308285"/>
                  </a:cubicBezTo>
                  <a:close/>
                  <a:moveTo>
                    <a:pt x="1795603" y="756358"/>
                  </a:moveTo>
                  <a:cubicBezTo>
                    <a:pt x="1823588" y="584297"/>
                    <a:pt x="1837287" y="430205"/>
                    <a:pt x="1833251" y="309039"/>
                  </a:cubicBezTo>
                  <a:cubicBezTo>
                    <a:pt x="1852845" y="317714"/>
                    <a:pt x="1872323" y="326640"/>
                    <a:pt x="1891665" y="335784"/>
                  </a:cubicBezTo>
                  <a:cubicBezTo>
                    <a:pt x="1951235" y="418114"/>
                    <a:pt x="2002381" y="511379"/>
                    <a:pt x="2044735" y="612348"/>
                  </a:cubicBezTo>
                  <a:cubicBezTo>
                    <a:pt x="2027653" y="669741"/>
                    <a:pt x="2006468" y="731538"/>
                    <a:pt x="1981481" y="796903"/>
                  </a:cubicBezTo>
                  <a:cubicBezTo>
                    <a:pt x="1920890" y="788914"/>
                    <a:pt x="1858238" y="775081"/>
                    <a:pt x="1795603" y="756375"/>
                  </a:cubicBezTo>
                  <a:close/>
                  <a:moveTo>
                    <a:pt x="2045757" y="614793"/>
                  </a:moveTo>
                  <a:cubicBezTo>
                    <a:pt x="2071129" y="675569"/>
                    <a:pt x="2093319" y="739108"/>
                    <a:pt x="2112244" y="804690"/>
                  </a:cubicBezTo>
                  <a:cubicBezTo>
                    <a:pt x="2107169" y="804791"/>
                    <a:pt x="2102078" y="804858"/>
                    <a:pt x="2096936" y="804858"/>
                  </a:cubicBezTo>
                  <a:cubicBezTo>
                    <a:pt x="2060260" y="804858"/>
                    <a:pt x="2022144" y="802195"/>
                    <a:pt x="1983173" y="797121"/>
                  </a:cubicBezTo>
                  <a:cubicBezTo>
                    <a:pt x="2007841" y="732610"/>
                    <a:pt x="2028775" y="671566"/>
                    <a:pt x="2045740" y="614793"/>
                  </a:cubicBezTo>
                  <a:close/>
                  <a:moveTo>
                    <a:pt x="2062085" y="650096"/>
                  </a:moveTo>
                  <a:cubicBezTo>
                    <a:pt x="2057045" y="637218"/>
                    <a:pt x="2051886" y="624507"/>
                    <a:pt x="2046611" y="611930"/>
                  </a:cubicBezTo>
                  <a:cubicBezTo>
                    <a:pt x="2064296" y="552426"/>
                    <a:pt x="2077576" y="497663"/>
                    <a:pt x="2086151" y="448610"/>
                  </a:cubicBezTo>
                  <a:cubicBezTo>
                    <a:pt x="2182147" y="537404"/>
                    <a:pt x="2265833" y="637436"/>
                    <a:pt x="2335837" y="744936"/>
                  </a:cubicBezTo>
                  <a:cubicBezTo>
                    <a:pt x="2324113" y="753477"/>
                    <a:pt x="2310933" y="761198"/>
                    <a:pt x="2296346" y="768064"/>
                  </a:cubicBezTo>
                  <a:cubicBezTo>
                    <a:pt x="2248366" y="790639"/>
                    <a:pt x="2187138" y="802932"/>
                    <a:pt x="2114370" y="804657"/>
                  </a:cubicBezTo>
                  <a:cubicBezTo>
                    <a:pt x="2099047" y="751652"/>
                    <a:pt x="2081613" y="700070"/>
                    <a:pt x="2062069" y="650096"/>
                  </a:cubicBezTo>
                  <a:close/>
                  <a:moveTo>
                    <a:pt x="2045590" y="609501"/>
                  </a:moveTo>
                  <a:cubicBezTo>
                    <a:pt x="2002918" y="508281"/>
                    <a:pt x="1952475" y="417192"/>
                    <a:pt x="1894914" y="337342"/>
                  </a:cubicBezTo>
                  <a:cubicBezTo>
                    <a:pt x="1949745" y="363400"/>
                    <a:pt x="2003420" y="391351"/>
                    <a:pt x="2055403" y="420944"/>
                  </a:cubicBezTo>
                  <a:cubicBezTo>
                    <a:pt x="2065284" y="429602"/>
                    <a:pt x="2075064" y="438361"/>
                    <a:pt x="2084694" y="447254"/>
                  </a:cubicBezTo>
                  <a:cubicBezTo>
                    <a:pt x="2076237" y="495988"/>
                    <a:pt x="2063090" y="550383"/>
                    <a:pt x="2045590" y="609501"/>
                  </a:cubicBezTo>
                  <a:close/>
                  <a:moveTo>
                    <a:pt x="1892536" y="334042"/>
                  </a:moveTo>
                  <a:cubicBezTo>
                    <a:pt x="1873579" y="307933"/>
                    <a:pt x="1853850" y="283030"/>
                    <a:pt x="1833385" y="259383"/>
                  </a:cubicBezTo>
                  <a:cubicBezTo>
                    <a:pt x="1909971" y="305036"/>
                    <a:pt x="1981599" y="357053"/>
                    <a:pt x="2047834" y="414329"/>
                  </a:cubicBezTo>
                  <a:cubicBezTo>
                    <a:pt x="1997910" y="386177"/>
                    <a:pt x="1946044" y="359347"/>
                    <a:pt x="1892536" y="334042"/>
                  </a:cubicBezTo>
                  <a:close/>
                  <a:moveTo>
                    <a:pt x="1725868" y="262347"/>
                  </a:moveTo>
                  <a:cubicBezTo>
                    <a:pt x="1667001" y="239471"/>
                    <a:pt x="1608101" y="219139"/>
                    <a:pt x="1549653" y="201471"/>
                  </a:cubicBezTo>
                  <a:cubicBezTo>
                    <a:pt x="1641596" y="210866"/>
                    <a:pt x="1733471" y="228635"/>
                    <a:pt x="1824023" y="255313"/>
                  </a:cubicBezTo>
                  <a:cubicBezTo>
                    <a:pt x="1791701" y="256201"/>
                    <a:pt x="1758977" y="258562"/>
                    <a:pt x="1725868" y="262364"/>
                  </a:cubicBezTo>
                  <a:close/>
                  <a:moveTo>
                    <a:pt x="1721664" y="262833"/>
                  </a:moveTo>
                  <a:cubicBezTo>
                    <a:pt x="1638564" y="272664"/>
                    <a:pt x="1553187" y="291622"/>
                    <a:pt x="1466302" y="319539"/>
                  </a:cubicBezTo>
                  <a:cubicBezTo>
                    <a:pt x="1492545" y="275109"/>
                    <a:pt x="1518269" y="235619"/>
                    <a:pt x="1543189" y="201655"/>
                  </a:cubicBezTo>
                  <a:cubicBezTo>
                    <a:pt x="1602909" y="219541"/>
                    <a:pt x="1662613" y="240023"/>
                    <a:pt x="1721664" y="262833"/>
                  </a:cubicBezTo>
                  <a:close/>
                  <a:moveTo>
                    <a:pt x="1725131" y="264173"/>
                  </a:moveTo>
                  <a:cubicBezTo>
                    <a:pt x="1745546" y="272094"/>
                    <a:pt x="1765893" y="280300"/>
                    <a:pt x="1786124" y="288758"/>
                  </a:cubicBezTo>
                  <a:cubicBezTo>
                    <a:pt x="1691603" y="366850"/>
                    <a:pt x="1585576" y="480514"/>
                    <a:pt x="1476752" y="617104"/>
                  </a:cubicBezTo>
                  <a:cubicBezTo>
                    <a:pt x="1433126" y="591330"/>
                    <a:pt x="1391744" y="563563"/>
                    <a:pt x="1353626" y="534239"/>
                  </a:cubicBezTo>
                  <a:cubicBezTo>
                    <a:pt x="1391140" y="455008"/>
                    <a:pt x="1428487" y="383748"/>
                    <a:pt x="1464879" y="321951"/>
                  </a:cubicBezTo>
                  <a:cubicBezTo>
                    <a:pt x="1552065" y="293799"/>
                    <a:pt x="1639351" y="274154"/>
                    <a:pt x="1725147" y="264173"/>
                  </a:cubicBezTo>
                  <a:close/>
                  <a:moveTo>
                    <a:pt x="1352270" y="533201"/>
                  </a:moveTo>
                  <a:cubicBezTo>
                    <a:pt x="1305579" y="497161"/>
                    <a:pt x="1263811" y="458776"/>
                    <a:pt x="1228759" y="418867"/>
                  </a:cubicBezTo>
                  <a:cubicBezTo>
                    <a:pt x="1305813" y="380516"/>
                    <a:pt x="1384090" y="348194"/>
                    <a:pt x="1462467" y="322738"/>
                  </a:cubicBezTo>
                  <a:cubicBezTo>
                    <a:pt x="1426410" y="384117"/>
                    <a:pt x="1389416" y="454757"/>
                    <a:pt x="1352270" y="533201"/>
                  </a:cubicBezTo>
                  <a:close/>
                  <a:moveTo>
                    <a:pt x="1227218" y="419638"/>
                  </a:moveTo>
                  <a:cubicBezTo>
                    <a:pt x="1262454" y="459831"/>
                    <a:pt x="1304507" y="498467"/>
                    <a:pt x="1351550" y="534741"/>
                  </a:cubicBezTo>
                  <a:cubicBezTo>
                    <a:pt x="1332742" y="574483"/>
                    <a:pt x="1313919" y="616217"/>
                    <a:pt x="1295145" y="659776"/>
                  </a:cubicBezTo>
                  <a:cubicBezTo>
                    <a:pt x="1240884" y="643599"/>
                    <a:pt x="1186707" y="629296"/>
                    <a:pt x="1132747" y="616937"/>
                  </a:cubicBezTo>
                  <a:cubicBezTo>
                    <a:pt x="1072457" y="603137"/>
                    <a:pt x="1013406" y="592017"/>
                    <a:pt x="955812" y="583576"/>
                  </a:cubicBezTo>
                  <a:cubicBezTo>
                    <a:pt x="1043133" y="521143"/>
                    <a:pt x="1134271" y="465994"/>
                    <a:pt x="1227235" y="419638"/>
                  </a:cubicBezTo>
                  <a:close/>
                  <a:moveTo>
                    <a:pt x="1294358" y="661585"/>
                  </a:moveTo>
                  <a:cubicBezTo>
                    <a:pt x="1229898" y="811306"/>
                    <a:pt x="1170043" y="973101"/>
                    <a:pt x="1116937" y="1137659"/>
                  </a:cubicBezTo>
                  <a:cubicBezTo>
                    <a:pt x="1111947" y="1145882"/>
                    <a:pt x="1106956" y="1154122"/>
                    <a:pt x="1101999" y="1162378"/>
                  </a:cubicBezTo>
                  <a:cubicBezTo>
                    <a:pt x="934275" y="1063302"/>
                    <a:pt x="786011" y="947025"/>
                    <a:pt x="676468" y="821940"/>
                  </a:cubicBezTo>
                  <a:cubicBezTo>
                    <a:pt x="762113" y="735156"/>
                    <a:pt x="855479" y="655506"/>
                    <a:pt x="953702" y="585084"/>
                  </a:cubicBezTo>
                  <a:cubicBezTo>
                    <a:pt x="1065121" y="601345"/>
                    <a:pt x="1179757" y="627320"/>
                    <a:pt x="1294375" y="661568"/>
                  </a:cubicBezTo>
                  <a:close/>
                  <a:moveTo>
                    <a:pt x="1114727" y="1144492"/>
                  </a:moveTo>
                  <a:cubicBezTo>
                    <a:pt x="1112432" y="1151610"/>
                    <a:pt x="1110171" y="1158727"/>
                    <a:pt x="1107910" y="1165862"/>
                  </a:cubicBezTo>
                  <a:cubicBezTo>
                    <a:pt x="1106420" y="1164991"/>
                    <a:pt x="1104930" y="1164103"/>
                    <a:pt x="1103439" y="1163232"/>
                  </a:cubicBezTo>
                  <a:cubicBezTo>
                    <a:pt x="1107191" y="1156986"/>
                    <a:pt x="1110959" y="1150739"/>
                    <a:pt x="1114743" y="1144509"/>
                  </a:cubicBezTo>
                  <a:close/>
                  <a:moveTo>
                    <a:pt x="1107274" y="1167838"/>
                  </a:moveTo>
                  <a:cubicBezTo>
                    <a:pt x="1092286" y="1215082"/>
                    <a:pt x="1077883" y="1262510"/>
                    <a:pt x="1064083" y="1309888"/>
                  </a:cubicBezTo>
                  <a:cubicBezTo>
                    <a:pt x="1050903" y="1305953"/>
                    <a:pt x="1037757" y="1302151"/>
                    <a:pt x="1024626" y="1298483"/>
                  </a:cubicBezTo>
                  <a:cubicBezTo>
                    <a:pt x="1049982" y="1253567"/>
                    <a:pt x="1075940" y="1209003"/>
                    <a:pt x="1102384" y="1164957"/>
                  </a:cubicBezTo>
                  <a:cubicBezTo>
                    <a:pt x="1104009" y="1165912"/>
                    <a:pt x="1105650" y="1166883"/>
                    <a:pt x="1107274" y="1167838"/>
                  </a:cubicBezTo>
                  <a:close/>
                  <a:moveTo>
                    <a:pt x="1063514" y="1311831"/>
                  </a:moveTo>
                  <a:cubicBezTo>
                    <a:pt x="1009236" y="1498395"/>
                    <a:pt x="964537" y="1684306"/>
                    <a:pt x="932467" y="1856167"/>
                  </a:cubicBezTo>
                  <a:cubicBezTo>
                    <a:pt x="882543" y="1830644"/>
                    <a:pt x="833641" y="1803765"/>
                    <a:pt x="786079" y="1775713"/>
                  </a:cubicBezTo>
                  <a:cubicBezTo>
                    <a:pt x="853553" y="1619227"/>
                    <a:pt x="934795" y="1457750"/>
                    <a:pt x="1023605" y="1300292"/>
                  </a:cubicBezTo>
                  <a:cubicBezTo>
                    <a:pt x="1036902" y="1304010"/>
                    <a:pt x="1050199" y="1307845"/>
                    <a:pt x="1063514" y="1311831"/>
                  </a:cubicBezTo>
                  <a:close/>
                  <a:moveTo>
                    <a:pt x="642873" y="1687019"/>
                  </a:moveTo>
                  <a:cubicBezTo>
                    <a:pt x="688258" y="1718069"/>
                    <a:pt x="735335" y="1747946"/>
                    <a:pt x="783851" y="1776651"/>
                  </a:cubicBezTo>
                  <a:cubicBezTo>
                    <a:pt x="763570" y="1823744"/>
                    <a:pt x="744947" y="1869481"/>
                    <a:pt x="728049" y="1913593"/>
                  </a:cubicBezTo>
                  <a:cubicBezTo>
                    <a:pt x="683234" y="1907731"/>
                    <a:pt x="639574" y="1905069"/>
                    <a:pt x="597890" y="1905956"/>
                  </a:cubicBezTo>
                  <a:cubicBezTo>
                    <a:pt x="570542" y="1810849"/>
                    <a:pt x="550043" y="1711437"/>
                    <a:pt x="536645" y="1609882"/>
                  </a:cubicBezTo>
                  <a:cubicBezTo>
                    <a:pt x="570491" y="1636024"/>
                    <a:pt x="605911" y="1661748"/>
                    <a:pt x="642856" y="1687019"/>
                  </a:cubicBezTo>
                  <a:close/>
                  <a:moveTo>
                    <a:pt x="648551" y="2062225"/>
                  </a:moveTo>
                  <a:cubicBezTo>
                    <a:pt x="653591" y="2075104"/>
                    <a:pt x="658750" y="2087815"/>
                    <a:pt x="664025" y="2100375"/>
                  </a:cubicBezTo>
                  <a:cubicBezTo>
                    <a:pt x="646340" y="2159878"/>
                    <a:pt x="633060" y="2214642"/>
                    <a:pt x="624485" y="2263694"/>
                  </a:cubicBezTo>
                  <a:cubicBezTo>
                    <a:pt x="528489" y="2174901"/>
                    <a:pt x="444803" y="2074869"/>
                    <a:pt x="374799" y="1967368"/>
                  </a:cubicBezTo>
                  <a:cubicBezTo>
                    <a:pt x="386522" y="1958827"/>
                    <a:pt x="399703" y="1951107"/>
                    <a:pt x="414290" y="1944241"/>
                  </a:cubicBezTo>
                  <a:cubicBezTo>
                    <a:pt x="462271" y="1921665"/>
                    <a:pt x="523482" y="1909373"/>
                    <a:pt x="596265" y="1907648"/>
                  </a:cubicBezTo>
                  <a:cubicBezTo>
                    <a:pt x="611589" y="1960653"/>
                    <a:pt x="629023" y="2012234"/>
                    <a:pt x="648567" y="2062208"/>
                  </a:cubicBezTo>
                  <a:close/>
                  <a:moveTo>
                    <a:pt x="665046" y="2102820"/>
                  </a:moveTo>
                  <a:cubicBezTo>
                    <a:pt x="707702" y="2204024"/>
                    <a:pt x="758145" y="2295112"/>
                    <a:pt x="815704" y="2374980"/>
                  </a:cubicBezTo>
                  <a:cubicBezTo>
                    <a:pt x="760874" y="2348921"/>
                    <a:pt x="707200" y="2320970"/>
                    <a:pt x="655216" y="2291378"/>
                  </a:cubicBezTo>
                  <a:cubicBezTo>
                    <a:pt x="645335" y="2282719"/>
                    <a:pt x="635572" y="2273961"/>
                    <a:pt x="625942" y="2265084"/>
                  </a:cubicBezTo>
                  <a:cubicBezTo>
                    <a:pt x="634399" y="2216350"/>
                    <a:pt x="647529" y="2161955"/>
                    <a:pt x="665046" y="2102837"/>
                  </a:cubicBezTo>
                  <a:close/>
                  <a:moveTo>
                    <a:pt x="818099" y="2378279"/>
                  </a:moveTo>
                  <a:cubicBezTo>
                    <a:pt x="837057" y="2404388"/>
                    <a:pt x="856786" y="2429291"/>
                    <a:pt x="877250" y="2452938"/>
                  </a:cubicBezTo>
                  <a:cubicBezTo>
                    <a:pt x="800665" y="2407285"/>
                    <a:pt x="729021" y="2355268"/>
                    <a:pt x="662802" y="2297993"/>
                  </a:cubicBezTo>
                  <a:cubicBezTo>
                    <a:pt x="712726" y="2326145"/>
                    <a:pt x="764592" y="2352974"/>
                    <a:pt x="818099" y="2378279"/>
                  </a:cubicBezTo>
                  <a:close/>
                  <a:moveTo>
                    <a:pt x="984785" y="2449974"/>
                  </a:moveTo>
                  <a:cubicBezTo>
                    <a:pt x="1043652" y="2472851"/>
                    <a:pt x="1102535" y="2493182"/>
                    <a:pt x="1160983" y="2510850"/>
                  </a:cubicBezTo>
                  <a:cubicBezTo>
                    <a:pt x="1069040" y="2501455"/>
                    <a:pt x="977165" y="2483670"/>
                    <a:pt x="886629" y="2457008"/>
                  </a:cubicBezTo>
                  <a:cubicBezTo>
                    <a:pt x="918952" y="2456120"/>
                    <a:pt x="951692" y="2453759"/>
                    <a:pt x="984785" y="2449974"/>
                  </a:cubicBezTo>
                  <a:close/>
                  <a:moveTo>
                    <a:pt x="989005" y="2449488"/>
                  </a:moveTo>
                  <a:cubicBezTo>
                    <a:pt x="1072089" y="2439641"/>
                    <a:pt x="1157466" y="2420700"/>
                    <a:pt x="1244351" y="2392782"/>
                  </a:cubicBezTo>
                  <a:cubicBezTo>
                    <a:pt x="1218108" y="2437196"/>
                    <a:pt x="1192384" y="2476703"/>
                    <a:pt x="1167464" y="2510666"/>
                  </a:cubicBezTo>
                  <a:cubicBezTo>
                    <a:pt x="1107760" y="2492780"/>
                    <a:pt x="1048056" y="2472298"/>
                    <a:pt x="989005" y="2449488"/>
                  </a:cubicBezTo>
                  <a:close/>
                  <a:moveTo>
                    <a:pt x="985522" y="2448132"/>
                  </a:moveTo>
                  <a:cubicBezTo>
                    <a:pt x="965107" y="2440210"/>
                    <a:pt x="944759" y="2432004"/>
                    <a:pt x="924512" y="2423547"/>
                  </a:cubicBezTo>
                  <a:cubicBezTo>
                    <a:pt x="1019033" y="2345454"/>
                    <a:pt x="1125060" y="2231791"/>
                    <a:pt x="1233884" y="2095200"/>
                  </a:cubicBezTo>
                  <a:cubicBezTo>
                    <a:pt x="1277510" y="2120974"/>
                    <a:pt x="1318893" y="2148741"/>
                    <a:pt x="1357009" y="2178066"/>
                  </a:cubicBezTo>
                  <a:cubicBezTo>
                    <a:pt x="1319496" y="2257297"/>
                    <a:pt x="1282149" y="2328557"/>
                    <a:pt x="1245774" y="2390354"/>
                  </a:cubicBezTo>
                  <a:cubicBezTo>
                    <a:pt x="1158588" y="2418506"/>
                    <a:pt x="1071318" y="2438150"/>
                    <a:pt x="985522" y="2448149"/>
                  </a:cubicBezTo>
                  <a:close/>
                  <a:moveTo>
                    <a:pt x="1358382" y="2179104"/>
                  </a:moveTo>
                  <a:cubicBezTo>
                    <a:pt x="1405074" y="2215144"/>
                    <a:pt x="1446842" y="2253512"/>
                    <a:pt x="1481877" y="2293438"/>
                  </a:cubicBezTo>
                  <a:cubicBezTo>
                    <a:pt x="1404823" y="2331789"/>
                    <a:pt x="1326546" y="2364111"/>
                    <a:pt x="1248169" y="2389567"/>
                  </a:cubicBezTo>
                  <a:cubicBezTo>
                    <a:pt x="1284226" y="2328188"/>
                    <a:pt x="1321220" y="2257548"/>
                    <a:pt x="1358366" y="2179104"/>
                  </a:cubicBezTo>
                  <a:close/>
                  <a:moveTo>
                    <a:pt x="1483435" y="2292667"/>
                  </a:moveTo>
                  <a:cubicBezTo>
                    <a:pt x="1448199" y="2252474"/>
                    <a:pt x="1406129" y="2213855"/>
                    <a:pt x="1359103" y="2177580"/>
                  </a:cubicBezTo>
                  <a:cubicBezTo>
                    <a:pt x="1377910" y="2137822"/>
                    <a:pt x="1396751" y="2096088"/>
                    <a:pt x="1415524" y="2052528"/>
                  </a:cubicBezTo>
                  <a:cubicBezTo>
                    <a:pt x="1469785" y="2068706"/>
                    <a:pt x="1523963" y="2083008"/>
                    <a:pt x="1577923" y="2095368"/>
                  </a:cubicBezTo>
                  <a:cubicBezTo>
                    <a:pt x="1638213" y="2109168"/>
                    <a:pt x="1697263" y="2120271"/>
                    <a:pt x="1754857" y="2128728"/>
                  </a:cubicBezTo>
                  <a:cubicBezTo>
                    <a:pt x="1667537" y="2191162"/>
                    <a:pt x="1576382" y="2246311"/>
                    <a:pt x="1483435" y="2292667"/>
                  </a:cubicBezTo>
                  <a:close/>
                  <a:moveTo>
                    <a:pt x="1416295" y="2050720"/>
                  </a:moveTo>
                  <a:cubicBezTo>
                    <a:pt x="1480755" y="1900999"/>
                    <a:pt x="1540609" y="1739204"/>
                    <a:pt x="1593715" y="1574645"/>
                  </a:cubicBezTo>
                  <a:cubicBezTo>
                    <a:pt x="1598705" y="1566422"/>
                    <a:pt x="1603696" y="1558166"/>
                    <a:pt x="1608670" y="1549910"/>
                  </a:cubicBezTo>
                  <a:cubicBezTo>
                    <a:pt x="1776394" y="1648986"/>
                    <a:pt x="1924658" y="1765279"/>
                    <a:pt x="2034201" y="1890348"/>
                  </a:cubicBezTo>
                  <a:cubicBezTo>
                    <a:pt x="1948556" y="1977132"/>
                    <a:pt x="1855190" y="2056782"/>
                    <a:pt x="1756967" y="2127204"/>
                  </a:cubicBezTo>
                  <a:cubicBezTo>
                    <a:pt x="1645548" y="2110943"/>
                    <a:pt x="1530913" y="2084968"/>
                    <a:pt x="1416295" y="2050720"/>
                  </a:cubicBezTo>
                  <a:close/>
                  <a:moveTo>
                    <a:pt x="1595926" y="1567813"/>
                  </a:moveTo>
                  <a:cubicBezTo>
                    <a:pt x="1598220" y="1560695"/>
                    <a:pt x="1600481" y="1553561"/>
                    <a:pt x="1602759" y="1546426"/>
                  </a:cubicBezTo>
                  <a:cubicBezTo>
                    <a:pt x="1604249" y="1547297"/>
                    <a:pt x="1605740" y="1548185"/>
                    <a:pt x="1607230" y="1549072"/>
                  </a:cubicBezTo>
                  <a:cubicBezTo>
                    <a:pt x="1603462" y="1555336"/>
                    <a:pt x="1599710" y="1561583"/>
                    <a:pt x="1595926" y="1567813"/>
                  </a:cubicBezTo>
                  <a:close/>
                  <a:moveTo>
                    <a:pt x="1603378" y="1544467"/>
                  </a:moveTo>
                  <a:cubicBezTo>
                    <a:pt x="1618367" y="1497223"/>
                    <a:pt x="1632770" y="1449795"/>
                    <a:pt x="1646569" y="1402417"/>
                  </a:cubicBezTo>
                  <a:cubicBezTo>
                    <a:pt x="1659750" y="1406352"/>
                    <a:pt x="1672896" y="1410154"/>
                    <a:pt x="1686026" y="1413821"/>
                  </a:cubicBezTo>
                  <a:cubicBezTo>
                    <a:pt x="1660670" y="1458721"/>
                    <a:pt x="1634712" y="1503302"/>
                    <a:pt x="1608268" y="1547347"/>
                  </a:cubicBezTo>
                  <a:cubicBezTo>
                    <a:pt x="1606644" y="1546393"/>
                    <a:pt x="1605003" y="1545421"/>
                    <a:pt x="1603378" y="1544467"/>
                  </a:cubicBezTo>
                  <a:close/>
                  <a:moveTo>
                    <a:pt x="1647139" y="1400457"/>
                  </a:moveTo>
                  <a:cubicBezTo>
                    <a:pt x="1701400" y="1213893"/>
                    <a:pt x="1746115" y="1027998"/>
                    <a:pt x="1778169" y="856138"/>
                  </a:cubicBezTo>
                  <a:cubicBezTo>
                    <a:pt x="1828093" y="881661"/>
                    <a:pt x="1876995" y="908540"/>
                    <a:pt x="1924557" y="936592"/>
                  </a:cubicBezTo>
                  <a:cubicBezTo>
                    <a:pt x="1857083" y="1093078"/>
                    <a:pt x="1775858" y="1254555"/>
                    <a:pt x="1687047" y="1411996"/>
                  </a:cubicBezTo>
                  <a:cubicBezTo>
                    <a:pt x="1673750" y="1408278"/>
                    <a:pt x="1660436" y="1404426"/>
                    <a:pt x="1647139" y="1400457"/>
                  </a:cubicBezTo>
                  <a:close/>
                  <a:moveTo>
                    <a:pt x="2067763" y="1025302"/>
                  </a:moveTo>
                  <a:cubicBezTo>
                    <a:pt x="2022377" y="994253"/>
                    <a:pt x="1975301" y="964375"/>
                    <a:pt x="1926785" y="935671"/>
                  </a:cubicBezTo>
                  <a:cubicBezTo>
                    <a:pt x="1947066" y="888577"/>
                    <a:pt x="1965689" y="842857"/>
                    <a:pt x="1982569" y="798728"/>
                  </a:cubicBezTo>
                  <a:cubicBezTo>
                    <a:pt x="2021758" y="803853"/>
                    <a:pt x="2060092" y="806533"/>
                    <a:pt x="2096970" y="806533"/>
                  </a:cubicBezTo>
                  <a:cubicBezTo>
                    <a:pt x="2102246" y="806533"/>
                    <a:pt x="2107521" y="806466"/>
                    <a:pt x="2112746" y="806365"/>
                  </a:cubicBezTo>
                  <a:cubicBezTo>
                    <a:pt x="2140094" y="901473"/>
                    <a:pt x="2160593" y="1000884"/>
                    <a:pt x="2173974" y="1102423"/>
                  </a:cubicBezTo>
                  <a:cubicBezTo>
                    <a:pt x="2140128" y="1076281"/>
                    <a:pt x="2104707" y="1050557"/>
                    <a:pt x="2067763" y="1025285"/>
                  </a:cubicBezTo>
                  <a:close/>
                  <a:moveTo>
                    <a:pt x="2391621" y="677646"/>
                  </a:moveTo>
                  <a:cubicBezTo>
                    <a:pt x="2380367" y="703202"/>
                    <a:pt x="2362230" y="725275"/>
                    <a:pt x="2337577" y="743630"/>
                  </a:cubicBezTo>
                  <a:cubicBezTo>
                    <a:pt x="2305909" y="695147"/>
                    <a:pt x="2271493" y="648238"/>
                    <a:pt x="2234398" y="603104"/>
                  </a:cubicBezTo>
                  <a:cubicBezTo>
                    <a:pt x="2188360" y="547118"/>
                    <a:pt x="2138989" y="494816"/>
                    <a:pt x="2086536" y="446416"/>
                  </a:cubicBezTo>
                  <a:cubicBezTo>
                    <a:pt x="2086921" y="444206"/>
                    <a:pt x="2087324" y="441962"/>
                    <a:pt x="2087675" y="439768"/>
                  </a:cubicBezTo>
                  <a:cubicBezTo>
                    <a:pt x="2087675" y="439734"/>
                    <a:pt x="2087675" y="439701"/>
                    <a:pt x="2087675" y="439667"/>
                  </a:cubicBezTo>
                  <a:cubicBezTo>
                    <a:pt x="2201859" y="507159"/>
                    <a:pt x="2306997" y="582622"/>
                    <a:pt x="2397047" y="663394"/>
                  </a:cubicBezTo>
                  <a:cubicBezTo>
                    <a:pt x="2395473" y="668217"/>
                    <a:pt x="2393664" y="672957"/>
                    <a:pt x="2391621" y="677629"/>
                  </a:cubicBezTo>
                  <a:close/>
                  <a:moveTo>
                    <a:pt x="2086017" y="439500"/>
                  </a:moveTo>
                  <a:cubicBezTo>
                    <a:pt x="2085716" y="441342"/>
                    <a:pt x="2085381" y="443201"/>
                    <a:pt x="2085063" y="445060"/>
                  </a:cubicBezTo>
                  <a:cubicBezTo>
                    <a:pt x="2077912" y="438478"/>
                    <a:pt x="2070693" y="431980"/>
                    <a:pt x="2063425" y="425533"/>
                  </a:cubicBezTo>
                  <a:cubicBezTo>
                    <a:pt x="2071029" y="429904"/>
                    <a:pt x="2078615" y="434308"/>
                    <a:pt x="2086135" y="438763"/>
                  </a:cubicBezTo>
                  <a:cubicBezTo>
                    <a:pt x="2086101" y="439014"/>
                    <a:pt x="2086051" y="439249"/>
                    <a:pt x="2086017" y="439500"/>
                  </a:cubicBezTo>
                  <a:close/>
                  <a:moveTo>
                    <a:pt x="2055838" y="418867"/>
                  </a:moveTo>
                  <a:cubicBezTo>
                    <a:pt x="1987259" y="358912"/>
                    <a:pt x="1913688" y="305421"/>
                    <a:pt x="1835629" y="258780"/>
                  </a:cubicBezTo>
                  <a:cubicBezTo>
                    <a:pt x="1927186" y="286564"/>
                    <a:pt x="2014004" y="322721"/>
                    <a:pt x="2094826" y="366264"/>
                  </a:cubicBezTo>
                  <a:cubicBezTo>
                    <a:pt x="2093336" y="387985"/>
                    <a:pt x="2090555" y="411448"/>
                    <a:pt x="2086469" y="436603"/>
                  </a:cubicBezTo>
                  <a:cubicBezTo>
                    <a:pt x="2076337" y="430640"/>
                    <a:pt x="2066139" y="424712"/>
                    <a:pt x="2055838" y="418850"/>
                  </a:cubicBezTo>
                  <a:close/>
                  <a:moveTo>
                    <a:pt x="1545014" y="199143"/>
                  </a:moveTo>
                  <a:cubicBezTo>
                    <a:pt x="1560220" y="178544"/>
                    <a:pt x="1575042" y="160105"/>
                    <a:pt x="1589427" y="143844"/>
                  </a:cubicBezTo>
                  <a:cubicBezTo>
                    <a:pt x="1668893" y="172364"/>
                    <a:pt x="1747153" y="208907"/>
                    <a:pt x="1823002" y="253270"/>
                  </a:cubicBezTo>
                  <a:cubicBezTo>
                    <a:pt x="1732148" y="226609"/>
                    <a:pt x="1639234" y="208538"/>
                    <a:pt x="1545014" y="199143"/>
                  </a:cubicBezTo>
                  <a:close/>
                  <a:moveTo>
                    <a:pt x="1541464" y="201136"/>
                  </a:moveTo>
                  <a:cubicBezTo>
                    <a:pt x="1516326" y="235451"/>
                    <a:pt x="1490351" y="275377"/>
                    <a:pt x="1463874" y="320293"/>
                  </a:cubicBezTo>
                  <a:cubicBezTo>
                    <a:pt x="1435169" y="329571"/>
                    <a:pt x="1406297" y="339820"/>
                    <a:pt x="1377274" y="351041"/>
                  </a:cubicBezTo>
                  <a:cubicBezTo>
                    <a:pt x="1326948" y="370501"/>
                    <a:pt x="1276907" y="392624"/>
                    <a:pt x="1227319" y="417276"/>
                  </a:cubicBezTo>
                  <a:cubicBezTo>
                    <a:pt x="1165270" y="346151"/>
                    <a:pt x="1130620" y="277269"/>
                    <a:pt x="1125161" y="216292"/>
                  </a:cubicBezTo>
                  <a:cubicBezTo>
                    <a:pt x="1260093" y="193047"/>
                    <a:pt x="1399598" y="187135"/>
                    <a:pt x="1539119" y="200433"/>
                  </a:cubicBezTo>
                  <a:cubicBezTo>
                    <a:pt x="1539890" y="200667"/>
                    <a:pt x="1540676" y="200902"/>
                    <a:pt x="1541464" y="201136"/>
                  </a:cubicBezTo>
                  <a:close/>
                  <a:moveTo>
                    <a:pt x="1298260" y="194270"/>
                  </a:moveTo>
                  <a:cubicBezTo>
                    <a:pt x="1239879" y="197720"/>
                    <a:pt x="1182068" y="204352"/>
                    <a:pt x="1124993" y="214115"/>
                  </a:cubicBezTo>
                  <a:cubicBezTo>
                    <a:pt x="1122765" y="185712"/>
                    <a:pt x="1126919" y="159067"/>
                    <a:pt x="1137620" y="134733"/>
                  </a:cubicBezTo>
                  <a:cubicBezTo>
                    <a:pt x="1139345" y="130798"/>
                    <a:pt x="1141288" y="126963"/>
                    <a:pt x="1143348" y="123211"/>
                  </a:cubicBezTo>
                  <a:cubicBezTo>
                    <a:pt x="1267663" y="133477"/>
                    <a:pt x="1398694" y="159268"/>
                    <a:pt x="1529875" y="197703"/>
                  </a:cubicBezTo>
                  <a:cubicBezTo>
                    <a:pt x="1453390" y="190853"/>
                    <a:pt x="1376051" y="189681"/>
                    <a:pt x="1298277" y="194270"/>
                  </a:cubicBezTo>
                  <a:close/>
                  <a:moveTo>
                    <a:pt x="1123519" y="216577"/>
                  </a:moveTo>
                  <a:cubicBezTo>
                    <a:pt x="1129046" y="277772"/>
                    <a:pt x="1163729" y="346821"/>
                    <a:pt x="1225778" y="418030"/>
                  </a:cubicBezTo>
                  <a:cubicBezTo>
                    <a:pt x="1132881" y="464302"/>
                    <a:pt x="1041558" y="519535"/>
                    <a:pt x="952814" y="583141"/>
                  </a:cubicBezTo>
                  <a:cubicBezTo>
                    <a:pt x="852046" y="568504"/>
                    <a:pt x="755733" y="562106"/>
                    <a:pt x="664946" y="564083"/>
                  </a:cubicBezTo>
                  <a:cubicBezTo>
                    <a:pt x="707333" y="465927"/>
                    <a:pt x="757357" y="378707"/>
                    <a:pt x="813360" y="303964"/>
                  </a:cubicBezTo>
                  <a:cubicBezTo>
                    <a:pt x="912336" y="264558"/>
                    <a:pt x="1016471" y="235100"/>
                    <a:pt x="1123502" y="216560"/>
                  </a:cubicBezTo>
                  <a:close/>
                  <a:moveTo>
                    <a:pt x="664226" y="565774"/>
                  </a:moveTo>
                  <a:cubicBezTo>
                    <a:pt x="755615" y="563748"/>
                    <a:pt x="851879" y="570380"/>
                    <a:pt x="950705" y="584648"/>
                  </a:cubicBezTo>
                  <a:cubicBezTo>
                    <a:pt x="946133" y="587931"/>
                    <a:pt x="941577" y="591230"/>
                    <a:pt x="937022" y="594563"/>
                  </a:cubicBezTo>
                  <a:cubicBezTo>
                    <a:pt x="843254" y="663059"/>
                    <a:pt x="755599" y="738656"/>
                    <a:pt x="675061" y="820399"/>
                  </a:cubicBezTo>
                  <a:cubicBezTo>
                    <a:pt x="648417" y="789869"/>
                    <a:pt x="624719" y="759573"/>
                    <a:pt x="604003" y="729663"/>
                  </a:cubicBezTo>
                  <a:cubicBezTo>
                    <a:pt x="621370" y="673492"/>
                    <a:pt x="641416" y="618712"/>
                    <a:pt x="664209" y="565774"/>
                  </a:cubicBezTo>
                  <a:close/>
                  <a:moveTo>
                    <a:pt x="602763" y="727821"/>
                  </a:moveTo>
                  <a:cubicBezTo>
                    <a:pt x="567041" y="675954"/>
                    <a:pt x="540346" y="625277"/>
                    <a:pt x="522946" y="576576"/>
                  </a:cubicBezTo>
                  <a:cubicBezTo>
                    <a:pt x="566673" y="570564"/>
                    <a:pt x="613214" y="566963"/>
                    <a:pt x="662401" y="565808"/>
                  </a:cubicBezTo>
                  <a:cubicBezTo>
                    <a:pt x="640026" y="617858"/>
                    <a:pt x="620130" y="671918"/>
                    <a:pt x="602763" y="727804"/>
                  </a:cubicBezTo>
                  <a:close/>
                  <a:moveTo>
                    <a:pt x="673905" y="821588"/>
                  </a:moveTo>
                  <a:cubicBezTo>
                    <a:pt x="633427" y="862736"/>
                    <a:pt x="594725" y="905425"/>
                    <a:pt x="557981" y="949571"/>
                  </a:cubicBezTo>
                  <a:cubicBezTo>
                    <a:pt x="554883" y="953289"/>
                    <a:pt x="551802" y="957023"/>
                    <a:pt x="548737" y="960775"/>
                  </a:cubicBezTo>
                  <a:cubicBezTo>
                    <a:pt x="562352" y="882649"/>
                    <a:pt x="580540" y="805946"/>
                    <a:pt x="603399" y="731706"/>
                  </a:cubicBezTo>
                  <a:cubicBezTo>
                    <a:pt x="623999" y="761382"/>
                    <a:pt x="647512" y="791376"/>
                    <a:pt x="673905" y="821605"/>
                  </a:cubicBezTo>
                  <a:close/>
                  <a:moveTo>
                    <a:pt x="675262" y="823129"/>
                  </a:moveTo>
                  <a:cubicBezTo>
                    <a:pt x="782813" y="945903"/>
                    <a:pt x="929285" y="1062732"/>
                    <a:pt x="1100927" y="1164103"/>
                  </a:cubicBezTo>
                  <a:cubicBezTo>
                    <a:pt x="1074416" y="1208266"/>
                    <a:pt x="1048374" y="1252964"/>
                    <a:pt x="1022952" y="1297998"/>
                  </a:cubicBezTo>
                  <a:cubicBezTo>
                    <a:pt x="845616" y="1248576"/>
                    <a:pt x="673605" y="1224058"/>
                    <a:pt x="520032" y="1227374"/>
                  </a:cubicBezTo>
                  <a:cubicBezTo>
                    <a:pt x="523934" y="1138899"/>
                    <a:pt x="533229" y="1050825"/>
                    <a:pt x="548101" y="964493"/>
                  </a:cubicBezTo>
                  <a:cubicBezTo>
                    <a:pt x="588109" y="915624"/>
                    <a:pt x="630631" y="868397"/>
                    <a:pt x="675246" y="823112"/>
                  </a:cubicBezTo>
                  <a:close/>
                  <a:moveTo>
                    <a:pt x="532693" y="1055263"/>
                  </a:moveTo>
                  <a:cubicBezTo>
                    <a:pt x="525475" y="1112287"/>
                    <a:pt x="520601" y="1169747"/>
                    <a:pt x="518006" y="1227441"/>
                  </a:cubicBezTo>
                  <a:cubicBezTo>
                    <a:pt x="460646" y="1228781"/>
                    <a:pt x="407457" y="1233956"/>
                    <a:pt x="358723" y="1242916"/>
                  </a:cubicBezTo>
                  <a:cubicBezTo>
                    <a:pt x="411526" y="1147021"/>
                    <a:pt x="474630" y="1054626"/>
                    <a:pt x="545739" y="967423"/>
                  </a:cubicBezTo>
                  <a:cubicBezTo>
                    <a:pt x="540798" y="996346"/>
                    <a:pt x="536444" y="1025637"/>
                    <a:pt x="532693" y="1055246"/>
                  </a:cubicBezTo>
                  <a:close/>
                  <a:moveTo>
                    <a:pt x="517938" y="1229116"/>
                  </a:moveTo>
                  <a:cubicBezTo>
                    <a:pt x="512898" y="1343818"/>
                    <a:pt x="516984" y="1459491"/>
                    <a:pt x="530248" y="1574729"/>
                  </a:cubicBezTo>
                  <a:cubicBezTo>
                    <a:pt x="531437" y="1585029"/>
                    <a:pt x="532693" y="1595295"/>
                    <a:pt x="534016" y="1605544"/>
                  </a:cubicBezTo>
                  <a:cubicBezTo>
                    <a:pt x="442308" y="1534435"/>
                    <a:pt x="360246" y="1458754"/>
                    <a:pt x="291432" y="1380093"/>
                  </a:cubicBezTo>
                  <a:cubicBezTo>
                    <a:pt x="311160" y="1334356"/>
                    <a:pt x="333334" y="1289222"/>
                    <a:pt x="357700" y="1244808"/>
                  </a:cubicBezTo>
                  <a:cubicBezTo>
                    <a:pt x="406670" y="1235714"/>
                    <a:pt x="460194" y="1230473"/>
                    <a:pt x="517938" y="1229116"/>
                  </a:cubicBezTo>
                  <a:close/>
                  <a:moveTo>
                    <a:pt x="290209" y="1378686"/>
                  </a:moveTo>
                  <a:cubicBezTo>
                    <a:pt x="263263" y="1347787"/>
                    <a:pt x="238929" y="1317106"/>
                    <a:pt x="217225" y="1286760"/>
                  </a:cubicBezTo>
                  <a:cubicBezTo>
                    <a:pt x="258105" y="1268740"/>
                    <a:pt x="304294" y="1254873"/>
                    <a:pt x="355490" y="1245227"/>
                  </a:cubicBezTo>
                  <a:cubicBezTo>
                    <a:pt x="331391" y="1289289"/>
                    <a:pt x="309603" y="1333820"/>
                    <a:pt x="290209" y="1378686"/>
                  </a:cubicBezTo>
                  <a:close/>
                  <a:moveTo>
                    <a:pt x="290695" y="1381784"/>
                  </a:moveTo>
                  <a:cubicBezTo>
                    <a:pt x="358873" y="1459625"/>
                    <a:pt x="440532" y="1535423"/>
                    <a:pt x="534350" y="1608073"/>
                  </a:cubicBezTo>
                  <a:cubicBezTo>
                    <a:pt x="547833" y="1711303"/>
                    <a:pt x="568398" y="1810932"/>
                    <a:pt x="595780" y="1905990"/>
                  </a:cubicBezTo>
                  <a:cubicBezTo>
                    <a:pt x="522980" y="1907748"/>
                    <a:pt x="461668" y="1920108"/>
                    <a:pt x="413570" y="1942717"/>
                  </a:cubicBezTo>
                  <a:cubicBezTo>
                    <a:pt x="398899" y="1949616"/>
                    <a:pt x="385669" y="1957370"/>
                    <a:pt x="373862" y="1965945"/>
                  </a:cubicBezTo>
                  <a:cubicBezTo>
                    <a:pt x="306019" y="1861526"/>
                    <a:pt x="251088" y="1750090"/>
                    <a:pt x="210375" y="1635136"/>
                  </a:cubicBezTo>
                  <a:cubicBezTo>
                    <a:pt x="226838" y="1553041"/>
                    <a:pt x="253583" y="1468066"/>
                    <a:pt x="290662" y="1381784"/>
                  </a:cubicBezTo>
                  <a:close/>
                  <a:moveTo>
                    <a:pt x="319015" y="2034659"/>
                  </a:moveTo>
                  <a:cubicBezTo>
                    <a:pt x="330269" y="2009103"/>
                    <a:pt x="348406" y="1987030"/>
                    <a:pt x="373058" y="1968675"/>
                  </a:cubicBezTo>
                  <a:cubicBezTo>
                    <a:pt x="404727" y="2017158"/>
                    <a:pt x="439143" y="2064067"/>
                    <a:pt x="476238" y="2109201"/>
                  </a:cubicBezTo>
                  <a:cubicBezTo>
                    <a:pt x="522276" y="2165187"/>
                    <a:pt x="571647" y="2217489"/>
                    <a:pt x="624100" y="2265871"/>
                  </a:cubicBezTo>
                  <a:cubicBezTo>
                    <a:pt x="623714" y="2268082"/>
                    <a:pt x="623312" y="2270326"/>
                    <a:pt x="622960" y="2272520"/>
                  </a:cubicBezTo>
                  <a:cubicBezTo>
                    <a:pt x="622960" y="2272554"/>
                    <a:pt x="622960" y="2272587"/>
                    <a:pt x="622960" y="2272604"/>
                  </a:cubicBezTo>
                  <a:cubicBezTo>
                    <a:pt x="508777" y="2205113"/>
                    <a:pt x="403622" y="2129649"/>
                    <a:pt x="313588" y="2048877"/>
                  </a:cubicBezTo>
                  <a:cubicBezTo>
                    <a:pt x="315163" y="2044054"/>
                    <a:pt x="316971" y="2039315"/>
                    <a:pt x="319015" y="2034642"/>
                  </a:cubicBezTo>
                  <a:close/>
                  <a:moveTo>
                    <a:pt x="624619" y="2272805"/>
                  </a:moveTo>
                  <a:cubicBezTo>
                    <a:pt x="624920" y="2270963"/>
                    <a:pt x="625255" y="2269104"/>
                    <a:pt x="625573" y="2267245"/>
                  </a:cubicBezTo>
                  <a:cubicBezTo>
                    <a:pt x="632724" y="2273826"/>
                    <a:pt x="639942" y="2280324"/>
                    <a:pt x="647194" y="2286755"/>
                  </a:cubicBezTo>
                  <a:cubicBezTo>
                    <a:pt x="639591" y="2282384"/>
                    <a:pt x="632021" y="2277980"/>
                    <a:pt x="624501" y="2273542"/>
                  </a:cubicBezTo>
                  <a:cubicBezTo>
                    <a:pt x="624535" y="2273291"/>
                    <a:pt x="624585" y="2273056"/>
                    <a:pt x="624619" y="2272805"/>
                  </a:cubicBezTo>
                  <a:close/>
                  <a:moveTo>
                    <a:pt x="654797" y="2293438"/>
                  </a:moveTo>
                  <a:cubicBezTo>
                    <a:pt x="723377" y="2353376"/>
                    <a:pt x="796948" y="2406883"/>
                    <a:pt x="874990" y="2453525"/>
                  </a:cubicBezTo>
                  <a:cubicBezTo>
                    <a:pt x="783432" y="2425741"/>
                    <a:pt x="696615" y="2389583"/>
                    <a:pt x="615809" y="2346041"/>
                  </a:cubicBezTo>
                  <a:cubicBezTo>
                    <a:pt x="617300" y="2324319"/>
                    <a:pt x="620080" y="2300857"/>
                    <a:pt x="624167" y="2275702"/>
                  </a:cubicBezTo>
                  <a:cubicBezTo>
                    <a:pt x="634298" y="2281664"/>
                    <a:pt x="644497" y="2287593"/>
                    <a:pt x="654797" y="2293454"/>
                  </a:cubicBezTo>
                  <a:close/>
                  <a:moveTo>
                    <a:pt x="1165622" y="2513178"/>
                  </a:moveTo>
                  <a:cubicBezTo>
                    <a:pt x="1150416" y="2533777"/>
                    <a:pt x="1135610" y="2552199"/>
                    <a:pt x="1121225" y="2568461"/>
                  </a:cubicBezTo>
                  <a:cubicBezTo>
                    <a:pt x="1041776" y="2539940"/>
                    <a:pt x="963516" y="2503415"/>
                    <a:pt x="887668" y="2459051"/>
                  </a:cubicBezTo>
                  <a:cubicBezTo>
                    <a:pt x="978505" y="2485713"/>
                    <a:pt x="1071402" y="2503783"/>
                    <a:pt x="1165622" y="2513178"/>
                  </a:cubicBezTo>
                  <a:close/>
                  <a:moveTo>
                    <a:pt x="1169189" y="2511152"/>
                  </a:moveTo>
                  <a:cubicBezTo>
                    <a:pt x="1194326" y="2476837"/>
                    <a:pt x="1220285" y="2436911"/>
                    <a:pt x="1246762" y="2391995"/>
                  </a:cubicBezTo>
                  <a:cubicBezTo>
                    <a:pt x="1275467" y="2382717"/>
                    <a:pt x="1304339" y="2372485"/>
                    <a:pt x="1333362" y="2361264"/>
                  </a:cubicBezTo>
                  <a:cubicBezTo>
                    <a:pt x="1383688" y="2341804"/>
                    <a:pt x="1433729" y="2319680"/>
                    <a:pt x="1483317" y="2295029"/>
                  </a:cubicBezTo>
                  <a:cubicBezTo>
                    <a:pt x="1545366" y="2366154"/>
                    <a:pt x="1580016" y="2435036"/>
                    <a:pt x="1585475" y="2496012"/>
                  </a:cubicBezTo>
                  <a:cubicBezTo>
                    <a:pt x="1450543" y="2519258"/>
                    <a:pt x="1311055" y="2525169"/>
                    <a:pt x="1171550" y="2511872"/>
                  </a:cubicBezTo>
                  <a:cubicBezTo>
                    <a:pt x="1170763" y="2511637"/>
                    <a:pt x="1169976" y="2511403"/>
                    <a:pt x="1169172" y="2511169"/>
                  </a:cubicBezTo>
                  <a:close/>
                  <a:moveTo>
                    <a:pt x="1319228" y="2520782"/>
                  </a:moveTo>
                  <a:cubicBezTo>
                    <a:pt x="1350194" y="2520782"/>
                    <a:pt x="1381259" y="2519860"/>
                    <a:pt x="1412392" y="2518018"/>
                  </a:cubicBezTo>
                  <a:cubicBezTo>
                    <a:pt x="1470774" y="2514568"/>
                    <a:pt x="1528585" y="2507920"/>
                    <a:pt x="1585659" y="2498173"/>
                  </a:cubicBezTo>
                  <a:cubicBezTo>
                    <a:pt x="1587887" y="2526576"/>
                    <a:pt x="1583734" y="2553221"/>
                    <a:pt x="1573033" y="2577555"/>
                  </a:cubicBezTo>
                  <a:cubicBezTo>
                    <a:pt x="1571307" y="2581490"/>
                    <a:pt x="1569364" y="2585309"/>
                    <a:pt x="1567304" y="2589077"/>
                  </a:cubicBezTo>
                  <a:cubicBezTo>
                    <a:pt x="1443040" y="2578811"/>
                    <a:pt x="1312027" y="2553037"/>
                    <a:pt x="1180895" y="2514618"/>
                  </a:cubicBezTo>
                  <a:cubicBezTo>
                    <a:pt x="1226732" y="2518721"/>
                    <a:pt x="1272871" y="2520782"/>
                    <a:pt x="1319228" y="2520782"/>
                  </a:cubicBezTo>
                  <a:close/>
                  <a:moveTo>
                    <a:pt x="1587134" y="2495711"/>
                  </a:moveTo>
                  <a:cubicBezTo>
                    <a:pt x="1581607" y="2434516"/>
                    <a:pt x="1546923" y="2365468"/>
                    <a:pt x="1484875" y="2294241"/>
                  </a:cubicBezTo>
                  <a:cubicBezTo>
                    <a:pt x="1577771" y="2247969"/>
                    <a:pt x="1669095" y="2192736"/>
                    <a:pt x="1757838" y="2129130"/>
                  </a:cubicBezTo>
                  <a:cubicBezTo>
                    <a:pt x="1858623" y="2143751"/>
                    <a:pt x="1954936" y="2150165"/>
                    <a:pt x="2045707" y="2148189"/>
                  </a:cubicBezTo>
                  <a:cubicBezTo>
                    <a:pt x="2003303" y="2246344"/>
                    <a:pt x="1953279" y="2333564"/>
                    <a:pt x="1897259" y="2408307"/>
                  </a:cubicBezTo>
                  <a:cubicBezTo>
                    <a:pt x="1798283" y="2447713"/>
                    <a:pt x="1694165" y="2477155"/>
                    <a:pt x="1587134" y="2495711"/>
                  </a:cubicBezTo>
                  <a:close/>
                  <a:moveTo>
                    <a:pt x="2046427" y="2146497"/>
                  </a:moveTo>
                  <a:cubicBezTo>
                    <a:pt x="1955037" y="2148524"/>
                    <a:pt x="1858774" y="2141908"/>
                    <a:pt x="1759931" y="2127623"/>
                  </a:cubicBezTo>
                  <a:cubicBezTo>
                    <a:pt x="1764503" y="2124340"/>
                    <a:pt x="1769059" y="2121041"/>
                    <a:pt x="1773614" y="2117709"/>
                  </a:cubicBezTo>
                  <a:cubicBezTo>
                    <a:pt x="1867382" y="2049212"/>
                    <a:pt x="1955037" y="1973615"/>
                    <a:pt x="2035575" y="1891872"/>
                  </a:cubicBezTo>
                  <a:cubicBezTo>
                    <a:pt x="2062219" y="1922402"/>
                    <a:pt x="2085917" y="1952698"/>
                    <a:pt x="2106617" y="1982592"/>
                  </a:cubicBezTo>
                  <a:cubicBezTo>
                    <a:pt x="2089250" y="2038779"/>
                    <a:pt x="2069203" y="2093542"/>
                    <a:pt x="2046410" y="2146480"/>
                  </a:cubicBezTo>
                  <a:close/>
                  <a:moveTo>
                    <a:pt x="2107906" y="1984451"/>
                  </a:moveTo>
                  <a:cubicBezTo>
                    <a:pt x="2143628" y="2036317"/>
                    <a:pt x="2170323" y="2086994"/>
                    <a:pt x="2187723" y="2135678"/>
                  </a:cubicBezTo>
                  <a:cubicBezTo>
                    <a:pt x="2143996" y="2141691"/>
                    <a:pt x="2097473" y="2145291"/>
                    <a:pt x="2048286" y="2146447"/>
                  </a:cubicBezTo>
                  <a:cubicBezTo>
                    <a:pt x="2070660" y="2094396"/>
                    <a:pt x="2090539" y="2040320"/>
                    <a:pt x="2107923" y="1984434"/>
                  </a:cubicBezTo>
                  <a:close/>
                  <a:moveTo>
                    <a:pt x="2036764" y="1890683"/>
                  </a:moveTo>
                  <a:cubicBezTo>
                    <a:pt x="2077242" y="1849535"/>
                    <a:pt x="2115945" y="1806846"/>
                    <a:pt x="2152688" y="1762700"/>
                  </a:cubicBezTo>
                  <a:cubicBezTo>
                    <a:pt x="2155786" y="1758982"/>
                    <a:pt x="2158851" y="1755248"/>
                    <a:pt x="2161916" y="1751513"/>
                  </a:cubicBezTo>
                  <a:cubicBezTo>
                    <a:pt x="2148301" y="1829639"/>
                    <a:pt x="2130113" y="1906325"/>
                    <a:pt x="2107270" y="1980565"/>
                  </a:cubicBezTo>
                  <a:cubicBezTo>
                    <a:pt x="2086670" y="1950889"/>
                    <a:pt x="2063157" y="1920895"/>
                    <a:pt x="2036780" y="1890666"/>
                  </a:cubicBezTo>
                  <a:close/>
                  <a:moveTo>
                    <a:pt x="2035424" y="1889142"/>
                  </a:moveTo>
                  <a:cubicBezTo>
                    <a:pt x="1927873" y="1766368"/>
                    <a:pt x="1781385" y="1649539"/>
                    <a:pt x="1609759" y="1548151"/>
                  </a:cubicBezTo>
                  <a:cubicBezTo>
                    <a:pt x="1636270" y="1503989"/>
                    <a:pt x="1662312" y="1459290"/>
                    <a:pt x="1687734" y="1414257"/>
                  </a:cubicBezTo>
                  <a:cubicBezTo>
                    <a:pt x="1854436" y="1460714"/>
                    <a:pt x="2016466" y="1485182"/>
                    <a:pt x="2162854" y="1485182"/>
                  </a:cubicBezTo>
                  <a:cubicBezTo>
                    <a:pt x="2172166" y="1485182"/>
                    <a:pt x="2181443" y="1485081"/>
                    <a:pt x="2190638" y="1484880"/>
                  </a:cubicBezTo>
                  <a:cubicBezTo>
                    <a:pt x="2186735" y="1573356"/>
                    <a:pt x="2177441" y="1661446"/>
                    <a:pt x="2162552" y="1747795"/>
                  </a:cubicBezTo>
                  <a:cubicBezTo>
                    <a:pt x="2122560" y="1796664"/>
                    <a:pt x="2080039" y="1843874"/>
                    <a:pt x="2035424" y="1889159"/>
                  </a:cubicBezTo>
                  <a:close/>
                  <a:moveTo>
                    <a:pt x="2177994" y="1657008"/>
                  </a:moveTo>
                  <a:cubicBezTo>
                    <a:pt x="2185211" y="1599984"/>
                    <a:pt x="2190085" y="1542524"/>
                    <a:pt x="2192681" y="1484830"/>
                  </a:cubicBezTo>
                  <a:cubicBezTo>
                    <a:pt x="2250057" y="1483490"/>
                    <a:pt x="2303229" y="1478315"/>
                    <a:pt x="2351980" y="1469355"/>
                  </a:cubicBezTo>
                  <a:cubicBezTo>
                    <a:pt x="2299177" y="1565267"/>
                    <a:pt x="2236073" y="1657645"/>
                    <a:pt x="2164947" y="1744848"/>
                  </a:cubicBezTo>
                  <a:cubicBezTo>
                    <a:pt x="2169887" y="1715908"/>
                    <a:pt x="2174259" y="1686634"/>
                    <a:pt x="2177994" y="1657008"/>
                  </a:cubicBezTo>
                  <a:close/>
                  <a:moveTo>
                    <a:pt x="2192747" y="1483155"/>
                  </a:moveTo>
                  <a:cubicBezTo>
                    <a:pt x="2197789" y="1368453"/>
                    <a:pt x="2193702" y="1252780"/>
                    <a:pt x="2180439" y="1137542"/>
                  </a:cubicBezTo>
                  <a:cubicBezTo>
                    <a:pt x="2179250" y="1127242"/>
                    <a:pt x="2177994" y="1116976"/>
                    <a:pt x="2176671" y="1106727"/>
                  </a:cubicBezTo>
                  <a:cubicBezTo>
                    <a:pt x="2268378" y="1177836"/>
                    <a:pt x="2350440" y="1253517"/>
                    <a:pt x="2419271" y="1332179"/>
                  </a:cubicBezTo>
                  <a:cubicBezTo>
                    <a:pt x="2399542" y="1377915"/>
                    <a:pt x="2377369" y="1423049"/>
                    <a:pt x="2353002" y="1467446"/>
                  </a:cubicBezTo>
                  <a:cubicBezTo>
                    <a:pt x="2304017" y="1476540"/>
                    <a:pt x="2250509" y="1481782"/>
                    <a:pt x="2192747" y="1483138"/>
                  </a:cubicBezTo>
                  <a:close/>
                  <a:moveTo>
                    <a:pt x="2420476" y="1333585"/>
                  </a:moveTo>
                  <a:cubicBezTo>
                    <a:pt x="2447423" y="1364484"/>
                    <a:pt x="2471757" y="1395165"/>
                    <a:pt x="2493461" y="1425511"/>
                  </a:cubicBezTo>
                  <a:cubicBezTo>
                    <a:pt x="2452582" y="1443531"/>
                    <a:pt x="2406393" y="1457398"/>
                    <a:pt x="2355196" y="1467044"/>
                  </a:cubicBezTo>
                  <a:cubicBezTo>
                    <a:pt x="2379295" y="1422982"/>
                    <a:pt x="2401084" y="1378451"/>
                    <a:pt x="2420460" y="1333585"/>
                  </a:cubicBezTo>
                  <a:close/>
                  <a:moveTo>
                    <a:pt x="2399057" y="662741"/>
                  </a:moveTo>
                  <a:cubicBezTo>
                    <a:pt x="2405271" y="643130"/>
                    <a:pt x="2407598" y="622229"/>
                    <a:pt x="2406124" y="600273"/>
                  </a:cubicBezTo>
                  <a:cubicBezTo>
                    <a:pt x="2439803" y="635124"/>
                    <a:pt x="2471087" y="671767"/>
                    <a:pt x="2499741" y="710068"/>
                  </a:cubicBezTo>
                  <a:cubicBezTo>
                    <a:pt x="2505017" y="731823"/>
                    <a:pt x="2509254" y="754130"/>
                    <a:pt x="2512469" y="776923"/>
                  </a:cubicBezTo>
                  <a:cubicBezTo>
                    <a:pt x="2478389" y="738170"/>
                    <a:pt x="2440456" y="700003"/>
                    <a:pt x="2399057" y="662741"/>
                  </a:cubicBezTo>
                  <a:close/>
                  <a:moveTo>
                    <a:pt x="2397684" y="661501"/>
                  </a:moveTo>
                  <a:cubicBezTo>
                    <a:pt x="2308840" y="581718"/>
                    <a:pt x="2204203" y="506053"/>
                    <a:pt x="2088077" y="437473"/>
                  </a:cubicBezTo>
                  <a:cubicBezTo>
                    <a:pt x="2092180" y="412319"/>
                    <a:pt x="2094977" y="388839"/>
                    <a:pt x="2096484" y="367068"/>
                  </a:cubicBezTo>
                  <a:cubicBezTo>
                    <a:pt x="2212794" y="429920"/>
                    <a:pt x="2316627" y="508046"/>
                    <a:pt x="2404315" y="598398"/>
                  </a:cubicBezTo>
                  <a:cubicBezTo>
                    <a:pt x="2406041" y="620588"/>
                    <a:pt x="2403847" y="641706"/>
                    <a:pt x="2397684" y="661485"/>
                  </a:cubicBezTo>
                  <a:close/>
                  <a:moveTo>
                    <a:pt x="2095044" y="363836"/>
                  </a:moveTo>
                  <a:cubicBezTo>
                    <a:pt x="2013920" y="320377"/>
                    <a:pt x="1926952" y="284554"/>
                    <a:pt x="1834691" y="256670"/>
                  </a:cubicBezTo>
                  <a:cubicBezTo>
                    <a:pt x="1840720" y="256570"/>
                    <a:pt x="1846716" y="256503"/>
                    <a:pt x="1852695" y="256503"/>
                  </a:cubicBezTo>
                  <a:cubicBezTo>
                    <a:pt x="1939764" y="256503"/>
                    <a:pt x="2020703" y="267723"/>
                    <a:pt x="2094056" y="289495"/>
                  </a:cubicBezTo>
                  <a:cubicBezTo>
                    <a:pt x="2096484" y="311283"/>
                    <a:pt x="2096819" y="336102"/>
                    <a:pt x="2095028" y="363836"/>
                  </a:cubicBezTo>
                  <a:close/>
                  <a:moveTo>
                    <a:pt x="1825313" y="252584"/>
                  </a:moveTo>
                  <a:cubicBezTo>
                    <a:pt x="1748895" y="207751"/>
                    <a:pt x="1670635" y="170840"/>
                    <a:pt x="1591002" y="142035"/>
                  </a:cubicBezTo>
                  <a:cubicBezTo>
                    <a:pt x="1608252" y="122692"/>
                    <a:pt x="1624849" y="106514"/>
                    <a:pt x="1640725" y="93569"/>
                  </a:cubicBezTo>
                  <a:cubicBezTo>
                    <a:pt x="1705419" y="133862"/>
                    <a:pt x="1767468" y="187102"/>
                    <a:pt x="1825313" y="252600"/>
                  </a:cubicBezTo>
                  <a:close/>
                  <a:moveTo>
                    <a:pt x="1587786" y="143174"/>
                  </a:moveTo>
                  <a:cubicBezTo>
                    <a:pt x="1573300" y="159569"/>
                    <a:pt x="1558395" y="178142"/>
                    <a:pt x="1543105" y="198892"/>
                  </a:cubicBezTo>
                  <a:cubicBezTo>
                    <a:pt x="1542217" y="198808"/>
                    <a:pt x="1541346" y="198725"/>
                    <a:pt x="1540459" y="198641"/>
                  </a:cubicBezTo>
                  <a:cubicBezTo>
                    <a:pt x="1403852" y="157945"/>
                    <a:pt x="1269823" y="131786"/>
                    <a:pt x="1144286" y="121469"/>
                  </a:cubicBezTo>
                  <a:cubicBezTo>
                    <a:pt x="1155523" y="101473"/>
                    <a:pt x="1171366" y="83872"/>
                    <a:pt x="1191614" y="68766"/>
                  </a:cubicBezTo>
                  <a:cubicBezTo>
                    <a:pt x="1323163" y="71395"/>
                    <a:pt x="1457058" y="96449"/>
                    <a:pt x="1587786" y="143174"/>
                  </a:cubicBezTo>
                  <a:close/>
                  <a:moveTo>
                    <a:pt x="1142477" y="121319"/>
                  </a:moveTo>
                  <a:cubicBezTo>
                    <a:pt x="1093759" y="117383"/>
                    <a:pt x="1046314" y="115826"/>
                    <a:pt x="1000510" y="116763"/>
                  </a:cubicBezTo>
                  <a:cubicBezTo>
                    <a:pt x="1023153" y="100468"/>
                    <a:pt x="1046314" y="85815"/>
                    <a:pt x="1069895" y="72852"/>
                  </a:cubicBezTo>
                  <a:cubicBezTo>
                    <a:pt x="1109251" y="69402"/>
                    <a:pt x="1148975" y="68012"/>
                    <a:pt x="1188934" y="68716"/>
                  </a:cubicBezTo>
                  <a:cubicBezTo>
                    <a:pt x="1169071" y="83838"/>
                    <a:pt x="1153530" y="101406"/>
                    <a:pt x="1142477" y="121335"/>
                  </a:cubicBezTo>
                  <a:close/>
                  <a:moveTo>
                    <a:pt x="809793" y="305371"/>
                  </a:moveTo>
                  <a:cubicBezTo>
                    <a:pt x="754343" y="379930"/>
                    <a:pt x="705273" y="466413"/>
                    <a:pt x="663154" y="564083"/>
                  </a:cubicBezTo>
                  <a:cubicBezTo>
                    <a:pt x="613498" y="565221"/>
                    <a:pt x="566539" y="568856"/>
                    <a:pt x="522410" y="574935"/>
                  </a:cubicBezTo>
                  <a:cubicBezTo>
                    <a:pt x="510252" y="540536"/>
                    <a:pt x="502749" y="507159"/>
                    <a:pt x="499952" y="475054"/>
                  </a:cubicBezTo>
                  <a:cubicBezTo>
                    <a:pt x="594541" y="406876"/>
                    <a:pt x="698892" y="349869"/>
                    <a:pt x="809777" y="305388"/>
                  </a:cubicBezTo>
                  <a:close/>
                  <a:moveTo>
                    <a:pt x="514790" y="556513"/>
                  </a:moveTo>
                  <a:cubicBezTo>
                    <a:pt x="516682" y="562693"/>
                    <a:pt x="518742" y="568906"/>
                    <a:pt x="520936" y="575136"/>
                  </a:cubicBezTo>
                  <a:cubicBezTo>
                    <a:pt x="447199" y="585402"/>
                    <a:pt x="381432" y="602568"/>
                    <a:pt x="324223" y="626466"/>
                  </a:cubicBezTo>
                  <a:cubicBezTo>
                    <a:pt x="377396" y="571669"/>
                    <a:pt x="435810" y="521427"/>
                    <a:pt x="498529" y="476093"/>
                  </a:cubicBezTo>
                  <a:cubicBezTo>
                    <a:pt x="500889" y="501984"/>
                    <a:pt x="506299" y="528813"/>
                    <a:pt x="514790" y="556513"/>
                  </a:cubicBezTo>
                  <a:close/>
                  <a:moveTo>
                    <a:pt x="206171" y="1291751"/>
                  </a:moveTo>
                  <a:cubicBezTo>
                    <a:pt x="209303" y="1290277"/>
                    <a:pt x="212485" y="1288837"/>
                    <a:pt x="215684" y="1287413"/>
                  </a:cubicBezTo>
                  <a:cubicBezTo>
                    <a:pt x="237623" y="1318128"/>
                    <a:pt x="262241" y="1349127"/>
                    <a:pt x="289506" y="1380360"/>
                  </a:cubicBezTo>
                  <a:cubicBezTo>
                    <a:pt x="252611" y="1466073"/>
                    <a:pt x="225749" y="1549926"/>
                    <a:pt x="209069" y="1631285"/>
                  </a:cubicBezTo>
                  <a:cubicBezTo>
                    <a:pt x="174670" y="1533330"/>
                    <a:pt x="150604" y="1432863"/>
                    <a:pt x="137659" y="1331994"/>
                  </a:cubicBezTo>
                  <a:cubicBezTo>
                    <a:pt x="157973" y="1317106"/>
                    <a:pt x="180817" y="1303675"/>
                    <a:pt x="206171" y="1291751"/>
                  </a:cubicBezTo>
                  <a:close/>
                  <a:moveTo>
                    <a:pt x="311663" y="2049497"/>
                  </a:moveTo>
                  <a:cubicBezTo>
                    <a:pt x="305450" y="2069108"/>
                    <a:pt x="303121" y="2090009"/>
                    <a:pt x="304595" y="2111964"/>
                  </a:cubicBezTo>
                  <a:cubicBezTo>
                    <a:pt x="270917" y="2077113"/>
                    <a:pt x="239650" y="2040470"/>
                    <a:pt x="210978" y="2002169"/>
                  </a:cubicBezTo>
                  <a:cubicBezTo>
                    <a:pt x="205703" y="1980415"/>
                    <a:pt x="201465" y="1958107"/>
                    <a:pt x="198250" y="1935314"/>
                  </a:cubicBezTo>
                  <a:cubicBezTo>
                    <a:pt x="232331" y="1974067"/>
                    <a:pt x="270263" y="2012234"/>
                    <a:pt x="311663" y="2049497"/>
                  </a:cubicBezTo>
                  <a:close/>
                  <a:moveTo>
                    <a:pt x="313036" y="2050736"/>
                  </a:moveTo>
                  <a:cubicBezTo>
                    <a:pt x="401880" y="2130520"/>
                    <a:pt x="506517" y="2206184"/>
                    <a:pt x="622642" y="2274764"/>
                  </a:cubicBezTo>
                  <a:cubicBezTo>
                    <a:pt x="618539" y="2299919"/>
                    <a:pt x="615742" y="2323398"/>
                    <a:pt x="614235" y="2345170"/>
                  </a:cubicBezTo>
                  <a:cubicBezTo>
                    <a:pt x="497925" y="2282317"/>
                    <a:pt x="394092" y="2204191"/>
                    <a:pt x="306404" y="2113840"/>
                  </a:cubicBezTo>
                  <a:cubicBezTo>
                    <a:pt x="304679" y="2091650"/>
                    <a:pt x="306873" y="2070531"/>
                    <a:pt x="313036" y="2050753"/>
                  </a:cubicBezTo>
                  <a:close/>
                  <a:moveTo>
                    <a:pt x="615675" y="2348402"/>
                  </a:moveTo>
                  <a:cubicBezTo>
                    <a:pt x="696782" y="2391861"/>
                    <a:pt x="783751" y="2427683"/>
                    <a:pt x="876012" y="2455551"/>
                  </a:cubicBezTo>
                  <a:cubicBezTo>
                    <a:pt x="782093" y="2457192"/>
                    <a:pt x="695041" y="2445988"/>
                    <a:pt x="616647" y="2422726"/>
                  </a:cubicBezTo>
                  <a:cubicBezTo>
                    <a:pt x="614219" y="2400938"/>
                    <a:pt x="613884" y="2376119"/>
                    <a:pt x="615675" y="2348402"/>
                  </a:cubicBezTo>
                  <a:close/>
                  <a:moveTo>
                    <a:pt x="885424" y="2459654"/>
                  </a:moveTo>
                  <a:cubicBezTo>
                    <a:pt x="961841" y="2504486"/>
                    <a:pt x="1040084" y="2541397"/>
                    <a:pt x="1119718" y="2570203"/>
                  </a:cubicBezTo>
                  <a:cubicBezTo>
                    <a:pt x="1102485" y="2589546"/>
                    <a:pt x="1085872" y="2605724"/>
                    <a:pt x="1070012" y="2618669"/>
                  </a:cubicBezTo>
                  <a:cubicBezTo>
                    <a:pt x="1005317" y="2578375"/>
                    <a:pt x="943269" y="2525153"/>
                    <a:pt x="885424" y="2459654"/>
                  </a:cubicBezTo>
                  <a:close/>
                  <a:moveTo>
                    <a:pt x="1122950" y="2569064"/>
                  </a:moveTo>
                  <a:cubicBezTo>
                    <a:pt x="1137419" y="2552668"/>
                    <a:pt x="1152324" y="2534096"/>
                    <a:pt x="1167598" y="2513362"/>
                  </a:cubicBezTo>
                  <a:cubicBezTo>
                    <a:pt x="1168502" y="2513446"/>
                    <a:pt x="1169424" y="2513530"/>
                    <a:pt x="1170327" y="2513614"/>
                  </a:cubicBezTo>
                  <a:cubicBezTo>
                    <a:pt x="1306902" y="2554293"/>
                    <a:pt x="1440913" y="2580452"/>
                    <a:pt x="1566433" y="2590768"/>
                  </a:cubicBezTo>
                  <a:cubicBezTo>
                    <a:pt x="1555196" y="2610765"/>
                    <a:pt x="1539353" y="2628366"/>
                    <a:pt x="1519106" y="2643472"/>
                  </a:cubicBezTo>
                  <a:cubicBezTo>
                    <a:pt x="1387573" y="2640843"/>
                    <a:pt x="1253679" y="2615789"/>
                    <a:pt x="1122967" y="2569064"/>
                  </a:cubicBezTo>
                  <a:close/>
                  <a:moveTo>
                    <a:pt x="1568242" y="2590919"/>
                  </a:moveTo>
                  <a:cubicBezTo>
                    <a:pt x="1607849" y="2594118"/>
                    <a:pt x="1646620" y="2595759"/>
                    <a:pt x="1684351" y="2595759"/>
                  </a:cubicBezTo>
                  <a:cubicBezTo>
                    <a:pt x="1693027" y="2595759"/>
                    <a:pt x="1701651" y="2595658"/>
                    <a:pt x="1710209" y="2595491"/>
                  </a:cubicBezTo>
                  <a:cubicBezTo>
                    <a:pt x="1687550" y="2611786"/>
                    <a:pt x="1664405" y="2626440"/>
                    <a:pt x="1640808" y="2639402"/>
                  </a:cubicBezTo>
                  <a:cubicBezTo>
                    <a:pt x="1601452" y="2642852"/>
                    <a:pt x="1561728" y="2644242"/>
                    <a:pt x="1521786" y="2643539"/>
                  </a:cubicBezTo>
                  <a:cubicBezTo>
                    <a:pt x="1541648" y="2628416"/>
                    <a:pt x="1557189" y="2610848"/>
                    <a:pt x="1568242" y="2590919"/>
                  </a:cubicBezTo>
                  <a:close/>
                  <a:moveTo>
                    <a:pt x="1900926" y="2406867"/>
                  </a:moveTo>
                  <a:cubicBezTo>
                    <a:pt x="1956377" y="2332308"/>
                    <a:pt x="2005430" y="2245825"/>
                    <a:pt x="2047549" y="2148155"/>
                  </a:cubicBezTo>
                  <a:cubicBezTo>
                    <a:pt x="2097205" y="2147016"/>
                    <a:pt x="2144164" y="2143382"/>
                    <a:pt x="2188293" y="2137303"/>
                  </a:cubicBezTo>
                  <a:cubicBezTo>
                    <a:pt x="2200451" y="2171702"/>
                    <a:pt x="2207954" y="2205079"/>
                    <a:pt x="2210751" y="2237183"/>
                  </a:cubicBezTo>
                  <a:cubicBezTo>
                    <a:pt x="2116162" y="2305362"/>
                    <a:pt x="2011811" y="2362369"/>
                    <a:pt x="1900926" y="2406850"/>
                  </a:cubicBezTo>
                  <a:close/>
                  <a:moveTo>
                    <a:pt x="2195930" y="2155725"/>
                  </a:moveTo>
                  <a:cubicBezTo>
                    <a:pt x="2194037" y="2149545"/>
                    <a:pt x="2191977" y="2143332"/>
                    <a:pt x="2189783" y="2137085"/>
                  </a:cubicBezTo>
                  <a:cubicBezTo>
                    <a:pt x="2263522" y="2126819"/>
                    <a:pt x="2329288" y="2109653"/>
                    <a:pt x="2386497" y="2085755"/>
                  </a:cubicBezTo>
                  <a:cubicBezTo>
                    <a:pt x="2333324" y="2140552"/>
                    <a:pt x="2274909" y="2190794"/>
                    <a:pt x="2212191" y="2236128"/>
                  </a:cubicBezTo>
                  <a:cubicBezTo>
                    <a:pt x="2209830" y="2210237"/>
                    <a:pt x="2204420" y="2183408"/>
                    <a:pt x="2195930" y="2155708"/>
                  </a:cubicBezTo>
                  <a:close/>
                  <a:moveTo>
                    <a:pt x="2585722" y="1587792"/>
                  </a:moveTo>
                  <a:cubicBezTo>
                    <a:pt x="2606740" y="1638469"/>
                    <a:pt x="2619317" y="1687438"/>
                    <a:pt x="2623286" y="1734063"/>
                  </a:cubicBezTo>
                  <a:cubicBezTo>
                    <a:pt x="2623252" y="1734146"/>
                    <a:pt x="2623219" y="1734247"/>
                    <a:pt x="2623169" y="1734330"/>
                  </a:cubicBezTo>
                  <a:lnTo>
                    <a:pt x="2623169" y="1734330"/>
                  </a:lnTo>
                  <a:cubicBezTo>
                    <a:pt x="2599270" y="1789797"/>
                    <a:pt x="2570984" y="1842903"/>
                    <a:pt x="2538846" y="1893446"/>
                  </a:cubicBezTo>
                  <a:cubicBezTo>
                    <a:pt x="2567133" y="1795877"/>
                    <a:pt x="2582825" y="1693635"/>
                    <a:pt x="2585722" y="1587792"/>
                  </a:cubicBezTo>
                  <a:close/>
                  <a:moveTo>
                    <a:pt x="2624542" y="1731115"/>
                  </a:moveTo>
                  <a:cubicBezTo>
                    <a:pt x="2621745" y="1701489"/>
                    <a:pt x="2615532" y="1670791"/>
                    <a:pt x="2605819" y="1639105"/>
                  </a:cubicBezTo>
                  <a:cubicBezTo>
                    <a:pt x="2600258" y="1620952"/>
                    <a:pt x="2593577" y="1602597"/>
                    <a:pt x="2585823" y="1584091"/>
                  </a:cubicBezTo>
                  <a:cubicBezTo>
                    <a:pt x="2586124" y="1571497"/>
                    <a:pt x="2586274" y="1558853"/>
                    <a:pt x="2586224" y="1546158"/>
                  </a:cubicBezTo>
                  <a:cubicBezTo>
                    <a:pt x="2585990" y="1491060"/>
                    <a:pt x="2582339" y="1435844"/>
                    <a:pt x="2575339" y="1380645"/>
                  </a:cubicBezTo>
                  <a:cubicBezTo>
                    <a:pt x="2618295" y="1348876"/>
                    <a:pt x="2649814" y="1310575"/>
                    <a:pt x="2669374" y="1266161"/>
                  </a:cubicBezTo>
                  <a:cubicBezTo>
                    <a:pt x="2686239" y="1227877"/>
                    <a:pt x="2693708" y="1186193"/>
                    <a:pt x="2691799" y="1141545"/>
                  </a:cubicBezTo>
                  <a:cubicBezTo>
                    <a:pt x="2728643" y="1336952"/>
                    <a:pt x="2706285" y="1539727"/>
                    <a:pt x="2624542" y="1731115"/>
                  </a:cubicBezTo>
                  <a:close/>
                  <a:moveTo>
                    <a:pt x="2687981" y="1114297"/>
                  </a:moveTo>
                  <a:cubicBezTo>
                    <a:pt x="2679122" y="1073501"/>
                    <a:pt x="2667650" y="1033056"/>
                    <a:pt x="2653598" y="993147"/>
                  </a:cubicBezTo>
                  <a:cubicBezTo>
                    <a:pt x="2671702" y="1034982"/>
                    <a:pt x="2683208" y="1075527"/>
                    <a:pt x="2687981" y="1114297"/>
                  </a:cubicBezTo>
                  <a:close/>
                  <a:moveTo>
                    <a:pt x="2613472" y="899312"/>
                  </a:moveTo>
                  <a:cubicBezTo>
                    <a:pt x="2622415" y="918455"/>
                    <a:pt x="2630705" y="937781"/>
                    <a:pt x="2638392" y="957224"/>
                  </a:cubicBezTo>
                  <a:cubicBezTo>
                    <a:pt x="2608917" y="899430"/>
                    <a:pt x="2567618" y="839994"/>
                    <a:pt x="2514864" y="779637"/>
                  </a:cubicBezTo>
                  <a:cubicBezTo>
                    <a:pt x="2511766" y="757229"/>
                    <a:pt x="2507680" y="735290"/>
                    <a:pt x="2502605" y="713904"/>
                  </a:cubicBezTo>
                  <a:cubicBezTo>
                    <a:pt x="2545830" y="772150"/>
                    <a:pt x="2583025" y="834149"/>
                    <a:pt x="2613472" y="899312"/>
                  </a:cubicBezTo>
                  <a:close/>
                  <a:moveTo>
                    <a:pt x="2416357" y="518162"/>
                  </a:moveTo>
                  <a:cubicBezTo>
                    <a:pt x="2454055" y="574064"/>
                    <a:pt x="2481437" y="637000"/>
                    <a:pt x="2498586" y="705396"/>
                  </a:cubicBezTo>
                  <a:cubicBezTo>
                    <a:pt x="2494851" y="700422"/>
                    <a:pt x="2491083" y="695482"/>
                    <a:pt x="2487265" y="690575"/>
                  </a:cubicBezTo>
                  <a:cubicBezTo>
                    <a:pt x="2462060" y="658202"/>
                    <a:pt x="2434879" y="626969"/>
                    <a:pt x="2405907" y="597024"/>
                  </a:cubicBezTo>
                  <a:cubicBezTo>
                    <a:pt x="2400883" y="537354"/>
                    <a:pt x="2368041" y="470164"/>
                    <a:pt x="2309041" y="400730"/>
                  </a:cubicBezTo>
                  <a:cubicBezTo>
                    <a:pt x="2350306" y="434358"/>
                    <a:pt x="2386312" y="473597"/>
                    <a:pt x="2416357" y="518162"/>
                  </a:cubicBezTo>
                  <a:close/>
                  <a:moveTo>
                    <a:pt x="2295291" y="387567"/>
                  </a:moveTo>
                  <a:cubicBezTo>
                    <a:pt x="2261193" y="361625"/>
                    <a:pt x="2223646" y="339251"/>
                    <a:pt x="2182766" y="320561"/>
                  </a:cubicBezTo>
                  <a:cubicBezTo>
                    <a:pt x="2154966" y="307866"/>
                    <a:pt x="2125876" y="296997"/>
                    <a:pt x="2095563" y="287971"/>
                  </a:cubicBezTo>
                  <a:cubicBezTo>
                    <a:pt x="2090908" y="248062"/>
                    <a:pt x="2079151" y="218403"/>
                    <a:pt x="2060428" y="199897"/>
                  </a:cubicBezTo>
                  <a:cubicBezTo>
                    <a:pt x="2152253" y="255012"/>
                    <a:pt x="2233661" y="318936"/>
                    <a:pt x="2295291" y="387567"/>
                  </a:cubicBezTo>
                  <a:close/>
                  <a:moveTo>
                    <a:pt x="2027636" y="180822"/>
                  </a:moveTo>
                  <a:cubicBezTo>
                    <a:pt x="1981548" y="167809"/>
                    <a:pt x="1914157" y="192746"/>
                    <a:pt x="1830119" y="254409"/>
                  </a:cubicBezTo>
                  <a:cubicBezTo>
                    <a:pt x="1821210" y="152837"/>
                    <a:pt x="1797178" y="88008"/>
                    <a:pt x="1759998" y="64077"/>
                  </a:cubicBezTo>
                  <a:cubicBezTo>
                    <a:pt x="1852142" y="93619"/>
                    <a:pt x="1943598" y="133511"/>
                    <a:pt x="2027636" y="180822"/>
                  </a:cubicBezTo>
                  <a:close/>
                  <a:moveTo>
                    <a:pt x="1725935" y="53660"/>
                  </a:moveTo>
                  <a:cubicBezTo>
                    <a:pt x="1700948" y="53174"/>
                    <a:pt x="1672326" y="65952"/>
                    <a:pt x="1640875" y="91375"/>
                  </a:cubicBezTo>
                  <a:cubicBezTo>
                    <a:pt x="1611400" y="73053"/>
                    <a:pt x="1581289" y="57394"/>
                    <a:pt x="1550624" y="44432"/>
                  </a:cubicBezTo>
                  <a:cubicBezTo>
                    <a:pt x="1509360" y="26998"/>
                    <a:pt x="1467608" y="14706"/>
                    <a:pt x="1425590" y="7538"/>
                  </a:cubicBezTo>
                  <a:cubicBezTo>
                    <a:pt x="1519240" y="6684"/>
                    <a:pt x="1622503" y="23431"/>
                    <a:pt x="1725935" y="53660"/>
                  </a:cubicBezTo>
                  <a:close/>
                  <a:moveTo>
                    <a:pt x="1256091" y="8074"/>
                  </a:moveTo>
                  <a:cubicBezTo>
                    <a:pt x="1282953" y="3854"/>
                    <a:pt x="1309833" y="1760"/>
                    <a:pt x="1336678" y="1760"/>
                  </a:cubicBezTo>
                  <a:cubicBezTo>
                    <a:pt x="1359571" y="1760"/>
                    <a:pt x="1382432" y="3301"/>
                    <a:pt x="1405191" y="6315"/>
                  </a:cubicBezTo>
                  <a:cubicBezTo>
                    <a:pt x="1336444" y="8861"/>
                    <a:pt x="1278297" y="21103"/>
                    <a:pt x="1232259" y="42757"/>
                  </a:cubicBezTo>
                  <a:cubicBezTo>
                    <a:pt x="1217220" y="49825"/>
                    <a:pt x="1203689" y="57813"/>
                    <a:pt x="1191664" y="66672"/>
                  </a:cubicBezTo>
                  <a:cubicBezTo>
                    <a:pt x="1152191" y="65936"/>
                    <a:pt x="1112952" y="67225"/>
                    <a:pt x="1074182" y="70541"/>
                  </a:cubicBezTo>
                  <a:cubicBezTo>
                    <a:pt x="1132529" y="39056"/>
                    <a:pt x="1193489" y="17904"/>
                    <a:pt x="1256091" y="8074"/>
                  </a:cubicBezTo>
                  <a:close/>
                  <a:moveTo>
                    <a:pt x="834378" y="120515"/>
                  </a:moveTo>
                  <a:cubicBezTo>
                    <a:pt x="909020" y="96198"/>
                    <a:pt x="986460" y="80506"/>
                    <a:pt x="1065457" y="73254"/>
                  </a:cubicBezTo>
                  <a:cubicBezTo>
                    <a:pt x="1042312" y="86133"/>
                    <a:pt x="1019536" y="100703"/>
                    <a:pt x="997228" y="116830"/>
                  </a:cubicBezTo>
                  <a:cubicBezTo>
                    <a:pt x="895455" y="119142"/>
                    <a:pt x="806812" y="133544"/>
                    <a:pt x="732856" y="159687"/>
                  </a:cubicBezTo>
                  <a:cubicBezTo>
                    <a:pt x="765714" y="144932"/>
                    <a:pt x="799577" y="131853"/>
                    <a:pt x="834395" y="120515"/>
                  </a:cubicBezTo>
                  <a:close/>
                  <a:moveTo>
                    <a:pt x="679500" y="183702"/>
                  </a:moveTo>
                  <a:cubicBezTo>
                    <a:pt x="665834" y="190820"/>
                    <a:pt x="652369" y="198239"/>
                    <a:pt x="639121" y="205943"/>
                  </a:cubicBezTo>
                  <a:cubicBezTo>
                    <a:pt x="651766" y="198038"/>
                    <a:pt x="665231" y="190619"/>
                    <a:pt x="679500" y="183702"/>
                  </a:cubicBezTo>
                  <a:close/>
                  <a:moveTo>
                    <a:pt x="599615" y="232202"/>
                  </a:moveTo>
                  <a:cubicBezTo>
                    <a:pt x="563910" y="261661"/>
                    <a:pt x="537215" y="296194"/>
                    <a:pt x="519898" y="335533"/>
                  </a:cubicBezTo>
                  <a:cubicBezTo>
                    <a:pt x="501359" y="377635"/>
                    <a:pt x="494174" y="423824"/>
                    <a:pt x="498328" y="473564"/>
                  </a:cubicBezTo>
                  <a:cubicBezTo>
                    <a:pt x="453361" y="506070"/>
                    <a:pt x="410689" y="541072"/>
                    <a:pt x="370446" y="578502"/>
                  </a:cubicBezTo>
                  <a:cubicBezTo>
                    <a:pt x="352945" y="594780"/>
                    <a:pt x="336047" y="611427"/>
                    <a:pt x="319685" y="628409"/>
                  </a:cubicBezTo>
                  <a:cubicBezTo>
                    <a:pt x="313270" y="631155"/>
                    <a:pt x="306973" y="633969"/>
                    <a:pt x="300793" y="636883"/>
                  </a:cubicBezTo>
                  <a:cubicBezTo>
                    <a:pt x="272005" y="650431"/>
                    <a:pt x="245980" y="665638"/>
                    <a:pt x="222785" y="682452"/>
                  </a:cubicBezTo>
                  <a:cubicBezTo>
                    <a:pt x="305081" y="492990"/>
                    <a:pt x="435140" y="338815"/>
                    <a:pt x="599599" y="232219"/>
                  </a:cubicBezTo>
                  <a:close/>
                  <a:moveTo>
                    <a:pt x="112337" y="817954"/>
                  </a:moveTo>
                  <a:cubicBezTo>
                    <a:pt x="134577" y="767461"/>
                    <a:pt x="170249" y="723818"/>
                    <a:pt x="218799" y="687476"/>
                  </a:cubicBezTo>
                  <a:cubicBezTo>
                    <a:pt x="201366" y="728239"/>
                    <a:pt x="186309" y="769990"/>
                    <a:pt x="173682" y="812645"/>
                  </a:cubicBezTo>
                  <a:cubicBezTo>
                    <a:pt x="140422" y="864445"/>
                    <a:pt x="111533" y="918521"/>
                    <a:pt x="87165" y="974675"/>
                  </a:cubicBezTo>
                  <a:cubicBezTo>
                    <a:pt x="82912" y="918622"/>
                    <a:pt x="91168" y="866002"/>
                    <a:pt x="112337" y="817937"/>
                  </a:cubicBezTo>
                  <a:close/>
                  <a:moveTo>
                    <a:pt x="86211" y="981139"/>
                  </a:moveTo>
                  <a:cubicBezTo>
                    <a:pt x="89008" y="1010765"/>
                    <a:pt x="95221" y="1041463"/>
                    <a:pt x="104935" y="1073132"/>
                  </a:cubicBezTo>
                  <a:cubicBezTo>
                    <a:pt x="110494" y="1091286"/>
                    <a:pt x="117177" y="1109625"/>
                    <a:pt x="124931" y="1128130"/>
                  </a:cubicBezTo>
                  <a:cubicBezTo>
                    <a:pt x="124629" y="1140724"/>
                    <a:pt x="124479" y="1153368"/>
                    <a:pt x="124528" y="1166063"/>
                  </a:cubicBezTo>
                  <a:cubicBezTo>
                    <a:pt x="124763" y="1221161"/>
                    <a:pt x="128414" y="1276377"/>
                    <a:pt x="135414" y="1331576"/>
                  </a:cubicBezTo>
                  <a:cubicBezTo>
                    <a:pt x="92458" y="1363345"/>
                    <a:pt x="60940" y="1401646"/>
                    <a:pt x="41379" y="1446060"/>
                  </a:cubicBezTo>
                  <a:cubicBezTo>
                    <a:pt x="24514" y="1484344"/>
                    <a:pt x="17045" y="1526028"/>
                    <a:pt x="18954" y="1570676"/>
                  </a:cubicBezTo>
                  <a:cubicBezTo>
                    <a:pt x="-17890" y="1375269"/>
                    <a:pt x="4468" y="1172494"/>
                    <a:pt x="86211" y="981106"/>
                  </a:cubicBezTo>
                  <a:close/>
                  <a:moveTo>
                    <a:pt x="22773" y="1597958"/>
                  </a:moveTo>
                  <a:cubicBezTo>
                    <a:pt x="31632" y="1638754"/>
                    <a:pt x="43104" y="1679182"/>
                    <a:pt x="57154" y="1719090"/>
                  </a:cubicBezTo>
                  <a:cubicBezTo>
                    <a:pt x="39050" y="1677256"/>
                    <a:pt x="27546" y="1636711"/>
                    <a:pt x="22773" y="1597958"/>
                  </a:cubicBezTo>
                  <a:close/>
                  <a:moveTo>
                    <a:pt x="97281" y="1812959"/>
                  </a:moveTo>
                  <a:cubicBezTo>
                    <a:pt x="88338" y="1793800"/>
                    <a:pt x="80031" y="1774490"/>
                    <a:pt x="72345" y="1755030"/>
                  </a:cubicBezTo>
                  <a:cubicBezTo>
                    <a:pt x="101819" y="1812825"/>
                    <a:pt x="143118" y="1872261"/>
                    <a:pt x="195872" y="1932635"/>
                  </a:cubicBezTo>
                  <a:cubicBezTo>
                    <a:pt x="198970" y="1955042"/>
                    <a:pt x="203057" y="1976981"/>
                    <a:pt x="208131" y="1998368"/>
                  </a:cubicBezTo>
                  <a:cubicBezTo>
                    <a:pt x="164907" y="1940121"/>
                    <a:pt x="127711" y="1878122"/>
                    <a:pt x="97264" y="1812959"/>
                  </a:cubicBezTo>
                  <a:close/>
                  <a:moveTo>
                    <a:pt x="294396" y="2194110"/>
                  </a:moveTo>
                  <a:cubicBezTo>
                    <a:pt x="256699" y="2138207"/>
                    <a:pt x="229317" y="2075271"/>
                    <a:pt x="212167" y="2006875"/>
                  </a:cubicBezTo>
                  <a:cubicBezTo>
                    <a:pt x="215902" y="2011849"/>
                    <a:pt x="219670" y="2016790"/>
                    <a:pt x="223489" y="2021713"/>
                  </a:cubicBezTo>
                  <a:cubicBezTo>
                    <a:pt x="248693" y="2054086"/>
                    <a:pt x="275874" y="2085319"/>
                    <a:pt x="304847" y="2115264"/>
                  </a:cubicBezTo>
                  <a:cubicBezTo>
                    <a:pt x="309854" y="2174917"/>
                    <a:pt x="342695" y="2242090"/>
                    <a:pt x="401662" y="2311508"/>
                  </a:cubicBezTo>
                  <a:cubicBezTo>
                    <a:pt x="360414" y="2277879"/>
                    <a:pt x="324424" y="2238674"/>
                    <a:pt x="294380" y="2194126"/>
                  </a:cubicBezTo>
                  <a:close/>
                  <a:moveTo>
                    <a:pt x="415462" y="2324705"/>
                  </a:moveTo>
                  <a:cubicBezTo>
                    <a:pt x="449559" y="2350646"/>
                    <a:pt x="487107" y="2373020"/>
                    <a:pt x="527987" y="2391710"/>
                  </a:cubicBezTo>
                  <a:cubicBezTo>
                    <a:pt x="555770" y="2404405"/>
                    <a:pt x="584878" y="2415274"/>
                    <a:pt x="615190" y="2424300"/>
                  </a:cubicBezTo>
                  <a:cubicBezTo>
                    <a:pt x="619846" y="2464193"/>
                    <a:pt x="631602" y="2493852"/>
                    <a:pt x="650309" y="2512341"/>
                  </a:cubicBezTo>
                  <a:cubicBezTo>
                    <a:pt x="558501" y="2457226"/>
                    <a:pt x="477092" y="2393318"/>
                    <a:pt x="415478" y="2324705"/>
                  </a:cubicBezTo>
                  <a:close/>
                  <a:moveTo>
                    <a:pt x="683301" y="2531533"/>
                  </a:moveTo>
                  <a:cubicBezTo>
                    <a:pt x="691172" y="2533727"/>
                    <a:pt x="699646" y="2534832"/>
                    <a:pt x="708723" y="2534832"/>
                  </a:cubicBezTo>
                  <a:cubicBezTo>
                    <a:pt x="752836" y="2534832"/>
                    <a:pt x="811049" y="2508924"/>
                    <a:pt x="880633" y="2457845"/>
                  </a:cubicBezTo>
                  <a:cubicBezTo>
                    <a:pt x="889544" y="2559401"/>
                    <a:pt x="913576" y="2624229"/>
                    <a:pt x="950754" y="2648178"/>
                  </a:cubicBezTo>
                  <a:cubicBezTo>
                    <a:pt x="858678" y="2618652"/>
                    <a:pt x="767305" y="2578794"/>
                    <a:pt x="683301" y="2531533"/>
                  </a:cubicBezTo>
                  <a:close/>
                  <a:moveTo>
                    <a:pt x="984802" y="2658595"/>
                  </a:moveTo>
                  <a:cubicBezTo>
                    <a:pt x="985270" y="2658595"/>
                    <a:pt x="985722" y="2658628"/>
                    <a:pt x="986192" y="2658628"/>
                  </a:cubicBezTo>
                  <a:cubicBezTo>
                    <a:pt x="1010843" y="2658628"/>
                    <a:pt x="1038996" y="2645850"/>
                    <a:pt x="1069895" y="2620896"/>
                  </a:cubicBezTo>
                  <a:cubicBezTo>
                    <a:pt x="1099370" y="2639218"/>
                    <a:pt x="1129481" y="2654877"/>
                    <a:pt x="1160146" y="2667822"/>
                  </a:cubicBezTo>
                  <a:cubicBezTo>
                    <a:pt x="1201461" y="2685273"/>
                    <a:pt x="1243262" y="2697549"/>
                    <a:pt x="1285314" y="2704717"/>
                  </a:cubicBezTo>
                  <a:cubicBezTo>
                    <a:pt x="1191630" y="2705587"/>
                    <a:pt x="1088317" y="2688840"/>
                    <a:pt x="984802" y="2658578"/>
                  </a:cubicBezTo>
                  <a:close/>
                  <a:moveTo>
                    <a:pt x="1454679" y="2704181"/>
                  </a:moveTo>
                  <a:cubicBezTo>
                    <a:pt x="1404907" y="2712002"/>
                    <a:pt x="1355017" y="2712487"/>
                    <a:pt x="1305579" y="2705939"/>
                  </a:cubicBezTo>
                  <a:cubicBezTo>
                    <a:pt x="1374326" y="2703393"/>
                    <a:pt x="1432473" y="2691151"/>
                    <a:pt x="1478510" y="2669497"/>
                  </a:cubicBezTo>
                  <a:cubicBezTo>
                    <a:pt x="1493549" y="2662413"/>
                    <a:pt x="1507081" y="2654441"/>
                    <a:pt x="1519106" y="2645582"/>
                  </a:cubicBezTo>
                  <a:cubicBezTo>
                    <a:pt x="1526240" y="2645716"/>
                    <a:pt x="1533375" y="2645800"/>
                    <a:pt x="1540492" y="2645800"/>
                  </a:cubicBezTo>
                  <a:cubicBezTo>
                    <a:pt x="1572747" y="2645800"/>
                    <a:pt x="1604819" y="2644426"/>
                    <a:pt x="1636572" y="2641713"/>
                  </a:cubicBezTo>
                  <a:cubicBezTo>
                    <a:pt x="1578241" y="2673198"/>
                    <a:pt x="1517281" y="2694350"/>
                    <a:pt x="1454679" y="2704181"/>
                  </a:cubicBezTo>
                  <a:close/>
                  <a:moveTo>
                    <a:pt x="1876392" y="2591740"/>
                  </a:moveTo>
                  <a:cubicBezTo>
                    <a:pt x="1801750" y="2616057"/>
                    <a:pt x="1724310" y="2631749"/>
                    <a:pt x="1645330" y="2639000"/>
                  </a:cubicBezTo>
                  <a:cubicBezTo>
                    <a:pt x="1668475" y="2626122"/>
                    <a:pt x="1691251" y="2611552"/>
                    <a:pt x="1713558" y="2595424"/>
                  </a:cubicBezTo>
                  <a:cubicBezTo>
                    <a:pt x="1815315" y="2593113"/>
                    <a:pt x="1903975" y="2578710"/>
                    <a:pt x="1977930" y="2552568"/>
                  </a:cubicBezTo>
                  <a:cubicBezTo>
                    <a:pt x="1945073" y="2567322"/>
                    <a:pt x="1911209" y="2580402"/>
                    <a:pt x="1876392" y="2591740"/>
                  </a:cubicBezTo>
                  <a:close/>
                  <a:moveTo>
                    <a:pt x="2031254" y="2528569"/>
                  </a:moveTo>
                  <a:cubicBezTo>
                    <a:pt x="2044936" y="2521435"/>
                    <a:pt x="2058418" y="2514016"/>
                    <a:pt x="2071682" y="2506295"/>
                  </a:cubicBezTo>
                  <a:cubicBezTo>
                    <a:pt x="2059021" y="2514200"/>
                    <a:pt x="2045556" y="2521636"/>
                    <a:pt x="2031254" y="2528569"/>
                  </a:cubicBezTo>
                  <a:close/>
                  <a:moveTo>
                    <a:pt x="2111155" y="2480069"/>
                  </a:moveTo>
                  <a:cubicBezTo>
                    <a:pt x="2146860" y="2450611"/>
                    <a:pt x="2173555" y="2416078"/>
                    <a:pt x="2190872" y="2376738"/>
                  </a:cubicBezTo>
                  <a:cubicBezTo>
                    <a:pt x="2209411" y="2334636"/>
                    <a:pt x="2216596" y="2288447"/>
                    <a:pt x="2212442" y="2238708"/>
                  </a:cubicBezTo>
                  <a:cubicBezTo>
                    <a:pt x="2257409" y="2206201"/>
                    <a:pt x="2300081" y="2171199"/>
                    <a:pt x="2340308" y="2133769"/>
                  </a:cubicBezTo>
                  <a:cubicBezTo>
                    <a:pt x="2357808" y="2117491"/>
                    <a:pt x="2374707" y="2100844"/>
                    <a:pt x="2391052" y="2083862"/>
                  </a:cubicBezTo>
                  <a:cubicBezTo>
                    <a:pt x="2397466" y="2081116"/>
                    <a:pt x="2403763" y="2078302"/>
                    <a:pt x="2409959" y="2075388"/>
                  </a:cubicBezTo>
                  <a:cubicBezTo>
                    <a:pt x="2438748" y="2061840"/>
                    <a:pt x="2464773" y="2046633"/>
                    <a:pt x="2487968" y="2029819"/>
                  </a:cubicBezTo>
                  <a:cubicBezTo>
                    <a:pt x="2405672" y="2219281"/>
                    <a:pt x="2275613" y="2373456"/>
                    <a:pt x="2111155" y="2480052"/>
                  </a:cubicBezTo>
                  <a:close/>
                  <a:moveTo>
                    <a:pt x="2598433" y="1894317"/>
                  </a:moveTo>
                  <a:cubicBezTo>
                    <a:pt x="2576193" y="1944810"/>
                    <a:pt x="2540521" y="1988453"/>
                    <a:pt x="2491971" y="2024795"/>
                  </a:cubicBezTo>
                  <a:cubicBezTo>
                    <a:pt x="2509404" y="1984032"/>
                    <a:pt x="2524461" y="1942281"/>
                    <a:pt x="2537088" y="1899626"/>
                  </a:cubicBezTo>
                  <a:cubicBezTo>
                    <a:pt x="2570348" y="1847827"/>
                    <a:pt x="2599237" y="1793750"/>
                    <a:pt x="2623604" y="1737596"/>
                  </a:cubicBezTo>
                  <a:cubicBezTo>
                    <a:pt x="2627858" y="1793649"/>
                    <a:pt x="2619602" y="1846269"/>
                    <a:pt x="2598433" y="1894334"/>
                  </a:cubicBezTo>
                  <a:close/>
                </a:path>
              </a:pathLst>
            </a:custGeom>
            <a:solidFill>
              <a:schemeClr val="lt2"/>
            </a:solidFill>
            <a:ln cap="flat" cmpd="sng" w="19050">
              <a:solidFill>
                <a:schemeClr val="l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7" name="Google Shape;1067;p88"/>
            <p:cNvGrpSpPr/>
            <p:nvPr/>
          </p:nvGrpSpPr>
          <p:grpSpPr>
            <a:xfrm>
              <a:off x="1057246" y="846487"/>
              <a:ext cx="1197036" cy="975589"/>
              <a:chOff x="210171" y="2028387"/>
              <a:chExt cx="1197036" cy="975589"/>
            </a:xfrm>
          </p:grpSpPr>
          <p:sp>
            <p:nvSpPr>
              <p:cNvPr id="1068" name="Google Shape;1068;p88"/>
              <p:cNvSpPr/>
              <p:nvPr/>
            </p:nvSpPr>
            <p:spPr>
              <a:xfrm>
                <a:off x="1154607" y="2560175"/>
                <a:ext cx="252600" cy="2526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069" name="Google Shape;1069;p88"/>
              <p:cNvSpPr/>
              <p:nvPr/>
            </p:nvSpPr>
            <p:spPr>
              <a:xfrm>
                <a:off x="724075" y="2803576"/>
                <a:ext cx="200400" cy="2004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1070" name="Google Shape;1070;p88"/>
              <p:cNvSpPr/>
              <p:nvPr/>
            </p:nvSpPr>
            <p:spPr>
              <a:xfrm>
                <a:off x="210171" y="2028387"/>
                <a:ext cx="775200" cy="775200"/>
              </a:xfrm>
              <a:prstGeom prst="star10">
                <a:avLst>
                  <a:gd fmla="val 14470" name="adj"/>
                  <a:gd fmla="val 105146" name="h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sp>
        <p:nvSpPr>
          <p:cNvPr id="1075" name="Google Shape;1075;p8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076" name="Google Shape;1076;p89"/>
          <p:cNvSpPr txBox="1"/>
          <p:nvPr>
            <p:ph idx="1" type="body"/>
          </p:nvPr>
        </p:nvSpPr>
        <p:spPr>
          <a:xfrm>
            <a:off x="720000" y="1215750"/>
            <a:ext cx="7704000" cy="141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that of this template:</a:t>
            </a:r>
            <a:endParaRPr/>
          </a:p>
          <a:p>
            <a:pPr indent="0" lvl="0" marL="0" rtl="0" algn="l">
              <a:spcBef>
                <a:spcPts val="1000"/>
              </a:spcBef>
              <a:spcAft>
                <a:spcPts val="0"/>
              </a:spcAft>
              <a:buNone/>
            </a:pPr>
            <a:r>
              <a:rPr b="1" lang="en" sz="1400"/>
              <a:t>VECTORS</a:t>
            </a:r>
            <a:endParaRPr b="1"/>
          </a:p>
          <a:p>
            <a:pPr indent="-304800" lvl="0" marL="457200" rtl="0" algn="l">
              <a:spcBef>
                <a:spcPts val="0"/>
              </a:spcBef>
              <a:spcAft>
                <a:spcPts val="0"/>
              </a:spcAft>
              <a:buSzPts val="1200"/>
              <a:buChar char="●"/>
            </a:pPr>
            <a:r>
              <a:rPr lang="en" u="sng">
                <a:hlinkClick r:id="rId3"/>
              </a:rPr>
              <a:t>Watercolor tie dye background I</a:t>
            </a:r>
            <a:endParaRPr/>
          </a:p>
          <a:p>
            <a:pPr indent="-304800" lvl="0" marL="457200" rtl="0" algn="l">
              <a:spcBef>
                <a:spcPts val="0"/>
              </a:spcBef>
              <a:spcAft>
                <a:spcPts val="0"/>
              </a:spcAft>
              <a:buSzPts val="1200"/>
              <a:buChar char="●"/>
            </a:pPr>
            <a:r>
              <a:rPr lang="en" u="sng">
                <a:hlinkClick r:id="rId4"/>
              </a:rPr>
              <a:t>Watercolor tie dye background II</a:t>
            </a:r>
            <a:endParaRPr/>
          </a:p>
          <a:p>
            <a:pPr indent="-292100" lvl="0" marL="457200" rtl="0" algn="l">
              <a:spcBef>
                <a:spcPts val="0"/>
              </a:spcBef>
              <a:spcAft>
                <a:spcPts val="0"/>
              </a:spcAft>
              <a:buSzPts val="1000"/>
              <a:buChar char="●"/>
            </a:pPr>
            <a:r>
              <a:rPr lang="en" u="sng">
                <a:hlinkClick r:id="rId5"/>
              </a:rPr>
              <a:t>Flat acid emoji vertical poster template</a:t>
            </a:r>
            <a:endParaRPr/>
          </a:p>
          <a:p>
            <a:pPr indent="-292100" lvl="0" marL="457200" rtl="0" algn="l">
              <a:spcBef>
                <a:spcPts val="0"/>
              </a:spcBef>
              <a:spcAft>
                <a:spcPts val="0"/>
              </a:spcAft>
              <a:buSzPts val="1000"/>
              <a:buChar char="●"/>
            </a:pPr>
            <a:r>
              <a:rPr lang="en" u="sng">
                <a:hlinkClick r:id="rId6"/>
              </a:rPr>
              <a:t>Gradient rave party poster design</a:t>
            </a:r>
            <a:endParaRPr/>
          </a:p>
        </p:txBody>
      </p:sp>
      <p:pic>
        <p:nvPicPr>
          <p:cNvPr id="1077" name="Google Shape;1077;p89"/>
          <p:cNvPicPr preferRelativeResize="0"/>
          <p:nvPr/>
        </p:nvPicPr>
        <p:blipFill>
          <a:blip r:embed="rId7">
            <a:alphaModFix amt="90000"/>
          </a:blip>
          <a:stretch>
            <a:fillRect/>
          </a:stretch>
        </p:blipFill>
        <p:spPr>
          <a:xfrm>
            <a:off x="720000" y="3139852"/>
            <a:ext cx="2518699" cy="1416771"/>
          </a:xfrm>
          <a:prstGeom prst="rect">
            <a:avLst/>
          </a:prstGeom>
          <a:noFill/>
          <a:ln>
            <a:noFill/>
          </a:ln>
        </p:spPr>
      </p:pic>
      <p:pic>
        <p:nvPicPr>
          <p:cNvPr id="1078" name="Google Shape;1078;p89"/>
          <p:cNvPicPr preferRelativeResize="0"/>
          <p:nvPr/>
        </p:nvPicPr>
        <p:blipFill>
          <a:blip r:embed="rId8">
            <a:alphaModFix amt="90000"/>
          </a:blip>
          <a:stretch>
            <a:fillRect/>
          </a:stretch>
        </p:blipFill>
        <p:spPr>
          <a:xfrm>
            <a:off x="3312651" y="3139852"/>
            <a:ext cx="2518699" cy="1416771"/>
          </a:xfrm>
          <a:prstGeom prst="rect">
            <a:avLst/>
          </a:prstGeom>
          <a:noFill/>
          <a:ln>
            <a:noFill/>
          </a:ln>
        </p:spPr>
      </p:pic>
      <p:grpSp>
        <p:nvGrpSpPr>
          <p:cNvPr id="1079" name="Google Shape;1079;p89"/>
          <p:cNvGrpSpPr/>
          <p:nvPr/>
        </p:nvGrpSpPr>
        <p:grpSpPr>
          <a:xfrm>
            <a:off x="5932098" y="2692275"/>
            <a:ext cx="885301" cy="997476"/>
            <a:chOff x="5634564" y="-15"/>
            <a:chExt cx="3104141" cy="3497461"/>
          </a:xfrm>
        </p:grpSpPr>
        <p:sp>
          <p:nvSpPr>
            <p:cNvPr id="1080" name="Google Shape;1080;p89"/>
            <p:cNvSpPr/>
            <p:nvPr/>
          </p:nvSpPr>
          <p:spPr>
            <a:xfrm>
              <a:off x="5634564" y="-15"/>
              <a:ext cx="3104141" cy="3497461"/>
            </a:xfrm>
            <a:custGeom>
              <a:rect b="b" l="l" r="r" t="t"/>
              <a:pathLst>
                <a:path extrusionOk="0" h="3497461" w="3104141">
                  <a:moveTo>
                    <a:pt x="2649410" y="454732"/>
                  </a:moveTo>
                  <a:cubicBezTo>
                    <a:pt x="2364846" y="161720"/>
                    <a:pt x="1957424" y="3075"/>
                    <a:pt x="1551997" y="148"/>
                  </a:cubicBezTo>
                  <a:cubicBezTo>
                    <a:pt x="1143577" y="-5839"/>
                    <a:pt x="743272" y="170101"/>
                    <a:pt x="454584" y="454732"/>
                  </a:cubicBezTo>
                  <a:cubicBezTo>
                    <a:pt x="161572" y="739295"/>
                    <a:pt x="2927" y="1146784"/>
                    <a:pt x="0" y="1552145"/>
                  </a:cubicBezTo>
                  <a:cubicBezTo>
                    <a:pt x="3259" y="2008790"/>
                    <a:pt x="214387" y="2324352"/>
                    <a:pt x="454584" y="2689402"/>
                  </a:cubicBezTo>
                  <a:cubicBezTo>
                    <a:pt x="505669" y="2811995"/>
                    <a:pt x="566400" y="3100217"/>
                    <a:pt x="691986" y="3147245"/>
                  </a:cubicBezTo>
                  <a:cubicBezTo>
                    <a:pt x="858148" y="3209506"/>
                    <a:pt x="789103" y="3070683"/>
                    <a:pt x="957725" y="3039686"/>
                  </a:cubicBezTo>
                  <a:cubicBezTo>
                    <a:pt x="1233775" y="2989065"/>
                    <a:pt x="1299960" y="3433272"/>
                    <a:pt x="1551997" y="3497462"/>
                  </a:cubicBezTo>
                  <a:cubicBezTo>
                    <a:pt x="1801306" y="3409659"/>
                    <a:pt x="1869886" y="3028843"/>
                    <a:pt x="2146268" y="3019996"/>
                  </a:cubicBezTo>
                  <a:cubicBezTo>
                    <a:pt x="2216378" y="3017735"/>
                    <a:pt x="2282564" y="3090106"/>
                    <a:pt x="2361454" y="3070616"/>
                  </a:cubicBezTo>
                  <a:cubicBezTo>
                    <a:pt x="2495088" y="3037690"/>
                    <a:pt x="2596661" y="2772150"/>
                    <a:pt x="2649410" y="2674502"/>
                  </a:cubicBezTo>
                  <a:cubicBezTo>
                    <a:pt x="2900848" y="2332467"/>
                    <a:pt x="3110446" y="1993159"/>
                    <a:pt x="3103994" y="1552012"/>
                  </a:cubicBezTo>
                  <a:cubicBezTo>
                    <a:pt x="3109980" y="1143592"/>
                    <a:pt x="2934040" y="743287"/>
                    <a:pt x="2649410" y="454599"/>
                  </a:cubicBezTo>
                  <a:close/>
                  <a:moveTo>
                    <a:pt x="3036545" y="1552145"/>
                  </a:moveTo>
                  <a:cubicBezTo>
                    <a:pt x="3036611" y="1976529"/>
                    <a:pt x="2850959" y="2286170"/>
                    <a:pt x="2601051" y="2609980"/>
                  </a:cubicBezTo>
                  <a:cubicBezTo>
                    <a:pt x="2536729" y="2693327"/>
                    <a:pt x="2483847" y="2830686"/>
                    <a:pt x="2393316" y="2891550"/>
                  </a:cubicBezTo>
                  <a:cubicBezTo>
                    <a:pt x="2264537" y="2978157"/>
                    <a:pt x="2234937" y="2900796"/>
                    <a:pt x="2104428" y="2938046"/>
                  </a:cubicBezTo>
                  <a:cubicBezTo>
                    <a:pt x="1857514" y="3008555"/>
                    <a:pt x="1799976" y="3346001"/>
                    <a:pt x="1552063" y="3411787"/>
                  </a:cubicBezTo>
                  <a:cubicBezTo>
                    <a:pt x="1302555" y="3330702"/>
                    <a:pt x="1224529" y="2937448"/>
                    <a:pt x="949477" y="2961594"/>
                  </a:cubicBezTo>
                  <a:cubicBezTo>
                    <a:pt x="848037" y="2970507"/>
                    <a:pt x="806996" y="3029176"/>
                    <a:pt x="710811" y="2960263"/>
                  </a:cubicBezTo>
                  <a:cubicBezTo>
                    <a:pt x="617353" y="2893280"/>
                    <a:pt x="568795" y="2710422"/>
                    <a:pt x="503075" y="2615102"/>
                  </a:cubicBezTo>
                  <a:cubicBezTo>
                    <a:pt x="268932" y="2275860"/>
                    <a:pt x="61928" y="1987239"/>
                    <a:pt x="67582" y="1552078"/>
                  </a:cubicBezTo>
                  <a:cubicBezTo>
                    <a:pt x="75631" y="752799"/>
                    <a:pt x="737884" y="55890"/>
                    <a:pt x="1552130" y="67531"/>
                  </a:cubicBezTo>
                  <a:cubicBezTo>
                    <a:pt x="2351410" y="75579"/>
                    <a:pt x="3048318" y="737832"/>
                    <a:pt x="3036678" y="1552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89"/>
            <p:cNvSpPr/>
            <p:nvPr/>
          </p:nvSpPr>
          <p:spPr>
            <a:xfrm>
              <a:off x="6599340" y="466677"/>
              <a:ext cx="399639" cy="1014556"/>
            </a:xfrm>
            <a:custGeom>
              <a:rect b="b" l="l" r="r" t="t"/>
              <a:pathLst>
                <a:path extrusionOk="0" h="1014556" w="399639">
                  <a:moveTo>
                    <a:pt x="199820" y="1014544"/>
                  </a:moveTo>
                  <a:cubicBezTo>
                    <a:pt x="345827" y="1017072"/>
                    <a:pt x="399640" y="640115"/>
                    <a:pt x="399640" y="507278"/>
                  </a:cubicBezTo>
                  <a:cubicBezTo>
                    <a:pt x="399640" y="374442"/>
                    <a:pt x="346159" y="-2515"/>
                    <a:pt x="199820" y="13"/>
                  </a:cubicBezTo>
                  <a:cubicBezTo>
                    <a:pt x="50421" y="2540"/>
                    <a:pt x="0" y="364864"/>
                    <a:pt x="0" y="507278"/>
                  </a:cubicBezTo>
                  <a:cubicBezTo>
                    <a:pt x="0" y="649693"/>
                    <a:pt x="50088" y="1012017"/>
                    <a:pt x="199820" y="10145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89"/>
            <p:cNvSpPr/>
            <p:nvPr/>
          </p:nvSpPr>
          <p:spPr>
            <a:xfrm>
              <a:off x="7374142" y="466677"/>
              <a:ext cx="399639" cy="1014556"/>
            </a:xfrm>
            <a:custGeom>
              <a:rect b="b" l="l" r="r" t="t"/>
              <a:pathLst>
                <a:path extrusionOk="0" h="1014556" w="399639">
                  <a:moveTo>
                    <a:pt x="199820" y="1014544"/>
                  </a:moveTo>
                  <a:cubicBezTo>
                    <a:pt x="345827" y="1017072"/>
                    <a:pt x="399640" y="640115"/>
                    <a:pt x="399640" y="507278"/>
                  </a:cubicBezTo>
                  <a:cubicBezTo>
                    <a:pt x="399640" y="374442"/>
                    <a:pt x="346159" y="-2515"/>
                    <a:pt x="199820" y="13"/>
                  </a:cubicBezTo>
                  <a:cubicBezTo>
                    <a:pt x="50420" y="2540"/>
                    <a:pt x="0" y="364864"/>
                    <a:pt x="0" y="507278"/>
                  </a:cubicBezTo>
                  <a:cubicBezTo>
                    <a:pt x="0" y="649693"/>
                    <a:pt x="50088" y="1012017"/>
                    <a:pt x="199820" y="10145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89"/>
            <p:cNvSpPr/>
            <p:nvPr/>
          </p:nvSpPr>
          <p:spPr>
            <a:xfrm>
              <a:off x="5811675" y="1450224"/>
              <a:ext cx="2749909" cy="1287592"/>
            </a:xfrm>
            <a:custGeom>
              <a:rect b="b" l="l" r="r" t="t"/>
              <a:pathLst>
                <a:path extrusionOk="0" h="1287592" w="2749909">
                  <a:moveTo>
                    <a:pt x="2532365" y="2860"/>
                  </a:moveTo>
                  <a:cubicBezTo>
                    <a:pt x="2450415" y="3659"/>
                    <a:pt x="2376181" y="41042"/>
                    <a:pt x="2328421" y="105697"/>
                  </a:cubicBezTo>
                  <a:cubicBezTo>
                    <a:pt x="2315117" y="123657"/>
                    <a:pt x="2318909" y="149000"/>
                    <a:pt x="2336935" y="162304"/>
                  </a:cubicBezTo>
                  <a:cubicBezTo>
                    <a:pt x="2354829" y="175541"/>
                    <a:pt x="2380238" y="171816"/>
                    <a:pt x="2393542" y="153789"/>
                  </a:cubicBezTo>
                  <a:cubicBezTo>
                    <a:pt x="2418287" y="120331"/>
                    <a:pt x="2453541" y="97582"/>
                    <a:pt x="2493718" y="88336"/>
                  </a:cubicBezTo>
                  <a:cubicBezTo>
                    <a:pt x="2469040" y="673694"/>
                    <a:pt x="1966098" y="1165926"/>
                    <a:pt x="1374953" y="1165926"/>
                  </a:cubicBezTo>
                  <a:cubicBezTo>
                    <a:pt x="782477" y="1165926"/>
                    <a:pt x="279335" y="671898"/>
                    <a:pt x="256121" y="85609"/>
                  </a:cubicBezTo>
                  <a:cubicBezTo>
                    <a:pt x="296364" y="94855"/>
                    <a:pt x="331685" y="117604"/>
                    <a:pt x="356430" y="151062"/>
                  </a:cubicBezTo>
                  <a:cubicBezTo>
                    <a:pt x="364345" y="161772"/>
                    <a:pt x="376584" y="167426"/>
                    <a:pt x="388957" y="167426"/>
                  </a:cubicBezTo>
                  <a:cubicBezTo>
                    <a:pt x="397338" y="167426"/>
                    <a:pt x="405786" y="164831"/>
                    <a:pt x="412970" y="159510"/>
                  </a:cubicBezTo>
                  <a:cubicBezTo>
                    <a:pt x="430930" y="146206"/>
                    <a:pt x="434721" y="120863"/>
                    <a:pt x="421418" y="102903"/>
                  </a:cubicBezTo>
                  <a:cubicBezTo>
                    <a:pt x="373059" y="37516"/>
                    <a:pt x="297694" y="0"/>
                    <a:pt x="214613" y="0"/>
                  </a:cubicBezTo>
                  <a:lnTo>
                    <a:pt x="214547" y="0"/>
                  </a:lnTo>
                  <a:cubicBezTo>
                    <a:pt x="131599" y="0"/>
                    <a:pt x="56301" y="37516"/>
                    <a:pt x="7942" y="102903"/>
                  </a:cubicBezTo>
                  <a:cubicBezTo>
                    <a:pt x="-5361" y="120863"/>
                    <a:pt x="-1570" y="146206"/>
                    <a:pt x="16456" y="159510"/>
                  </a:cubicBezTo>
                  <a:cubicBezTo>
                    <a:pt x="34416" y="172814"/>
                    <a:pt x="59759" y="168956"/>
                    <a:pt x="73063" y="150996"/>
                  </a:cubicBezTo>
                  <a:cubicBezTo>
                    <a:pt x="98207" y="117005"/>
                    <a:pt x="134193" y="94123"/>
                    <a:pt x="175235" y="85143"/>
                  </a:cubicBezTo>
                  <a:cubicBezTo>
                    <a:pt x="199846" y="685268"/>
                    <a:pt x="748819" y="1289450"/>
                    <a:pt x="1374953" y="1287588"/>
                  </a:cubicBezTo>
                  <a:cubicBezTo>
                    <a:pt x="2000155" y="1289450"/>
                    <a:pt x="2548329" y="687064"/>
                    <a:pt x="2574604" y="87870"/>
                  </a:cubicBezTo>
                  <a:cubicBezTo>
                    <a:pt x="2615645" y="96850"/>
                    <a:pt x="2651764" y="119732"/>
                    <a:pt x="2676908" y="153723"/>
                  </a:cubicBezTo>
                  <a:cubicBezTo>
                    <a:pt x="2684824" y="164432"/>
                    <a:pt x="2697063" y="170086"/>
                    <a:pt x="2709436" y="170086"/>
                  </a:cubicBezTo>
                  <a:cubicBezTo>
                    <a:pt x="2717817" y="170086"/>
                    <a:pt x="2726265" y="167492"/>
                    <a:pt x="2733515" y="162171"/>
                  </a:cubicBezTo>
                  <a:cubicBezTo>
                    <a:pt x="2751475" y="148867"/>
                    <a:pt x="2755266" y="123524"/>
                    <a:pt x="2741963" y="105564"/>
                  </a:cubicBezTo>
                  <a:cubicBezTo>
                    <a:pt x="2694203" y="40975"/>
                    <a:pt x="2620102" y="3725"/>
                    <a:pt x="2538285" y="2794"/>
                  </a:cubicBezTo>
                  <a:cubicBezTo>
                    <a:pt x="2537287" y="2727"/>
                    <a:pt x="2536289" y="2661"/>
                    <a:pt x="2535225" y="2661"/>
                  </a:cubicBezTo>
                  <a:cubicBezTo>
                    <a:pt x="2534294" y="2661"/>
                    <a:pt x="2533363" y="2727"/>
                    <a:pt x="2532431" y="2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4" name="Google Shape;1084;p89"/>
          <p:cNvGrpSpPr/>
          <p:nvPr/>
        </p:nvGrpSpPr>
        <p:grpSpPr>
          <a:xfrm>
            <a:off x="6506978" y="3502368"/>
            <a:ext cx="1924154" cy="1101774"/>
            <a:chOff x="3458562" y="4138347"/>
            <a:chExt cx="2462760" cy="1410180"/>
          </a:xfrm>
        </p:grpSpPr>
        <p:sp>
          <p:nvSpPr>
            <p:cNvPr id="1085" name="Google Shape;1085;p89"/>
            <p:cNvSpPr/>
            <p:nvPr/>
          </p:nvSpPr>
          <p:spPr>
            <a:xfrm>
              <a:off x="3458562" y="4138347"/>
              <a:ext cx="2462760" cy="1410180"/>
            </a:xfrm>
            <a:custGeom>
              <a:rect b="b" l="l" r="r" t="t"/>
              <a:pathLst>
                <a:path extrusionOk="0" h="1410180" w="2462760">
                  <a:moveTo>
                    <a:pt x="2462761" y="705090"/>
                  </a:moveTo>
                  <a:cubicBezTo>
                    <a:pt x="2462761" y="1094501"/>
                    <a:pt x="1911453" y="1410181"/>
                    <a:pt x="1231380" y="1410181"/>
                  </a:cubicBezTo>
                  <a:cubicBezTo>
                    <a:pt x="551308" y="1410181"/>
                    <a:pt x="0" y="1094501"/>
                    <a:pt x="0" y="705090"/>
                  </a:cubicBezTo>
                  <a:cubicBezTo>
                    <a:pt x="0" y="315680"/>
                    <a:pt x="551308" y="0"/>
                    <a:pt x="1231380" y="0"/>
                  </a:cubicBezTo>
                  <a:cubicBezTo>
                    <a:pt x="1911453" y="0"/>
                    <a:pt x="2462761" y="315680"/>
                    <a:pt x="2462761" y="705090"/>
                  </a:cubicBezTo>
                  <a:close/>
                </a:path>
              </a:pathLst>
            </a:custGeom>
            <a:noFill/>
            <a:ln cap="flat" cmpd="sng" w="19050">
              <a:solidFill>
                <a:schemeClr val="l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89"/>
            <p:cNvSpPr/>
            <p:nvPr/>
          </p:nvSpPr>
          <p:spPr>
            <a:xfrm>
              <a:off x="3893257" y="4138347"/>
              <a:ext cx="1593370" cy="1410180"/>
            </a:xfrm>
            <a:custGeom>
              <a:rect b="b" l="l" r="r" t="t"/>
              <a:pathLst>
                <a:path extrusionOk="0" h="1410180" w="1593370">
                  <a:moveTo>
                    <a:pt x="1593371" y="705090"/>
                  </a:moveTo>
                  <a:cubicBezTo>
                    <a:pt x="1593371" y="1094501"/>
                    <a:pt x="1236683" y="1410181"/>
                    <a:pt x="796686" y="1410181"/>
                  </a:cubicBezTo>
                  <a:cubicBezTo>
                    <a:pt x="356688" y="1410181"/>
                    <a:pt x="0" y="1094501"/>
                    <a:pt x="0" y="705090"/>
                  </a:cubicBezTo>
                  <a:cubicBezTo>
                    <a:pt x="0" y="315680"/>
                    <a:pt x="356688" y="0"/>
                    <a:pt x="796686" y="0"/>
                  </a:cubicBezTo>
                  <a:cubicBezTo>
                    <a:pt x="1236683" y="0"/>
                    <a:pt x="1593371" y="315680"/>
                    <a:pt x="1593371" y="705090"/>
                  </a:cubicBezTo>
                  <a:close/>
                </a:path>
              </a:pathLst>
            </a:custGeom>
            <a:noFill/>
            <a:ln cap="flat" cmpd="sng" w="19050">
              <a:solidFill>
                <a:schemeClr val="l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89"/>
            <p:cNvSpPr/>
            <p:nvPr/>
          </p:nvSpPr>
          <p:spPr>
            <a:xfrm>
              <a:off x="4274205" y="4138347"/>
              <a:ext cx="831474" cy="1410180"/>
            </a:xfrm>
            <a:custGeom>
              <a:rect b="b" l="l" r="r" t="t"/>
              <a:pathLst>
                <a:path extrusionOk="0" h="1410180" w="831474">
                  <a:moveTo>
                    <a:pt x="831474" y="705090"/>
                  </a:moveTo>
                  <a:cubicBezTo>
                    <a:pt x="831474" y="1094501"/>
                    <a:pt x="645342" y="1410181"/>
                    <a:pt x="415737" y="1410181"/>
                  </a:cubicBezTo>
                  <a:cubicBezTo>
                    <a:pt x="186132" y="1410181"/>
                    <a:pt x="0" y="1094501"/>
                    <a:pt x="0" y="705090"/>
                  </a:cubicBezTo>
                  <a:cubicBezTo>
                    <a:pt x="0" y="315680"/>
                    <a:pt x="186132" y="0"/>
                    <a:pt x="415737" y="0"/>
                  </a:cubicBezTo>
                  <a:cubicBezTo>
                    <a:pt x="645342" y="0"/>
                    <a:pt x="831474" y="315680"/>
                    <a:pt x="831474" y="705090"/>
                  </a:cubicBezTo>
                  <a:close/>
                </a:path>
              </a:pathLst>
            </a:custGeom>
            <a:noFill/>
            <a:ln cap="flat" cmpd="sng" w="19050">
              <a:solidFill>
                <a:schemeClr val="l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 name="Google Shape;1088;p89"/>
            <p:cNvSpPr/>
            <p:nvPr/>
          </p:nvSpPr>
          <p:spPr>
            <a:xfrm>
              <a:off x="4689943" y="4142271"/>
              <a:ext cx="6651" cy="1402331"/>
            </a:xfrm>
            <a:custGeom>
              <a:rect b="b" l="l" r="r" t="t"/>
              <a:pathLst>
                <a:path extrusionOk="0" h="1402331" w="6651">
                  <a:moveTo>
                    <a:pt x="0" y="0"/>
                  </a:moveTo>
                  <a:lnTo>
                    <a:pt x="0" y="1402331"/>
                  </a:lnTo>
                </a:path>
              </a:pathLst>
            </a:custGeom>
            <a:noFill/>
            <a:ln cap="flat" cmpd="sng" w="19050">
              <a:solidFill>
                <a:schemeClr val="l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89"/>
            <p:cNvSpPr/>
            <p:nvPr/>
          </p:nvSpPr>
          <p:spPr>
            <a:xfrm>
              <a:off x="3459361" y="4843437"/>
              <a:ext cx="2461097" cy="6651"/>
            </a:xfrm>
            <a:custGeom>
              <a:rect b="b" l="l" r="r" t="t"/>
              <a:pathLst>
                <a:path extrusionOk="0" h="6651" w="2461097">
                  <a:moveTo>
                    <a:pt x="0" y="0"/>
                  </a:moveTo>
                  <a:lnTo>
                    <a:pt x="2461098" y="0"/>
                  </a:lnTo>
                </a:path>
              </a:pathLst>
            </a:custGeom>
            <a:noFill/>
            <a:ln cap="flat" cmpd="sng" w="19050">
              <a:solidFill>
                <a:schemeClr val="l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0" name="Google Shape;1090;p89"/>
          <p:cNvSpPr/>
          <p:nvPr/>
        </p:nvSpPr>
        <p:spPr>
          <a:xfrm>
            <a:off x="7078423" y="2674425"/>
            <a:ext cx="423300" cy="533700"/>
          </a:xfrm>
          <a:prstGeom prst="star4">
            <a:avLst>
              <a:gd fmla="val 125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consolata Medium"/>
              <a:ea typeface="Inconsolata Medium"/>
              <a:cs typeface="Inconsolata Medium"/>
              <a:sym typeface="Inconsolata Medium"/>
            </a:endParaRPr>
          </a:p>
        </p:txBody>
      </p:sp>
      <p:sp>
        <p:nvSpPr>
          <p:cNvPr id="1091" name="Google Shape;1091;p89"/>
          <p:cNvSpPr/>
          <p:nvPr/>
        </p:nvSpPr>
        <p:spPr>
          <a:xfrm>
            <a:off x="7664650" y="2540625"/>
            <a:ext cx="801300" cy="801300"/>
          </a:xfrm>
          <a:prstGeom prst="star16">
            <a:avLst>
              <a:gd fmla="val 22189"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consolata Medium"/>
              <a:ea typeface="Inconsolata Medium"/>
              <a:cs typeface="Inconsolata Medium"/>
              <a:sym typeface="Inconsolata Medium"/>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5" name="Shape 1095"/>
        <p:cNvGrpSpPr/>
        <p:nvPr/>
      </p:nvGrpSpPr>
      <p:grpSpPr>
        <a:xfrm>
          <a:off x="0" y="0"/>
          <a:ext cx="0" cy="0"/>
          <a:chOff x="0" y="0"/>
          <a:chExt cx="0" cy="0"/>
        </a:xfrm>
      </p:grpSpPr>
      <p:sp>
        <p:nvSpPr>
          <p:cNvPr id="1096" name="Google Shape;1096;p90"/>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97" name="Google Shape;1097;p90"/>
          <p:cNvSpPr txBox="1"/>
          <p:nvPr>
            <p:ph idx="1" type="body"/>
          </p:nvPr>
        </p:nvSpPr>
        <p:spPr>
          <a:xfrm>
            <a:off x="713100" y="1224575"/>
            <a:ext cx="3858900" cy="33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sz="1400"/>
              <a:t>PHOTOS</a:t>
            </a:r>
            <a:endParaRPr b="1" sz="1400"/>
          </a:p>
          <a:p>
            <a:pPr indent="-190500" lvl="0" marL="228600" rtl="0" algn="l">
              <a:spcBef>
                <a:spcPts val="0"/>
              </a:spcBef>
              <a:spcAft>
                <a:spcPts val="0"/>
              </a:spcAft>
              <a:buSzPts val="1200"/>
              <a:buChar char="●"/>
            </a:pPr>
            <a:r>
              <a:rPr lang="en" u="sng">
                <a:hlinkClick r:id="rId3"/>
              </a:rPr>
              <a:t>Graphic designer making a logo on a notebook</a:t>
            </a:r>
            <a:endParaRPr/>
          </a:p>
          <a:p>
            <a:pPr indent="-190500" lvl="0" marL="228600" rtl="0" algn="l">
              <a:spcBef>
                <a:spcPts val="0"/>
              </a:spcBef>
              <a:spcAft>
                <a:spcPts val="0"/>
              </a:spcAft>
              <a:buSzPts val="1200"/>
              <a:buChar char="●"/>
            </a:pPr>
            <a:r>
              <a:rPr lang="en" u="sng">
                <a:hlinkClick r:id="rId4"/>
              </a:rPr>
              <a:t>Tie dye background I</a:t>
            </a:r>
            <a:endParaRPr/>
          </a:p>
          <a:p>
            <a:pPr indent="-190500" lvl="0" marL="228600" rtl="0" algn="l">
              <a:spcBef>
                <a:spcPts val="0"/>
              </a:spcBef>
              <a:spcAft>
                <a:spcPts val="0"/>
              </a:spcAft>
              <a:buSzPts val="1200"/>
              <a:buChar char="●"/>
            </a:pPr>
            <a:r>
              <a:rPr lang="en" u="sng">
                <a:solidFill>
                  <a:schemeClr val="hlink"/>
                </a:solidFill>
                <a:hlinkClick r:id="rId5"/>
              </a:rPr>
              <a:t>Tie dye background II</a:t>
            </a:r>
            <a:endParaRPr/>
          </a:p>
          <a:p>
            <a:pPr indent="-190500" lvl="0" marL="228600" rtl="0" algn="l">
              <a:spcBef>
                <a:spcPts val="0"/>
              </a:spcBef>
              <a:spcAft>
                <a:spcPts val="0"/>
              </a:spcAft>
              <a:buSzPts val="1200"/>
              <a:buChar char="●"/>
            </a:pPr>
            <a:r>
              <a:rPr lang="en" u="sng">
                <a:solidFill>
                  <a:schemeClr val="hlink"/>
                </a:solidFill>
                <a:hlinkClick r:id="rId6"/>
              </a:rPr>
              <a:t>Tie dye background III</a:t>
            </a:r>
            <a:endParaRPr/>
          </a:p>
          <a:p>
            <a:pPr indent="-190500" lvl="0" marL="228600" rtl="0" algn="l">
              <a:spcBef>
                <a:spcPts val="0"/>
              </a:spcBef>
              <a:spcAft>
                <a:spcPts val="0"/>
              </a:spcAft>
              <a:buSzPts val="1200"/>
              <a:buChar char="●"/>
            </a:pPr>
            <a:r>
              <a:rPr lang="en" u="sng">
                <a:solidFill>
                  <a:schemeClr val="hlink"/>
                </a:solidFill>
                <a:hlinkClick r:id="rId7"/>
              </a:rPr>
              <a:t>Tie dye background IV</a:t>
            </a:r>
            <a:endParaRPr/>
          </a:p>
        </p:txBody>
      </p:sp>
      <p:sp>
        <p:nvSpPr>
          <p:cNvPr id="1098" name="Google Shape;1098;p90"/>
          <p:cNvSpPr txBox="1"/>
          <p:nvPr>
            <p:ph idx="2" type="body"/>
          </p:nvPr>
        </p:nvSpPr>
        <p:spPr>
          <a:xfrm>
            <a:off x="4572000" y="1224575"/>
            <a:ext cx="3858900" cy="3379500"/>
          </a:xfrm>
          <a:prstGeom prst="rect">
            <a:avLst/>
          </a:prstGeom>
        </p:spPr>
        <p:txBody>
          <a:bodyPr anchorCtr="0" anchor="t" bIns="91425" lIns="91425" spcFirstLastPara="1" rIns="91425" wrap="square" tIns="91425">
            <a:noAutofit/>
          </a:bodyPr>
          <a:lstStyle/>
          <a:p>
            <a:pPr indent="-190500" lvl="0" marL="228600" rtl="0" algn="l">
              <a:spcBef>
                <a:spcPts val="0"/>
              </a:spcBef>
              <a:spcAft>
                <a:spcPts val="0"/>
              </a:spcAft>
              <a:buSzPts val="1200"/>
              <a:buChar char="●"/>
            </a:pPr>
            <a:r>
              <a:rPr lang="en" u="sng">
                <a:solidFill>
                  <a:schemeClr val="hlink"/>
                </a:solidFill>
                <a:hlinkClick r:id="rId8"/>
              </a:rPr>
              <a:t>Tie dye background V</a:t>
            </a:r>
            <a:endParaRPr/>
          </a:p>
          <a:p>
            <a:pPr indent="-190500" lvl="0" marL="228600" rtl="0" algn="l">
              <a:spcBef>
                <a:spcPts val="0"/>
              </a:spcBef>
              <a:spcAft>
                <a:spcPts val="0"/>
              </a:spcAft>
              <a:buSzPts val="1200"/>
              <a:buChar char="●"/>
            </a:pPr>
            <a:r>
              <a:rPr lang="en" u="sng">
                <a:solidFill>
                  <a:schemeClr val="hlink"/>
                </a:solidFill>
                <a:hlinkClick r:id="rId9"/>
              </a:rPr>
              <a:t>Tie dye background VI</a:t>
            </a:r>
            <a:endParaRPr/>
          </a:p>
          <a:p>
            <a:pPr indent="0" lvl="0" marL="0" rtl="0" algn="l">
              <a:spcBef>
                <a:spcPts val="1000"/>
              </a:spcBef>
              <a:spcAft>
                <a:spcPts val="0"/>
              </a:spcAft>
              <a:buNone/>
            </a:pPr>
            <a:r>
              <a:rPr b="1" lang="en" sz="1400"/>
              <a:t>VECTORS</a:t>
            </a:r>
            <a:endParaRPr b="1" sz="1400"/>
          </a:p>
          <a:p>
            <a:pPr indent="-190500" lvl="0" marL="228600" rtl="0" algn="l">
              <a:spcBef>
                <a:spcPts val="0"/>
              </a:spcBef>
              <a:spcAft>
                <a:spcPts val="0"/>
              </a:spcAft>
              <a:buClr>
                <a:schemeClr val="dk1"/>
              </a:buClr>
              <a:buSzPts val="1200"/>
              <a:buChar char="●"/>
            </a:pPr>
            <a:r>
              <a:rPr lang="en" u="sng">
                <a:hlinkClick r:id="rId10"/>
              </a:rPr>
              <a:t>Watercolor tie dye background I</a:t>
            </a:r>
            <a:endParaRPr/>
          </a:p>
          <a:p>
            <a:pPr indent="-190500" lvl="0" marL="228600" rtl="0" algn="l">
              <a:spcBef>
                <a:spcPts val="0"/>
              </a:spcBef>
              <a:spcAft>
                <a:spcPts val="0"/>
              </a:spcAft>
              <a:buClr>
                <a:schemeClr val="dk1"/>
              </a:buClr>
              <a:buSzPts val="1200"/>
              <a:buChar char="●"/>
            </a:pPr>
            <a:r>
              <a:rPr lang="en" u="sng">
                <a:hlinkClick r:id="rId11"/>
              </a:rPr>
              <a:t>Watercolor tie dye background II</a:t>
            </a:r>
            <a:endParaRPr/>
          </a:p>
          <a:p>
            <a:pPr indent="-190500" lvl="0" marL="228600" rtl="0" algn="l">
              <a:spcBef>
                <a:spcPts val="0"/>
              </a:spcBef>
              <a:spcAft>
                <a:spcPts val="0"/>
              </a:spcAft>
              <a:buClr>
                <a:schemeClr val="dk1"/>
              </a:buClr>
              <a:buSzPts val="1200"/>
              <a:buChar char="●"/>
            </a:pPr>
            <a:r>
              <a:rPr lang="en" u="sng">
                <a:hlinkClick r:id="rId12"/>
              </a:rPr>
              <a:t>Watercolor tie dye background III</a:t>
            </a:r>
            <a:endParaRPr/>
          </a:p>
          <a:p>
            <a:pPr indent="-190500" lvl="0" marL="228600" rtl="0" algn="l">
              <a:spcBef>
                <a:spcPts val="0"/>
              </a:spcBef>
              <a:spcAft>
                <a:spcPts val="0"/>
              </a:spcAft>
              <a:buClr>
                <a:schemeClr val="dk1"/>
              </a:buClr>
              <a:buSzPts val="1200"/>
              <a:buChar char="●"/>
            </a:pPr>
            <a:r>
              <a:rPr lang="en" u="sng">
                <a:hlinkClick r:id="rId13"/>
              </a:rPr>
              <a:t>Watercolor tie dye background IV</a:t>
            </a:r>
            <a:endParaRPr/>
          </a:p>
          <a:p>
            <a:pPr indent="-190500" lvl="0" marL="228600" rtl="0" algn="l">
              <a:spcBef>
                <a:spcPts val="0"/>
              </a:spcBef>
              <a:spcAft>
                <a:spcPts val="0"/>
              </a:spcAft>
              <a:buClr>
                <a:schemeClr val="dk1"/>
              </a:buClr>
              <a:buSzPts val="1200"/>
              <a:buChar char="●"/>
            </a:pPr>
            <a:r>
              <a:rPr lang="en" u="sng">
                <a:hlinkClick r:id="rId14"/>
              </a:rPr>
              <a:t>Landing page template for cyber monday sales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2" name="Shape 1102"/>
        <p:cNvGrpSpPr/>
        <p:nvPr/>
      </p:nvGrpSpPr>
      <p:grpSpPr>
        <a:xfrm>
          <a:off x="0" y="0"/>
          <a:ext cx="0" cy="0"/>
          <a:chOff x="0" y="0"/>
          <a:chExt cx="0" cy="0"/>
        </a:xfrm>
      </p:grpSpPr>
      <p:sp>
        <p:nvSpPr>
          <p:cNvPr id="1103" name="Google Shape;1103;p9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04" name="Google Shape;1104;p9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8" name="Shape 1108"/>
        <p:cNvGrpSpPr/>
        <p:nvPr/>
      </p:nvGrpSpPr>
      <p:grpSpPr>
        <a:xfrm>
          <a:off x="0" y="0"/>
          <a:ext cx="0" cy="0"/>
          <a:chOff x="0" y="0"/>
          <a:chExt cx="0" cy="0"/>
        </a:xfrm>
      </p:grpSpPr>
      <p:sp>
        <p:nvSpPr>
          <p:cNvPr id="1109" name="Google Shape;1109;p9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10" name="Google Shape;1110;p9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 name="Shape 1114"/>
        <p:cNvGrpSpPr/>
        <p:nvPr/>
      </p:nvGrpSpPr>
      <p:grpSpPr>
        <a:xfrm>
          <a:off x="0" y="0"/>
          <a:ext cx="0" cy="0"/>
          <a:chOff x="0" y="0"/>
          <a:chExt cx="0" cy="0"/>
        </a:xfrm>
      </p:grpSpPr>
      <p:sp>
        <p:nvSpPr>
          <p:cNvPr id="1115" name="Google Shape;1115;p9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Inconsolata Bold</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https://fonts.google.com/specimen/Inconsolata</a:t>
            </a:r>
            <a:r>
              <a:rPr lang="en" sz="1100">
                <a:solidFill>
                  <a:schemeClr val="lt1"/>
                </a:solidFill>
              </a:rPr>
              <a:t>)</a:t>
            </a:r>
            <a:endParaRPr sz="1100">
              <a:solidFill>
                <a:schemeClr val="lt1"/>
              </a:solidFill>
            </a:endParaRPr>
          </a:p>
          <a:p>
            <a:pPr indent="0" lvl="0" marL="0" rtl="0" algn="ctr">
              <a:spcBef>
                <a:spcPts val="1000"/>
              </a:spcBef>
              <a:spcAft>
                <a:spcPts val="0"/>
              </a:spcAft>
              <a:buNone/>
            </a:pPr>
            <a:r>
              <a:rPr b="1" lang="en" sz="1100">
                <a:solidFill>
                  <a:schemeClr val="lt1"/>
                </a:solidFill>
              </a:rPr>
              <a:t>Inconsolata Medium</a:t>
            </a:r>
            <a:endParaRPr b="1" sz="1100">
              <a:solidFill>
                <a:schemeClr val="lt1"/>
              </a:solidFill>
            </a:endParaRPr>
          </a:p>
          <a:p>
            <a:pPr indent="0" lvl="0" marL="0" rtl="0" algn="ctr">
              <a:spcBef>
                <a:spcPts val="0"/>
              </a:spcBef>
              <a:spcAft>
                <a:spcPts val="100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https://fonts.google.com/specimen/Inconsolata</a:t>
            </a:r>
            <a:r>
              <a:rPr lang="en" sz="1100">
                <a:solidFill>
                  <a:schemeClr val="lt1"/>
                </a:solidFill>
              </a:rPr>
              <a:t>)</a:t>
            </a:r>
            <a:endParaRPr sz="1100">
              <a:solidFill>
                <a:schemeClr val="lt1"/>
              </a:solidFill>
            </a:endParaRPr>
          </a:p>
        </p:txBody>
      </p:sp>
      <p:sp>
        <p:nvSpPr>
          <p:cNvPr id="1116" name="Google Shape;1116;p93"/>
          <p:cNvSpPr/>
          <p:nvPr/>
        </p:nvSpPr>
        <p:spPr>
          <a:xfrm>
            <a:off x="3114475" y="2947175"/>
            <a:ext cx="791400" cy="754200"/>
          </a:xfrm>
          <a:prstGeom prst="roundRect">
            <a:avLst>
              <a:gd fmla="val 16667" name="adj"/>
            </a:avLst>
          </a:prstGeom>
          <a:solidFill>
            <a:srgbClr val="0206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3"/>
          <p:cNvSpPr/>
          <p:nvPr/>
        </p:nvSpPr>
        <p:spPr>
          <a:xfrm>
            <a:off x="4176295" y="2947175"/>
            <a:ext cx="791400" cy="754200"/>
          </a:xfrm>
          <a:prstGeom prst="roundRect">
            <a:avLst>
              <a:gd fmla="val 16667" name="adj"/>
            </a:avLst>
          </a:prstGeom>
          <a:solidFill>
            <a:srgbClr val="FDAE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3"/>
          <p:cNvSpPr/>
          <p:nvPr/>
        </p:nvSpPr>
        <p:spPr>
          <a:xfrm>
            <a:off x="5238114" y="2947175"/>
            <a:ext cx="791400" cy="754200"/>
          </a:xfrm>
          <a:prstGeom prst="roundRect">
            <a:avLst>
              <a:gd fmla="val 16667" name="adj"/>
            </a:avLst>
          </a:prstGeom>
          <a:solidFill>
            <a:srgbClr val="8889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#020619</a:t>
            </a:r>
            <a:endParaRPr sz="1000">
              <a:solidFill>
                <a:srgbClr val="FFFFFF"/>
              </a:solidFill>
            </a:endParaRPr>
          </a:p>
        </p:txBody>
      </p:sp>
      <p:sp>
        <p:nvSpPr>
          <p:cNvPr id="1120" name="Google Shape;1120;p9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#fdaeea</a:t>
            </a:r>
            <a:endParaRPr sz="1000">
              <a:solidFill>
                <a:schemeClr val="dk1"/>
              </a:solidFill>
            </a:endParaRPr>
          </a:p>
        </p:txBody>
      </p:sp>
      <p:sp>
        <p:nvSpPr>
          <p:cNvPr id="1121" name="Google Shape;1121;p9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#8889e5</a:t>
            </a:r>
            <a:endParaRPr sz="1000">
              <a:solidFill>
                <a:schemeClr val="dk1"/>
              </a:solidFill>
            </a:endParaRPr>
          </a:p>
        </p:txBody>
      </p:sp>
      <p:sp>
        <p:nvSpPr>
          <p:cNvPr id="1122" name="Google Shape;1122;p93"/>
          <p:cNvSpPr/>
          <p:nvPr/>
        </p:nvSpPr>
        <p:spPr>
          <a:xfrm>
            <a:off x="3645388" y="3878275"/>
            <a:ext cx="791400" cy="754200"/>
          </a:xfrm>
          <a:prstGeom prst="roundRect">
            <a:avLst>
              <a:gd fmla="val 16667" name="adj"/>
            </a:avLst>
          </a:prstGeom>
          <a:solidFill>
            <a:srgbClr val="282BE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3"/>
          <p:cNvSpPr/>
          <p:nvPr/>
        </p:nvSpPr>
        <p:spPr>
          <a:xfrm>
            <a:off x="4707207" y="3878275"/>
            <a:ext cx="791400" cy="754200"/>
          </a:xfrm>
          <a:prstGeom prst="roundRect">
            <a:avLst>
              <a:gd fmla="val 16667" name="adj"/>
            </a:avLst>
          </a:prstGeom>
          <a:solidFill>
            <a:srgbClr val="F8FAF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3"/>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#282be4</a:t>
            </a:r>
            <a:endParaRPr sz="1000">
              <a:solidFill>
                <a:srgbClr val="FFFFFF"/>
              </a:solidFill>
            </a:endParaRPr>
          </a:p>
        </p:txBody>
      </p:sp>
      <p:sp>
        <p:nvSpPr>
          <p:cNvPr id="1125" name="Google Shape;1125;p93"/>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#f8fafb</a:t>
            </a:r>
            <a:endParaRPr sz="1000"/>
          </a:p>
        </p:txBody>
      </p:sp>
      <p:sp>
        <p:nvSpPr>
          <p:cNvPr id="1126" name="Google Shape;1126;p9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0" name="Shape 1130"/>
        <p:cNvGrpSpPr/>
        <p:nvPr/>
      </p:nvGrpSpPr>
      <p:grpSpPr>
        <a:xfrm>
          <a:off x="0" y="0"/>
          <a:ext cx="0" cy="0"/>
          <a:chOff x="0" y="0"/>
          <a:chExt cx="0" cy="0"/>
        </a:xfrm>
      </p:grpSpPr>
      <p:sp>
        <p:nvSpPr>
          <p:cNvPr id="1131" name="Google Shape;1131;p9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32" name="Google Shape;1132;p9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33" name="Google Shape;1133;p9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34" name="Google Shape;1134;p9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35" name="Google Shape;1135;p9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36" name="Google Shape;1136;p9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37" name="Google Shape;1137;p9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38" name="Google Shape;1138;p9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39" name="Google Shape;1139;p9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40" name="Google Shape;1140;p9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41" name="Google Shape;1141;p9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2" name="Google Shape;1142;p9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 name="Shape 1146"/>
        <p:cNvGrpSpPr/>
        <p:nvPr/>
      </p:nvGrpSpPr>
      <p:grpSpPr>
        <a:xfrm>
          <a:off x="0" y="0"/>
          <a:ext cx="0" cy="0"/>
          <a:chOff x="0" y="0"/>
          <a:chExt cx="0" cy="0"/>
        </a:xfrm>
      </p:grpSpPr>
      <p:grpSp>
        <p:nvGrpSpPr>
          <p:cNvPr id="1147" name="Google Shape;1147;p95"/>
          <p:cNvGrpSpPr/>
          <p:nvPr/>
        </p:nvGrpSpPr>
        <p:grpSpPr>
          <a:xfrm>
            <a:off x="5048544" y="3019584"/>
            <a:ext cx="442841" cy="514271"/>
            <a:chOff x="4727025" y="1332775"/>
            <a:chExt cx="59900" cy="69625"/>
          </a:xfrm>
        </p:grpSpPr>
        <p:sp>
          <p:nvSpPr>
            <p:cNvPr id="1148" name="Google Shape;1148;p9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95"/>
          <p:cNvGrpSpPr/>
          <p:nvPr/>
        </p:nvGrpSpPr>
        <p:grpSpPr>
          <a:xfrm>
            <a:off x="5723860" y="2267072"/>
            <a:ext cx="500909" cy="500899"/>
            <a:chOff x="4820425" y="1329900"/>
            <a:chExt cx="70175" cy="70350"/>
          </a:xfrm>
        </p:grpSpPr>
        <p:sp>
          <p:nvSpPr>
            <p:cNvPr id="1151" name="Google Shape;1151;p9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9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95"/>
          <p:cNvGrpSpPr/>
          <p:nvPr/>
        </p:nvGrpSpPr>
        <p:grpSpPr>
          <a:xfrm>
            <a:off x="6376484" y="2278862"/>
            <a:ext cx="538135" cy="493119"/>
            <a:chOff x="4903200" y="1331525"/>
            <a:chExt cx="73575" cy="67425"/>
          </a:xfrm>
        </p:grpSpPr>
        <p:sp>
          <p:nvSpPr>
            <p:cNvPr id="1156" name="Google Shape;1156;p9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57" name="Google Shape;1157;p9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95"/>
          <p:cNvGrpSpPr/>
          <p:nvPr/>
        </p:nvGrpSpPr>
        <p:grpSpPr>
          <a:xfrm>
            <a:off x="5636435" y="3020840"/>
            <a:ext cx="544563" cy="511895"/>
            <a:chOff x="4815575" y="1416800"/>
            <a:chExt cx="73750" cy="71400"/>
          </a:xfrm>
        </p:grpSpPr>
        <p:sp>
          <p:nvSpPr>
            <p:cNvPr id="1159" name="Google Shape;1159;p9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9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9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95"/>
          <p:cNvGrpSpPr/>
          <p:nvPr/>
        </p:nvGrpSpPr>
        <p:grpSpPr>
          <a:xfrm>
            <a:off x="6333060" y="3020546"/>
            <a:ext cx="602914" cy="512477"/>
            <a:chOff x="4902475" y="1418875"/>
            <a:chExt cx="74500" cy="63775"/>
          </a:xfrm>
        </p:grpSpPr>
        <p:sp>
          <p:nvSpPr>
            <p:cNvPr id="1163" name="Google Shape;1163;p9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95"/>
          <p:cNvGrpSpPr/>
          <p:nvPr/>
        </p:nvGrpSpPr>
        <p:grpSpPr>
          <a:xfrm>
            <a:off x="5748932" y="3759785"/>
            <a:ext cx="515391" cy="525699"/>
            <a:chOff x="4818100" y="1507675"/>
            <a:chExt cx="71225" cy="71625"/>
          </a:xfrm>
        </p:grpSpPr>
        <p:sp>
          <p:nvSpPr>
            <p:cNvPr id="1166" name="Google Shape;1166;p9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9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9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95"/>
          <p:cNvGrpSpPr/>
          <p:nvPr/>
        </p:nvGrpSpPr>
        <p:grpSpPr>
          <a:xfrm>
            <a:off x="5087034" y="3781317"/>
            <a:ext cx="522956" cy="489869"/>
            <a:chOff x="4721450" y="1509475"/>
            <a:chExt cx="79350" cy="74325"/>
          </a:xfrm>
        </p:grpSpPr>
        <p:sp>
          <p:nvSpPr>
            <p:cNvPr id="1171" name="Google Shape;1171;p9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9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9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 name="Google Shape;1175;p95"/>
          <p:cNvGrpSpPr/>
          <p:nvPr/>
        </p:nvGrpSpPr>
        <p:grpSpPr>
          <a:xfrm>
            <a:off x="6410277" y="3761069"/>
            <a:ext cx="525704" cy="535436"/>
            <a:chOff x="4906800" y="1507500"/>
            <a:chExt cx="70350" cy="71075"/>
          </a:xfrm>
        </p:grpSpPr>
        <p:sp>
          <p:nvSpPr>
            <p:cNvPr id="1176" name="Google Shape;1176;p9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95"/>
          <p:cNvGrpSpPr/>
          <p:nvPr/>
        </p:nvGrpSpPr>
        <p:grpSpPr>
          <a:xfrm>
            <a:off x="4443099" y="2267050"/>
            <a:ext cx="508054" cy="508095"/>
            <a:chOff x="3736598" y="2170606"/>
            <a:chExt cx="404889" cy="404889"/>
          </a:xfrm>
        </p:grpSpPr>
        <p:sp>
          <p:nvSpPr>
            <p:cNvPr id="1182" name="Google Shape;1182;p9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9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9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95"/>
          <p:cNvGrpSpPr/>
          <p:nvPr/>
        </p:nvGrpSpPr>
        <p:grpSpPr>
          <a:xfrm>
            <a:off x="3731139" y="2267145"/>
            <a:ext cx="575790" cy="507904"/>
            <a:chOff x="3161917" y="2170682"/>
            <a:chExt cx="458870" cy="404737"/>
          </a:xfrm>
        </p:grpSpPr>
        <p:sp>
          <p:nvSpPr>
            <p:cNvPr id="1187" name="Google Shape;1187;p9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88" name="Google Shape;1188;p9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95"/>
          <p:cNvGrpSpPr/>
          <p:nvPr/>
        </p:nvGrpSpPr>
        <p:grpSpPr>
          <a:xfrm>
            <a:off x="3758669" y="3027517"/>
            <a:ext cx="520730" cy="498567"/>
            <a:chOff x="3179914" y="2889488"/>
            <a:chExt cx="422876" cy="404911"/>
          </a:xfrm>
        </p:grpSpPr>
        <p:sp>
          <p:nvSpPr>
            <p:cNvPr id="1191" name="Google Shape;1191;p9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9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9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9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95"/>
          <p:cNvGrpSpPr/>
          <p:nvPr/>
        </p:nvGrpSpPr>
        <p:grpSpPr>
          <a:xfrm>
            <a:off x="4387349" y="3027477"/>
            <a:ext cx="516145" cy="498648"/>
            <a:chOff x="3729467" y="2889422"/>
            <a:chExt cx="419153" cy="404977"/>
          </a:xfrm>
        </p:grpSpPr>
        <p:sp>
          <p:nvSpPr>
            <p:cNvPr id="1198" name="Google Shape;1198;p9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 name="Google Shape;1205;p9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 name="Google Shape;1209;p95"/>
          <p:cNvGrpSpPr/>
          <p:nvPr/>
        </p:nvGrpSpPr>
        <p:grpSpPr>
          <a:xfrm>
            <a:off x="7107677" y="2474362"/>
            <a:ext cx="166473" cy="141497"/>
            <a:chOff x="4660325" y="1866850"/>
            <a:chExt cx="68350" cy="58100"/>
          </a:xfrm>
        </p:grpSpPr>
        <p:sp>
          <p:nvSpPr>
            <p:cNvPr id="1210" name="Google Shape;1210;p9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95"/>
          <p:cNvGrpSpPr/>
          <p:nvPr/>
        </p:nvGrpSpPr>
        <p:grpSpPr>
          <a:xfrm>
            <a:off x="7417022" y="2500086"/>
            <a:ext cx="162515" cy="90049"/>
            <a:chOff x="4791775" y="1877500"/>
            <a:chExt cx="66725" cy="36975"/>
          </a:xfrm>
        </p:grpSpPr>
        <p:sp>
          <p:nvSpPr>
            <p:cNvPr id="1213" name="Google Shape;1213;p9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95"/>
          <p:cNvGrpSpPr/>
          <p:nvPr/>
        </p:nvGrpSpPr>
        <p:grpSpPr>
          <a:xfrm>
            <a:off x="7738734" y="2500086"/>
            <a:ext cx="144979" cy="90049"/>
            <a:chOff x="4923925" y="1877500"/>
            <a:chExt cx="59525" cy="36975"/>
          </a:xfrm>
        </p:grpSpPr>
        <p:sp>
          <p:nvSpPr>
            <p:cNvPr id="1216" name="Google Shape;1216;p9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95"/>
          <p:cNvGrpSpPr/>
          <p:nvPr/>
        </p:nvGrpSpPr>
        <p:grpSpPr>
          <a:xfrm>
            <a:off x="8033226" y="2482277"/>
            <a:ext cx="141447" cy="125667"/>
            <a:chOff x="5058450" y="1870100"/>
            <a:chExt cx="58075" cy="51600"/>
          </a:xfrm>
        </p:grpSpPr>
        <p:sp>
          <p:nvSpPr>
            <p:cNvPr id="1219" name="Google Shape;1219;p9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9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95"/>
          <p:cNvGrpSpPr/>
          <p:nvPr/>
        </p:nvGrpSpPr>
        <p:grpSpPr>
          <a:xfrm>
            <a:off x="7447741" y="2904685"/>
            <a:ext cx="101077" cy="107645"/>
            <a:chOff x="4811425" y="2065025"/>
            <a:chExt cx="41500" cy="44200"/>
          </a:xfrm>
        </p:grpSpPr>
        <p:sp>
          <p:nvSpPr>
            <p:cNvPr id="1222" name="Google Shape;1222;p9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95"/>
          <p:cNvGrpSpPr/>
          <p:nvPr/>
        </p:nvGrpSpPr>
        <p:grpSpPr>
          <a:xfrm>
            <a:off x="7740178" y="2904898"/>
            <a:ext cx="120867" cy="107218"/>
            <a:chOff x="4929875" y="2065025"/>
            <a:chExt cx="49625" cy="44025"/>
          </a:xfrm>
        </p:grpSpPr>
        <p:sp>
          <p:nvSpPr>
            <p:cNvPr id="1225" name="Google Shape;1225;p9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95"/>
          <p:cNvGrpSpPr/>
          <p:nvPr/>
        </p:nvGrpSpPr>
        <p:grpSpPr>
          <a:xfrm>
            <a:off x="8068847" y="2907912"/>
            <a:ext cx="70206" cy="101191"/>
            <a:chOff x="5083925" y="2066350"/>
            <a:chExt cx="28825" cy="41550"/>
          </a:xfrm>
        </p:grpSpPr>
        <p:sp>
          <p:nvSpPr>
            <p:cNvPr id="1228" name="Google Shape;1228;p9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95"/>
          <p:cNvGrpSpPr/>
          <p:nvPr/>
        </p:nvGrpSpPr>
        <p:grpSpPr>
          <a:xfrm>
            <a:off x="7100401" y="2923559"/>
            <a:ext cx="181026" cy="69896"/>
            <a:chOff x="4659775" y="2072775"/>
            <a:chExt cx="74325" cy="28700"/>
          </a:xfrm>
        </p:grpSpPr>
        <p:sp>
          <p:nvSpPr>
            <p:cNvPr id="1231" name="Google Shape;1231;p9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95"/>
          <p:cNvGrpSpPr/>
          <p:nvPr/>
        </p:nvGrpSpPr>
        <p:grpSpPr>
          <a:xfrm>
            <a:off x="8020257" y="2714124"/>
            <a:ext cx="167387" cy="89197"/>
            <a:chOff x="4662475" y="1976500"/>
            <a:chExt cx="68725" cy="36625"/>
          </a:xfrm>
        </p:grpSpPr>
        <p:sp>
          <p:nvSpPr>
            <p:cNvPr id="1235" name="Google Shape;1235;p9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9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95"/>
          <p:cNvGrpSpPr/>
          <p:nvPr/>
        </p:nvGrpSpPr>
        <p:grpSpPr>
          <a:xfrm>
            <a:off x="7717162" y="2717564"/>
            <a:ext cx="166899" cy="82317"/>
            <a:chOff x="4920150" y="1977875"/>
            <a:chExt cx="68525" cy="33800"/>
          </a:xfrm>
        </p:grpSpPr>
        <p:sp>
          <p:nvSpPr>
            <p:cNvPr id="1239" name="Google Shape;1239;p9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95"/>
          <p:cNvGrpSpPr/>
          <p:nvPr/>
        </p:nvGrpSpPr>
        <p:grpSpPr>
          <a:xfrm>
            <a:off x="7128319" y="3121482"/>
            <a:ext cx="125190" cy="127858"/>
            <a:chOff x="4676550" y="2160575"/>
            <a:chExt cx="51400" cy="52500"/>
          </a:xfrm>
        </p:grpSpPr>
        <p:sp>
          <p:nvSpPr>
            <p:cNvPr id="1243" name="Google Shape;1243;p9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9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95"/>
          <p:cNvGrpSpPr/>
          <p:nvPr/>
        </p:nvGrpSpPr>
        <p:grpSpPr>
          <a:xfrm>
            <a:off x="7425577" y="3128514"/>
            <a:ext cx="145405" cy="113794"/>
            <a:chOff x="4768325" y="2163475"/>
            <a:chExt cx="59700" cy="46725"/>
          </a:xfrm>
        </p:grpSpPr>
        <p:sp>
          <p:nvSpPr>
            <p:cNvPr id="1247" name="Google Shape;1247;p9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9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95"/>
          <p:cNvSpPr/>
          <p:nvPr/>
        </p:nvSpPr>
        <p:spPr>
          <a:xfrm flipH="1">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 name="Google Shape;1255;p95"/>
          <p:cNvGrpSpPr/>
          <p:nvPr/>
        </p:nvGrpSpPr>
        <p:grpSpPr>
          <a:xfrm>
            <a:off x="7441895" y="3383608"/>
            <a:ext cx="112768" cy="106853"/>
            <a:chOff x="4768575" y="2253950"/>
            <a:chExt cx="46300" cy="43875"/>
          </a:xfrm>
        </p:grpSpPr>
        <p:sp>
          <p:nvSpPr>
            <p:cNvPr id="1256" name="Google Shape;1256;p9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9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95"/>
          <p:cNvGrpSpPr/>
          <p:nvPr/>
        </p:nvGrpSpPr>
        <p:grpSpPr>
          <a:xfrm>
            <a:off x="7741518" y="3872634"/>
            <a:ext cx="118187" cy="146246"/>
            <a:chOff x="4960900" y="2433225"/>
            <a:chExt cx="48525" cy="60050"/>
          </a:xfrm>
        </p:grpSpPr>
        <p:sp>
          <p:nvSpPr>
            <p:cNvPr id="1259" name="Google Shape;1259;p9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9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95"/>
          <p:cNvGrpSpPr/>
          <p:nvPr/>
        </p:nvGrpSpPr>
        <p:grpSpPr>
          <a:xfrm>
            <a:off x="7430083" y="4136695"/>
            <a:ext cx="136394" cy="143810"/>
            <a:chOff x="4854075" y="2527625"/>
            <a:chExt cx="56000" cy="59050"/>
          </a:xfrm>
        </p:grpSpPr>
        <p:sp>
          <p:nvSpPr>
            <p:cNvPr id="1262" name="Google Shape;1262;p9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9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 name="Google Shape;1264;p9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9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95"/>
          <p:cNvGrpSpPr/>
          <p:nvPr/>
        </p:nvGrpSpPr>
        <p:grpSpPr>
          <a:xfrm>
            <a:off x="8054294" y="3600439"/>
            <a:ext cx="99312" cy="160797"/>
            <a:chOff x="5059700" y="2334775"/>
            <a:chExt cx="40775" cy="66025"/>
          </a:xfrm>
        </p:grpSpPr>
        <p:sp>
          <p:nvSpPr>
            <p:cNvPr id="1268" name="Google Shape;1268;p9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9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9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95"/>
          <p:cNvGrpSpPr/>
          <p:nvPr/>
        </p:nvGrpSpPr>
        <p:grpSpPr>
          <a:xfrm>
            <a:off x="8011458" y="3865571"/>
            <a:ext cx="184984" cy="160371"/>
            <a:chOff x="5037700" y="2430325"/>
            <a:chExt cx="75950" cy="65850"/>
          </a:xfrm>
        </p:grpSpPr>
        <p:sp>
          <p:nvSpPr>
            <p:cNvPr id="1278" name="Google Shape;1278;p9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95"/>
          <p:cNvGrpSpPr/>
          <p:nvPr/>
        </p:nvGrpSpPr>
        <p:grpSpPr>
          <a:xfrm>
            <a:off x="7430964" y="3632023"/>
            <a:ext cx="173014" cy="97629"/>
            <a:chOff x="4756975" y="2341800"/>
            <a:chExt cx="91975" cy="51925"/>
          </a:xfrm>
        </p:grpSpPr>
        <p:sp>
          <p:nvSpPr>
            <p:cNvPr id="1281" name="Google Shape;1281;p9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9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95"/>
          <p:cNvGrpSpPr/>
          <p:nvPr/>
        </p:nvGrpSpPr>
        <p:grpSpPr>
          <a:xfrm>
            <a:off x="7697901" y="4120720"/>
            <a:ext cx="212497" cy="175761"/>
            <a:chOff x="4943575" y="2516350"/>
            <a:chExt cx="98675" cy="81700"/>
          </a:xfrm>
        </p:grpSpPr>
        <p:sp>
          <p:nvSpPr>
            <p:cNvPr id="1302" name="Google Shape;1302;p9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9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9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9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95"/>
          <p:cNvGrpSpPr/>
          <p:nvPr/>
        </p:nvGrpSpPr>
        <p:grpSpPr>
          <a:xfrm>
            <a:off x="1955962" y="3346963"/>
            <a:ext cx="965351" cy="134611"/>
            <a:chOff x="4411970" y="2962952"/>
            <a:chExt cx="706544" cy="104212"/>
          </a:xfrm>
        </p:grpSpPr>
        <p:sp>
          <p:nvSpPr>
            <p:cNvPr id="1381" name="Google Shape;1381;p9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95"/>
          <p:cNvGrpSpPr/>
          <p:nvPr/>
        </p:nvGrpSpPr>
        <p:grpSpPr>
          <a:xfrm>
            <a:off x="1955962" y="2935877"/>
            <a:ext cx="960158" cy="289172"/>
            <a:chOff x="4411970" y="2726085"/>
            <a:chExt cx="643107" cy="193659"/>
          </a:xfrm>
        </p:grpSpPr>
        <p:sp>
          <p:nvSpPr>
            <p:cNvPr id="1386" name="Google Shape;1386;p9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95"/>
          <p:cNvGrpSpPr/>
          <p:nvPr/>
        </p:nvGrpSpPr>
        <p:grpSpPr>
          <a:xfrm>
            <a:off x="958854" y="3201987"/>
            <a:ext cx="833173" cy="259209"/>
            <a:chOff x="4411970" y="4340222"/>
            <a:chExt cx="779467" cy="242683"/>
          </a:xfrm>
        </p:grpSpPr>
        <p:sp>
          <p:nvSpPr>
            <p:cNvPr id="1390" name="Google Shape;1390;p9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95"/>
          <p:cNvGrpSpPr/>
          <p:nvPr/>
        </p:nvGrpSpPr>
        <p:grpSpPr>
          <a:xfrm>
            <a:off x="1955962" y="2597733"/>
            <a:ext cx="965160" cy="216230"/>
            <a:chOff x="4411970" y="2468674"/>
            <a:chExt cx="747317" cy="167425"/>
          </a:xfrm>
        </p:grpSpPr>
        <p:sp>
          <p:nvSpPr>
            <p:cNvPr id="1394" name="Google Shape;1394;p9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95"/>
          <p:cNvGrpSpPr/>
          <p:nvPr/>
        </p:nvGrpSpPr>
        <p:grpSpPr>
          <a:xfrm>
            <a:off x="954709" y="2502450"/>
            <a:ext cx="810451" cy="319148"/>
            <a:chOff x="4411970" y="3686602"/>
            <a:chExt cx="797845" cy="314215"/>
          </a:xfrm>
        </p:grpSpPr>
        <p:sp>
          <p:nvSpPr>
            <p:cNvPr id="1397" name="Google Shape;1397;p9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 name="Google Shape;1402;p9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 name="Google Shape;1403;p95"/>
          <p:cNvGrpSpPr/>
          <p:nvPr/>
        </p:nvGrpSpPr>
        <p:grpSpPr>
          <a:xfrm>
            <a:off x="954806" y="2256974"/>
            <a:ext cx="1970333" cy="208784"/>
            <a:chOff x="6336019" y="3733725"/>
            <a:chExt cx="2566206" cy="351310"/>
          </a:xfrm>
        </p:grpSpPr>
        <p:sp>
          <p:nvSpPr>
            <p:cNvPr id="1404" name="Google Shape;1404;p9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9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95"/>
          <p:cNvGrpSpPr/>
          <p:nvPr/>
        </p:nvGrpSpPr>
        <p:grpSpPr>
          <a:xfrm>
            <a:off x="1955962" y="3864529"/>
            <a:ext cx="946551" cy="153200"/>
            <a:chOff x="4404545" y="3301592"/>
            <a:chExt cx="782403" cy="129272"/>
          </a:xfrm>
        </p:grpSpPr>
        <p:sp>
          <p:nvSpPr>
            <p:cNvPr id="1409" name="Google Shape;1409;p9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95"/>
          <p:cNvGrpSpPr/>
          <p:nvPr/>
        </p:nvGrpSpPr>
        <p:grpSpPr>
          <a:xfrm>
            <a:off x="1955962" y="3603488"/>
            <a:ext cx="962257" cy="139127"/>
            <a:chOff x="4411970" y="3131459"/>
            <a:chExt cx="710520" cy="117397"/>
          </a:xfrm>
        </p:grpSpPr>
        <p:sp>
          <p:nvSpPr>
            <p:cNvPr id="1412" name="Google Shape;1412;p9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14" name="Google Shape;1414;p9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 name="Google Shape;1415;p95"/>
          <p:cNvGrpSpPr/>
          <p:nvPr/>
        </p:nvGrpSpPr>
        <p:grpSpPr>
          <a:xfrm>
            <a:off x="956107" y="3538282"/>
            <a:ext cx="823838" cy="458988"/>
            <a:chOff x="4411970" y="1801825"/>
            <a:chExt cx="734586" cy="409262"/>
          </a:xfrm>
        </p:grpSpPr>
        <p:sp>
          <p:nvSpPr>
            <p:cNvPr id="1416" name="Google Shape;1416;p9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95"/>
          <p:cNvGrpSpPr/>
          <p:nvPr/>
        </p:nvGrpSpPr>
        <p:grpSpPr>
          <a:xfrm>
            <a:off x="956107" y="4086708"/>
            <a:ext cx="856348" cy="212039"/>
            <a:chOff x="4411970" y="2233974"/>
            <a:chExt cx="763574" cy="189068"/>
          </a:xfrm>
        </p:grpSpPr>
        <p:sp>
          <p:nvSpPr>
            <p:cNvPr id="1419" name="Google Shape;1419;p9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9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95"/>
          <p:cNvGrpSpPr/>
          <p:nvPr/>
        </p:nvGrpSpPr>
        <p:grpSpPr>
          <a:xfrm>
            <a:off x="3066303" y="2262044"/>
            <a:ext cx="511602" cy="511602"/>
            <a:chOff x="5681300" y="2527788"/>
            <a:chExt cx="805800" cy="805800"/>
          </a:xfrm>
        </p:grpSpPr>
        <p:sp>
          <p:nvSpPr>
            <p:cNvPr id="1422" name="Google Shape;1422;p9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9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95"/>
          <p:cNvGrpSpPr/>
          <p:nvPr/>
        </p:nvGrpSpPr>
        <p:grpSpPr>
          <a:xfrm>
            <a:off x="3063497" y="3028627"/>
            <a:ext cx="513021" cy="512935"/>
            <a:chOff x="4049800" y="640400"/>
            <a:chExt cx="858900" cy="858900"/>
          </a:xfrm>
        </p:grpSpPr>
        <p:sp>
          <p:nvSpPr>
            <p:cNvPr id="1425" name="Google Shape;1425;p9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95"/>
          <p:cNvGrpSpPr/>
          <p:nvPr/>
        </p:nvGrpSpPr>
        <p:grpSpPr>
          <a:xfrm>
            <a:off x="2980696" y="3680519"/>
            <a:ext cx="686489" cy="686585"/>
            <a:chOff x="5080188" y="927900"/>
            <a:chExt cx="961200" cy="961200"/>
          </a:xfrm>
        </p:grpSpPr>
        <p:sp>
          <p:nvSpPr>
            <p:cNvPr id="1428" name="Google Shape;1428;p9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9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9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95"/>
          <p:cNvGrpSpPr/>
          <p:nvPr/>
        </p:nvGrpSpPr>
        <p:grpSpPr>
          <a:xfrm>
            <a:off x="3763848" y="3773248"/>
            <a:ext cx="510373" cy="510937"/>
            <a:chOff x="7508249" y="1522825"/>
            <a:chExt cx="1326332" cy="1322987"/>
          </a:xfrm>
        </p:grpSpPr>
        <p:sp>
          <p:nvSpPr>
            <p:cNvPr id="1437" name="Google Shape;1437;p9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9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95"/>
          <p:cNvGrpSpPr/>
          <p:nvPr/>
        </p:nvGrpSpPr>
        <p:grpSpPr>
          <a:xfrm>
            <a:off x="4455441" y="3774653"/>
            <a:ext cx="492652" cy="503348"/>
            <a:chOff x="6039282" y="1042577"/>
            <a:chExt cx="734315" cy="731929"/>
          </a:xfrm>
        </p:grpSpPr>
        <p:sp>
          <p:nvSpPr>
            <p:cNvPr id="1448" name="Google Shape;1448;p9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 name="Google Shape;1469;p95"/>
          <p:cNvGrpSpPr/>
          <p:nvPr/>
        </p:nvGrpSpPr>
        <p:grpSpPr>
          <a:xfrm>
            <a:off x="5095855" y="2270694"/>
            <a:ext cx="483304" cy="504902"/>
            <a:chOff x="1825800" y="1651625"/>
            <a:chExt cx="568125" cy="591775"/>
          </a:xfrm>
        </p:grpSpPr>
        <p:sp>
          <p:nvSpPr>
            <p:cNvPr id="1470" name="Google Shape;1470;p9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 name="Google Shape;1476;p9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481" name="Google Shape;1481;p9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5" name="Shape 1485"/>
        <p:cNvGrpSpPr/>
        <p:nvPr/>
      </p:nvGrpSpPr>
      <p:grpSpPr>
        <a:xfrm>
          <a:off x="0" y="0"/>
          <a:ext cx="0" cy="0"/>
          <a:chOff x="0" y="0"/>
          <a:chExt cx="0" cy="0"/>
        </a:xfrm>
      </p:grpSpPr>
      <p:grpSp>
        <p:nvGrpSpPr>
          <p:cNvPr id="1486" name="Google Shape;1486;p96"/>
          <p:cNvGrpSpPr/>
          <p:nvPr/>
        </p:nvGrpSpPr>
        <p:grpSpPr>
          <a:xfrm>
            <a:off x="722059" y="955168"/>
            <a:ext cx="2492868" cy="1379876"/>
            <a:chOff x="2654821" y="2311071"/>
            <a:chExt cx="2279715" cy="1262120"/>
          </a:xfrm>
        </p:grpSpPr>
        <p:grpSp>
          <p:nvGrpSpPr>
            <p:cNvPr id="1487" name="Google Shape;1487;p96"/>
            <p:cNvGrpSpPr/>
            <p:nvPr/>
          </p:nvGrpSpPr>
          <p:grpSpPr>
            <a:xfrm>
              <a:off x="4034269" y="2840745"/>
              <a:ext cx="40212" cy="36437"/>
              <a:chOff x="4293400" y="2574725"/>
              <a:chExt cx="84425" cy="80100"/>
            </a:xfrm>
          </p:grpSpPr>
          <p:sp>
            <p:nvSpPr>
              <p:cNvPr id="1488" name="Google Shape;1488;p9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89" name="Google Shape;1489;p9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96"/>
            <p:cNvGrpSpPr/>
            <p:nvPr/>
          </p:nvGrpSpPr>
          <p:grpSpPr>
            <a:xfrm>
              <a:off x="3894606" y="2334874"/>
              <a:ext cx="913198" cy="518984"/>
              <a:chOff x="4000175" y="1462675"/>
              <a:chExt cx="1917275" cy="1140875"/>
            </a:xfrm>
          </p:grpSpPr>
          <p:sp>
            <p:nvSpPr>
              <p:cNvPr id="1491" name="Google Shape;1491;p9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92" name="Google Shape;1492;p96"/>
              <p:cNvGrpSpPr/>
              <p:nvPr/>
            </p:nvGrpSpPr>
            <p:grpSpPr>
              <a:xfrm>
                <a:off x="4000175" y="1462675"/>
                <a:ext cx="1917275" cy="1140875"/>
                <a:chOff x="4000175" y="1462675"/>
                <a:chExt cx="1917275" cy="1140875"/>
              </a:xfrm>
            </p:grpSpPr>
            <p:sp>
              <p:nvSpPr>
                <p:cNvPr id="1493" name="Google Shape;1493;p9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94" name="Google Shape;1494;p9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98" name="Google Shape;1498;p9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 name="Google Shape;1499;p96"/>
            <p:cNvGrpSpPr/>
            <p:nvPr/>
          </p:nvGrpSpPr>
          <p:grpSpPr>
            <a:xfrm>
              <a:off x="3875768" y="2846704"/>
              <a:ext cx="44796" cy="47366"/>
              <a:chOff x="3960625" y="2587825"/>
              <a:chExt cx="94050" cy="104125"/>
            </a:xfrm>
          </p:grpSpPr>
          <p:sp>
            <p:nvSpPr>
              <p:cNvPr id="1500" name="Google Shape;1500;p9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01" name="Google Shape;1501;p9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96"/>
            <p:cNvGrpSpPr/>
            <p:nvPr/>
          </p:nvGrpSpPr>
          <p:grpSpPr>
            <a:xfrm>
              <a:off x="3782759" y="2807162"/>
              <a:ext cx="82686" cy="85487"/>
              <a:chOff x="3765350" y="2500900"/>
              <a:chExt cx="173600" cy="187925"/>
            </a:xfrm>
          </p:grpSpPr>
          <p:sp>
            <p:nvSpPr>
              <p:cNvPr id="1503" name="Google Shape;1503;p9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04" name="Google Shape;1504;p9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96"/>
            <p:cNvGrpSpPr/>
            <p:nvPr/>
          </p:nvGrpSpPr>
          <p:grpSpPr>
            <a:xfrm>
              <a:off x="3775674" y="2798496"/>
              <a:ext cx="40545" cy="23564"/>
              <a:chOff x="3750475" y="2481850"/>
              <a:chExt cx="85125" cy="51800"/>
            </a:xfrm>
          </p:grpSpPr>
          <p:sp>
            <p:nvSpPr>
              <p:cNvPr id="1510" name="Google Shape;1510;p9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12" name="Google Shape;1512;p96"/>
            <p:cNvGrpSpPr/>
            <p:nvPr/>
          </p:nvGrpSpPr>
          <p:grpSpPr>
            <a:xfrm>
              <a:off x="3716946" y="2776024"/>
              <a:ext cx="81971" cy="76912"/>
              <a:chOff x="3627175" y="2432450"/>
              <a:chExt cx="172100" cy="169075"/>
            </a:xfrm>
          </p:grpSpPr>
          <p:sp>
            <p:nvSpPr>
              <p:cNvPr id="1513" name="Google Shape;1513;p9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15" name="Google Shape;1515;p9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16" name="Google Shape;1516;p96"/>
            <p:cNvGrpSpPr/>
            <p:nvPr/>
          </p:nvGrpSpPr>
          <p:grpSpPr>
            <a:xfrm>
              <a:off x="3685682" y="2845624"/>
              <a:ext cx="29311" cy="45055"/>
              <a:chOff x="3561536" y="2585450"/>
              <a:chExt cx="61539" cy="99045"/>
            </a:xfrm>
          </p:grpSpPr>
          <p:sp>
            <p:nvSpPr>
              <p:cNvPr id="1517" name="Google Shape;1517;p9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19" name="Google Shape;1519;p96"/>
            <p:cNvGrpSpPr/>
            <p:nvPr/>
          </p:nvGrpSpPr>
          <p:grpSpPr>
            <a:xfrm>
              <a:off x="3849905" y="2572252"/>
              <a:ext cx="74339" cy="119559"/>
              <a:chOff x="3906325" y="1984500"/>
              <a:chExt cx="156075" cy="262825"/>
            </a:xfrm>
          </p:grpSpPr>
          <p:sp>
            <p:nvSpPr>
              <p:cNvPr id="1520" name="Google Shape;1520;p9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21" name="Google Shape;1521;p9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96"/>
            <p:cNvGrpSpPr/>
            <p:nvPr/>
          </p:nvGrpSpPr>
          <p:grpSpPr>
            <a:xfrm>
              <a:off x="2654821" y="2414345"/>
              <a:ext cx="667570" cy="558731"/>
              <a:chOff x="1397225" y="1637375"/>
              <a:chExt cx="1401575" cy="1228250"/>
            </a:xfrm>
          </p:grpSpPr>
          <p:sp>
            <p:nvSpPr>
              <p:cNvPr id="1523" name="Google Shape;1523;p9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24" name="Google Shape;1524;p96"/>
              <p:cNvGrpSpPr/>
              <p:nvPr/>
            </p:nvGrpSpPr>
            <p:grpSpPr>
              <a:xfrm>
                <a:off x="1397225" y="1637375"/>
                <a:ext cx="1398775" cy="1228250"/>
                <a:chOff x="1397225" y="1637375"/>
                <a:chExt cx="1398775" cy="1228250"/>
              </a:xfrm>
            </p:grpSpPr>
            <p:sp>
              <p:nvSpPr>
                <p:cNvPr id="1525" name="Google Shape;1525;p9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7" name="Google Shape;1527;p96"/>
            <p:cNvGrpSpPr/>
            <p:nvPr/>
          </p:nvGrpSpPr>
          <p:grpSpPr>
            <a:xfrm>
              <a:off x="3230417" y="3103734"/>
              <a:ext cx="282982" cy="280332"/>
              <a:chOff x="2605700" y="3152850"/>
              <a:chExt cx="594125" cy="616250"/>
            </a:xfrm>
          </p:grpSpPr>
          <p:sp>
            <p:nvSpPr>
              <p:cNvPr id="1528" name="Google Shape;1528;p9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29" name="Google Shape;1529;p9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30" name="Google Shape;1530;p96"/>
            <p:cNvGrpSpPr/>
            <p:nvPr/>
          </p:nvGrpSpPr>
          <p:grpSpPr>
            <a:xfrm>
              <a:off x="3265985" y="3226989"/>
              <a:ext cx="87151" cy="346202"/>
              <a:chOff x="2680375" y="3423800"/>
              <a:chExt cx="182975" cy="761050"/>
            </a:xfrm>
          </p:grpSpPr>
          <p:sp>
            <p:nvSpPr>
              <p:cNvPr id="1531" name="Google Shape;1531;p9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32" name="Google Shape;1532;p9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 name="Google Shape;1533;p96"/>
            <p:cNvGrpSpPr/>
            <p:nvPr/>
          </p:nvGrpSpPr>
          <p:grpSpPr>
            <a:xfrm>
              <a:off x="3855466" y="3289811"/>
              <a:ext cx="112514" cy="94210"/>
              <a:chOff x="3918000" y="3561900"/>
              <a:chExt cx="236225" cy="207100"/>
            </a:xfrm>
          </p:grpSpPr>
          <p:sp>
            <p:nvSpPr>
              <p:cNvPr id="1534" name="Google Shape;1534;p9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35" name="Google Shape;1535;p9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 name="Google Shape;1536;p9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39" name="Google Shape;1539;p96"/>
            <p:cNvGrpSpPr/>
            <p:nvPr/>
          </p:nvGrpSpPr>
          <p:grpSpPr>
            <a:xfrm>
              <a:off x="2905224" y="2311071"/>
              <a:ext cx="596721" cy="528992"/>
              <a:chOff x="1922950" y="1410350"/>
              <a:chExt cx="1252825" cy="1162875"/>
            </a:xfrm>
          </p:grpSpPr>
          <p:sp>
            <p:nvSpPr>
              <p:cNvPr id="1540" name="Google Shape;1540;p9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56" name="Google Shape;1556;p9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76" name="Google Shape;1576;p9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77" name="Google Shape;1577;p9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 name="Google Shape;1578;p96"/>
            <p:cNvGrpSpPr/>
            <p:nvPr/>
          </p:nvGrpSpPr>
          <p:grpSpPr>
            <a:xfrm>
              <a:off x="3280929" y="3294542"/>
              <a:ext cx="109894" cy="272224"/>
              <a:chOff x="2711750" y="3572300"/>
              <a:chExt cx="230725" cy="598425"/>
            </a:xfrm>
          </p:grpSpPr>
          <p:sp>
            <p:nvSpPr>
              <p:cNvPr id="1579" name="Google Shape;1579;p9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 name="Google Shape;1581;p9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 name="Google Shape;1582;p96"/>
            <p:cNvGrpSpPr/>
            <p:nvPr/>
          </p:nvGrpSpPr>
          <p:grpSpPr>
            <a:xfrm>
              <a:off x="3790439" y="2408636"/>
              <a:ext cx="73017" cy="75684"/>
              <a:chOff x="3781475" y="1624825"/>
              <a:chExt cx="153300" cy="166375"/>
            </a:xfrm>
          </p:grpSpPr>
          <p:sp>
            <p:nvSpPr>
              <p:cNvPr id="1583" name="Google Shape;1583;p9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 name="Google Shape;1587;p9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9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9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9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96"/>
            <p:cNvGrpSpPr/>
            <p:nvPr/>
          </p:nvGrpSpPr>
          <p:grpSpPr>
            <a:xfrm>
              <a:off x="4403342" y="3107749"/>
              <a:ext cx="316680" cy="101374"/>
              <a:chOff x="5068275" y="3161675"/>
              <a:chExt cx="664875" cy="222850"/>
            </a:xfrm>
          </p:grpSpPr>
          <p:sp>
            <p:nvSpPr>
              <p:cNvPr id="1595" name="Google Shape;1595;p9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9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9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 name="Google Shape;1599;p9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9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9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9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9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9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9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9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9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9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9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96"/>
            <p:cNvGrpSpPr/>
            <p:nvPr/>
          </p:nvGrpSpPr>
          <p:grpSpPr>
            <a:xfrm>
              <a:off x="3697513" y="2707266"/>
              <a:ext cx="59549" cy="79733"/>
              <a:chOff x="3586375" y="2281300"/>
              <a:chExt cx="125025" cy="175275"/>
            </a:xfrm>
          </p:grpSpPr>
          <p:sp>
            <p:nvSpPr>
              <p:cNvPr id="1629" name="Google Shape;1629;p9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 name="Google Shape;1631;p9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 name="Google Shape;1632;p96"/>
            <p:cNvGrpSpPr/>
            <p:nvPr/>
          </p:nvGrpSpPr>
          <p:grpSpPr>
            <a:xfrm>
              <a:off x="4513224" y="3221724"/>
              <a:ext cx="274563" cy="280321"/>
              <a:chOff x="5298975" y="3412225"/>
              <a:chExt cx="576450" cy="616225"/>
            </a:xfrm>
          </p:grpSpPr>
          <p:sp>
            <p:nvSpPr>
              <p:cNvPr id="1633" name="Google Shape;1633;p9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4" name="Google Shape;1634;p9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96"/>
            <p:cNvGrpSpPr/>
            <p:nvPr/>
          </p:nvGrpSpPr>
          <p:grpSpPr>
            <a:xfrm>
              <a:off x="4824403" y="3421846"/>
              <a:ext cx="110132" cy="130647"/>
              <a:chOff x="5952300" y="3852150"/>
              <a:chExt cx="231225" cy="287200"/>
            </a:xfrm>
          </p:grpSpPr>
          <p:sp>
            <p:nvSpPr>
              <p:cNvPr id="1636" name="Google Shape;1636;p9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9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 name="Google Shape;1638;p9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9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9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9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9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9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6" name="Google Shape;1646;p96"/>
            <p:cNvGrpSpPr/>
            <p:nvPr/>
          </p:nvGrpSpPr>
          <p:grpSpPr>
            <a:xfrm>
              <a:off x="4295710" y="3079670"/>
              <a:ext cx="14968" cy="27135"/>
              <a:chOff x="4842300" y="3099950"/>
              <a:chExt cx="31425" cy="59650"/>
            </a:xfrm>
          </p:grpSpPr>
          <p:sp>
            <p:nvSpPr>
              <p:cNvPr id="1647" name="Google Shape;1647;p9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1" name="Google Shape;1651;p9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9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9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9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 name="Google Shape;1659;p96"/>
            <p:cNvGrpSpPr/>
            <p:nvPr/>
          </p:nvGrpSpPr>
          <p:grpSpPr>
            <a:xfrm>
              <a:off x="3831056" y="2816010"/>
              <a:ext cx="37378" cy="27612"/>
              <a:chOff x="3866750" y="2520350"/>
              <a:chExt cx="78475" cy="60700"/>
            </a:xfrm>
          </p:grpSpPr>
          <p:sp>
            <p:nvSpPr>
              <p:cNvPr id="1660" name="Google Shape;1660;p9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9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9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9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9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9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9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81" name="Google Shape;1681;p9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9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9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9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9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9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93" name="Google Shape;1693;p9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6" name="Google Shape;1706;p96"/>
            <p:cNvGrpSpPr/>
            <p:nvPr/>
          </p:nvGrpSpPr>
          <p:grpSpPr>
            <a:xfrm>
              <a:off x="3632736" y="3051591"/>
              <a:ext cx="63288" cy="45217"/>
              <a:chOff x="3450375" y="3038225"/>
              <a:chExt cx="132875" cy="99400"/>
            </a:xfrm>
          </p:grpSpPr>
          <p:sp>
            <p:nvSpPr>
              <p:cNvPr id="1707" name="Google Shape;1707;p9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9" name="Google Shape;1709;p9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18" name="Google Shape;1718;p9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28" name="Google Shape;1728;p9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34" name="Google Shape;1734;p9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96"/>
          <p:cNvGrpSpPr/>
          <p:nvPr/>
        </p:nvGrpSpPr>
        <p:grpSpPr>
          <a:xfrm>
            <a:off x="719116" y="2850945"/>
            <a:ext cx="2622876" cy="1333540"/>
            <a:chOff x="238125" y="1038125"/>
            <a:chExt cx="7146800" cy="3633625"/>
          </a:xfrm>
        </p:grpSpPr>
        <p:sp>
          <p:nvSpPr>
            <p:cNvPr id="1745" name="Google Shape;1745;p9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9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9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9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9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9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9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9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9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9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9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9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7" name="Google Shape;3317;p96"/>
          <p:cNvGrpSpPr/>
          <p:nvPr/>
        </p:nvGrpSpPr>
        <p:grpSpPr>
          <a:xfrm>
            <a:off x="5834044" y="993055"/>
            <a:ext cx="2590840" cy="1380235"/>
            <a:chOff x="233350" y="949250"/>
            <a:chExt cx="7137300" cy="3802300"/>
          </a:xfrm>
        </p:grpSpPr>
        <p:sp>
          <p:nvSpPr>
            <p:cNvPr id="3318" name="Google Shape;3318;p9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96"/>
          <p:cNvGrpSpPr/>
          <p:nvPr/>
        </p:nvGrpSpPr>
        <p:grpSpPr>
          <a:xfrm>
            <a:off x="7648473" y="3037828"/>
            <a:ext cx="104231" cy="320340"/>
            <a:chOff x="7564426" y="3224343"/>
            <a:chExt cx="119985" cy="368801"/>
          </a:xfrm>
        </p:grpSpPr>
        <p:sp>
          <p:nvSpPr>
            <p:cNvPr id="3370" name="Google Shape;3370;p9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96"/>
          <p:cNvGrpSpPr/>
          <p:nvPr/>
        </p:nvGrpSpPr>
        <p:grpSpPr>
          <a:xfrm>
            <a:off x="7347962" y="3031929"/>
            <a:ext cx="189489" cy="332132"/>
            <a:chOff x="8370831" y="3202002"/>
            <a:chExt cx="218129" cy="382376"/>
          </a:xfrm>
        </p:grpSpPr>
        <p:sp>
          <p:nvSpPr>
            <p:cNvPr id="3373" name="Google Shape;3373;p9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96"/>
          <p:cNvGrpSpPr/>
          <p:nvPr/>
        </p:nvGrpSpPr>
        <p:grpSpPr>
          <a:xfrm>
            <a:off x="8071351" y="3443061"/>
            <a:ext cx="309429" cy="267000"/>
            <a:chOff x="6742064" y="3750480"/>
            <a:chExt cx="399315" cy="344560"/>
          </a:xfrm>
        </p:grpSpPr>
        <p:sp>
          <p:nvSpPr>
            <p:cNvPr id="3376" name="Google Shape;3376;p9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96"/>
          <p:cNvGrpSpPr/>
          <p:nvPr/>
        </p:nvGrpSpPr>
        <p:grpSpPr>
          <a:xfrm>
            <a:off x="7610370" y="3794109"/>
            <a:ext cx="180437" cy="281608"/>
            <a:chOff x="7248525" y="3739696"/>
            <a:chExt cx="230531" cy="359790"/>
          </a:xfrm>
        </p:grpSpPr>
        <p:sp>
          <p:nvSpPr>
            <p:cNvPr id="3379" name="Google Shape;3379;p9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96"/>
          <p:cNvGrpSpPr/>
          <p:nvPr/>
        </p:nvGrpSpPr>
        <p:grpSpPr>
          <a:xfrm>
            <a:off x="7856289" y="3437333"/>
            <a:ext cx="162896" cy="278710"/>
            <a:chOff x="7601242" y="3729267"/>
            <a:chExt cx="222566" cy="380803"/>
          </a:xfrm>
        </p:grpSpPr>
        <p:sp>
          <p:nvSpPr>
            <p:cNvPr id="3382" name="Google Shape;3382;p9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9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5" name="Google Shape;3385;p96"/>
          <p:cNvGrpSpPr/>
          <p:nvPr/>
        </p:nvGrpSpPr>
        <p:grpSpPr>
          <a:xfrm>
            <a:off x="7345935" y="3438473"/>
            <a:ext cx="193543" cy="275990"/>
            <a:chOff x="8304647" y="3738687"/>
            <a:chExt cx="225076" cy="320956"/>
          </a:xfrm>
        </p:grpSpPr>
        <p:sp>
          <p:nvSpPr>
            <p:cNvPr id="3386" name="Google Shape;3386;p9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96"/>
          <p:cNvGrpSpPr/>
          <p:nvPr/>
        </p:nvGrpSpPr>
        <p:grpSpPr>
          <a:xfrm>
            <a:off x="7618427" y="3438473"/>
            <a:ext cx="178492" cy="275990"/>
            <a:chOff x="8615101" y="3738687"/>
            <a:chExt cx="207573" cy="320956"/>
          </a:xfrm>
        </p:grpSpPr>
        <p:sp>
          <p:nvSpPr>
            <p:cNvPr id="3390" name="Google Shape;3390;p9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3" name="Google Shape;3393;p9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4" name="Google Shape;3394;p96"/>
          <p:cNvGrpSpPr/>
          <p:nvPr/>
        </p:nvGrpSpPr>
        <p:grpSpPr>
          <a:xfrm>
            <a:off x="6013132" y="3559961"/>
            <a:ext cx="557671" cy="511283"/>
            <a:chOff x="6015419" y="3716859"/>
            <a:chExt cx="557671" cy="511283"/>
          </a:xfrm>
        </p:grpSpPr>
        <p:sp>
          <p:nvSpPr>
            <p:cNvPr id="3395" name="Google Shape;3395;p9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6" name="Google Shape;3396;p96"/>
            <p:cNvGrpSpPr/>
            <p:nvPr/>
          </p:nvGrpSpPr>
          <p:grpSpPr>
            <a:xfrm>
              <a:off x="6036094" y="3716980"/>
              <a:ext cx="529860" cy="510468"/>
              <a:chOff x="6036094" y="3716980"/>
              <a:chExt cx="529860" cy="510468"/>
            </a:xfrm>
          </p:grpSpPr>
          <p:sp>
            <p:nvSpPr>
              <p:cNvPr id="3397" name="Google Shape;3397;p9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7" name="Google Shape;3407;p96"/>
          <p:cNvGrpSpPr/>
          <p:nvPr/>
        </p:nvGrpSpPr>
        <p:grpSpPr>
          <a:xfrm>
            <a:off x="6642017" y="2916730"/>
            <a:ext cx="576302" cy="511871"/>
            <a:chOff x="6644304" y="3073628"/>
            <a:chExt cx="576302" cy="511871"/>
          </a:xfrm>
        </p:grpSpPr>
        <p:sp>
          <p:nvSpPr>
            <p:cNvPr id="3408" name="Google Shape;3408;p9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9" name="Google Shape;3409;p96"/>
            <p:cNvGrpSpPr/>
            <p:nvPr/>
          </p:nvGrpSpPr>
          <p:grpSpPr>
            <a:xfrm>
              <a:off x="6712169" y="3085440"/>
              <a:ext cx="481622" cy="494913"/>
              <a:chOff x="6712169" y="3085440"/>
              <a:chExt cx="481622" cy="494913"/>
            </a:xfrm>
          </p:grpSpPr>
          <p:sp>
            <p:nvSpPr>
              <p:cNvPr id="3410" name="Google Shape;3410;p9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5" name="Google Shape;3415;p9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8" name="Google Shape;3418;p9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 name="Google Shape;3419;p96"/>
          <p:cNvGrpSpPr/>
          <p:nvPr/>
        </p:nvGrpSpPr>
        <p:grpSpPr>
          <a:xfrm>
            <a:off x="6649868" y="3559725"/>
            <a:ext cx="560631" cy="511352"/>
            <a:chOff x="6652154" y="3716623"/>
            <a:chExt cx="560631" cy="511352"/>
          </a:xfrm>
        </p:grpSpPr>
        <p:sp>
          <p:nvSpPr>
            <p:cNvPr id="3420" name="Google Shape;3420;p9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1" name="Google Shape;3421;p96"/>
            <p:cNvGrpSpPr/>
            <p:nvPr/>
          </p:nvGrpSpPr>
          <p:grpSpPr>
            <a:xfrm>
              <a:off x="6669657" y="3716715"/>
              <a:ext cx="466779" cy="464290"/>
              <a:chOff x="6669657" y="3716715"/>
              <a:chExt cx="466779" cy="464290"/>
            </a:xfrm>
          </p:grpSpPr>
          <p:sp>
            <p:nvSpPr>
              <p:cNvPr id="3422" name="Google Shape;3422;p9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5" name="Google Shape;3435;p96"/>
          <p:cNvGrpSpPr/>
          <p:nvPr/>
        </p:nvGrpSpPr>
        <p:grpSpPr>
          <a:xfrm>
            <a:off x="7843959" y="3841134"/>
            <a:ext cx="187557" cy="187557"/>
            <a:chOff x="8565775" y="671075"/>
            <a:chExt cx="441000" cy="441000"/>
          </a:xfrm>
        </p:grpSpPr>
        <p:sp>
          <p:nvSpPr>
            <p:cNvPr id="3436" name="Google Shape;3436;p9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8" name="Google Shape;3438;p9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0" name="Google Shape;3440;p96"/>
          <p:cNvGrpSpPr/>
          <p:nvPr/>
        </p:nvGrpSpPr>
        <p:grpSpPr>
          <a:xfrm>
            <a:off x="5997814" y="2919352"/>
            <a:ext cx="587871" cy="512373"/>
            <a:chOff x="6000100" y="3076250"/>
            <a:chExt cx="587871" cy="512373"/>
          </a:xfrm>
        </p:grpSpPr>
        <p:sp>
          <p:nvSpPr>
            <p:cNvPr id="3441" name="Google Shape;3441;p9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2" name="Google Shape;3442;p96"/>
            <p:cNvGrpSpPr/>
            <p:nvPr/>
          </p:nvGrpSpPr>
          <p:grpSpPr>
            <a:xfrm>
              <a:off x="6031360" y="3076713"/>
              <a:ext cx="539107" cy="480965"/>
              <a:chOff x="6031360" y="3076713"/>
              <a:chExt cx="539107" cy="480965"/>
            </a:xfrm>
          </p:grpSpPr>
          <p:sp>
            <p:nvSpPr>
              <p:cNvPr id="3443" name="Google Shape;3443;p9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0" name="Google Shape;3450;p96"/>
          <p:cNvGrpSpPr/>
          <p:nvPr/>
        </p:nvGrpSpPr>
        <p:grpSpPr>
          <a:xfrm>
            <a:off x="3369305" y="938716"/>
            <a:ext cx="2310381" cy="1488888"/>
            <a:chOff x="229225" y="549050"/>
            <a:chExt cx="7161750" cy="4615275"/>
          </a:xfrm>
        </p:grpSpPr>
        <p:sp>
          <p:nvSpPr>
            <p:cNvPr id="3451" name="Google Shape;3451;p9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96"/>
          <p:cNvGrpSpPr/>
          <p:nvPr/>
        </p:nvGrpSpPr>
        <p:grpSpPr>
          <a:xfrm>
            <a:off x="3514723" y="2830563"/>
            <a:ext cx="2310282" cy="1374222"/>
            <a:chOff x="238125" y="732525"/>
            <a:chExt cx="7130500" cy="4241425"/>
          </a:xfrm>
        </p:grpSpPr>
        <p:sp>
          <p:nvSpPr>
            <p:cNvPr id="3569" name="Google Shape;3569;p9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6" name="Shape 3686"/>
        <p:cNvGrpSpPr/>
        <p:nvPr/>
      </p:nvGrpSpPr>
      <p:grpSpPr>
        <a:xfrm>
          <a:off x="0" y="0"/>
          <a:ext cx="0" cy="0"/>
          <a:chOff x="0" y="0"/>
          <a:chExt cx="0" cy="0"/>
        </a:xfrm>
      </p:grpSpPr>
      <p:grpSp>
        <p:nvGrpSpPr>
          <p:cNvPr id="3687" name="Google Shape;3687;p97"/>
          <p:cNvGrpSpPr/>
          <p:nvPr/>
        </p:nvGrpSpPr>
        <p:grpSpPr>
          <a:xfrm>
            <a:off x="725414" y="969763"/>
            <a:ext cx="2507799" cy="206239"/>
            <a:chOff x="106648" y="895722"/>
            <a:chExt cx="4481413" cy="374300"/>
          </a:xfrm>
        </p:grpSpPr>
        <p:grpSp>
          <p:nvGrpSpPr>
            <p:cNvPr id="3688" name="Google Shape;3688;p97"/>
            <p:cNvGrpSpPr/>
            <p:nvPr/>
          </p:nvGrpSpPr>
          <p:grpSpPr>
            <a:xfrm>
              <a:off x="2233276" y="895722"/>
              <a:ext cx="1082667" cy="223591"/>
              <a:chOff x="4808316" y="2800065"/>
              <a:chExt cx="1999386" cy="412910"/>
            </a:xfrm>
          </p:grpSpPr>
          <p:sp>
            <p:nvSpPr>
              <p:cNvPr id="3689" name="Google Shape;3689;p9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0" name="Google Shape;3690;p97"/>
              <p:cNvGrpSpPr/>
              <p:nvPr/>
            </p:nvGrpSpPr>
            <p:grpSpPr>
              <a:xfrm>
                <a:off x="4808316" y="2800065"/>
                <a:ext cx="92400" cy="411825"/>
                <a:chOff x="845575" y="2563700"/>
                <a:chExt cx="92400" cy="411825"/>
              </a:xfrm>
            </p:grpSpPr>
            <p:cxnSp>
              <p:nvCxnSpPr>
                <p:cNvPr id="3691" name="Google Shape;3691;p9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92" name="Google Shape;3692;p9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3" name="Google Shape;3693;p97"/>
            <p:cNvGrpSpPr/>
            <p:nvPr/>
          </p:nvGrpSpPr>
          <p:grpSpPr>
            <a:xfrm>
              <a:off x="106648" y="895722"/>
              <a:ext cx="1088401" cy="223591"/>
              <a:chOff x="881025" y="2800065"/>
              <a:chExt cx="2009975" cy="412910"/>
            </a:xfrm>
          </p:grpSpPr>
          <p:sp>
            <p:nvSpPr>
              <p:cNvPr id="3694" name="Google Shape;3694;p9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97"/>
              <p:cNvGrpSpPr/>
              <p:nvPr/>
            </p:nvGrpSpPr>
            <p:grpSpPr>
              <a:xfrm>
                <a:off x="881025" y="2800065"/>
                <a:ext cx="92400" cy="411825"/>
                <a:chOff x="845575" y="2563700"/>
                <a:chExt cx="92400" cy="411825"/>
              </a:xfrm>
            </p:grpSpPr>
            <p:cxnSp>
              <p:nvCxnSpPr>
                <p:cNvPr id="3696" name="Google Shape;3696;p9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97" name="Google Shape;3697;p9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8" name="Google Shape;3698;p97"/>
            <p:cNvGrpSpPr/>
            <p:nvPr/>
          </p:nvGrpSpPr>
          <p:grpSpPr>
            <a:xfrm>
              <a:off x="1172346" y="1047018"/>
              <a:ext cx="1083151" cy="223003"/>
              <a:chOff x="2849073" y="3079467"/>
              <a:chExt cx="2000279" cy="411825"/>
            </a:xfrm>
          </p:grpSpPr>
          <p:sp>
            <p:nvSpPr>
              <p:cNvPr id="3699" name="Google Shape;3699;p9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0" name="Google Shape;3700;p97"/>
              <p:cNvGrpSpPr/>
              <p:nvPr/>
            </p:nvGrpSpPr>
            <p:grpSpPr>
              <a:xfrm rot="10800000">
                <a:off x="2849073" y="3079467"/>
                <a:ext cx="92400" cy="411825"/>
                <a:chOff x="2070100" y="2563700"/>
                <a:chExt cx="92400" cy="411825"/>
              </a:xfrm>
            </p:grpSpPr>
            <p:cxnSp>
              <p:nvCxnSpPr>
                <p:cNvPr id="3701" name="Google Shape;3701;p9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02" name="Google Shape;3702;p9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3" name="Google Shape;3703;p97"/>
            <p:cNvGrpSpPr/>
            <p:nvPr/>
          </p:nvGrpSpPr>
          <p:grpSpPr>
            <a:xfrm>
              <a:off x="3290132" y="1047018"/>
              <a:ext cx="1297929" cy="223003"/>
              <a:chOff x="6760035" y="3079467"/>
              <a:chExt cx="2396914" cy="411825"/>
            </a:xfrm>
          </p:grpSpPr>
          <p:sp>
            <p:nvSpPr>
              <p:cNvPr id="3704" name="Google Shape;3704;p9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5" name="Google Shape;3705;p97"/>
              <p:cNvGrpSpPr/>
              <p:nvPr/>
            </p:nvGrpSpPr>
            <p:grpSpPr>
              <a:xfrm rot="10800000">
                <a:off x="6760035" y="3079467"/>
                <a:ext cx="92400" cy="411825"/>
                <a:chOff x="2070100" y="2563700"/>
                <a:chExt cx="92400" cy="411825"/>
              </a:xfrm>
            </p:grpSpPr>
            <p:cxnSp>
              <p:nvCxnSpPr>
                <p:cNvPr id="3706" name="Google Shape;3706;p9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07" name="Google Shape;3707;p9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08" name="Google Shape;3708;p97"/>
          <p:cNvGrpSpPr/>
          <p:nvPr/>
        </p:nvGrpSpPr>
        <p:grpSpPr>
          <a:xfrm>
            <a:off x="2143176" y="3369134"/>
            <a:ext cx="1086701" cy="799429"/>
            <a:chOff x="2183288" y="3555572"/>
            <a:chExt cx="1136241" cy="835873"/>
          </a:xfrm>
        </p:grpSpPr>
        <p:sp>
          <p:nvSpPr>
            <p:cNvPr id="3709" name="Google Shape;3709;p9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0" name="Google Shape;3710;p97"/>
            <p:cNvGrpSpPr/>
            <p:nvPr/>
          </p:nvGrpSpPr>
          <p:grpSpPr>
            <a:xfrm>
              <a:off x="2205895" y="3637269"/>
              <a:ext cx="1089848" cy="724993"/>
              <a:chOff x="2205895" y="3637269"/>
              <a:chExt cx="1089848" cy="724993"/>
            </a:xfrm>
          </p:grpSpPr>
          <p:sp>
            <p:nvSpPr>
              <p:cNvPr id="3711" name="Google Shape;3711;p9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7" name="Google Shape;3717;p9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8" name="Google Shape;3718;p9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19" name="Google Shape;3719;p97"/>
            <p:cNvGrpSpPr/>
            <p:nvPr/>
          </p:nvGrpSpPr>
          <p:grpSpPr>
            <a:xfrm>
              <a:off x="3173850" y="3779426"/>
              <a:ext cx="145679" cy="70048"/>
              <a:chOff x="3173850" y="3779426"/>
              <a:chExt cx="145679" cy="70048"/>
            </a:xfrm>
          </p:grpSpPr>
          <p:cxnSp>
            <p:nvCxnSpPr>
              <p:cNvPr id="3720" name="Google Shape;3720;p9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21" name="Google Shape;3721;p9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97"/>
            <p:cNvGrpSpPr/>
            <p:nvPr/>
          </p:nvGrpSpPr>
          <p:grpSpPr>
            <a:xfrm>
              <a:off x="2183288" y="4139483"/>
              <a:ext cx="145133" cy="70048"/>
              <a:chOff x="2183288" y="4139483"/>
              <a:chExt cx="145133" cy="70048"/>
            </a:xfrm>
          </p:grpSpPr>
          <p:cxnSp>
            <p:nvCxnSpPr>
              <p:cNvPr id="3723" name="Google Shape;3723;p9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24" name="Google Shape;3724;p9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5" name="Google Shape;3725;p9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6" name="Google Shape;3726;p9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27" name="Google Shape;3727;p97"/>
            <p:cNvGrpSpPr/>
            <p:nvPr/>
          </p:nvGrpSpPr>
          <p:grpSpPr>
            <a:xfrm>
              <a:off x="2943836" y="4268886"/>
              <a:ext cx="60717" cy="122559"/>
              <a:chOff x="2943836" y="4268886"/>
              <a:chExt cx="60717" cy="122559"/>
            </a:xfrm>
          </p:grpSpPr>
          <p:sp>
            <p:nvSpPr>
              <p:cNvPr id="3728" name="Google Shape;3728;p9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9" name="Google Shape;3729;p9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30" name="Google Shape;3730;p97"/>
          <p:cNvGrpSpPr/>
          <p:nvPr/>
        </p:nvGrpSpPr>
        <p:grpSpPr>
          <a:xfrm>
            <a:off x="3406121" y="1290134"/>
            <a:ext cx="1675870" cy="758251"/>
            <a:chOff x="3530532" y="1496185"/>
            <a:chExt cx="1562000" cy="706730"/>
          </a:xfrm>
        </p:grpSpPr>
        <p:cxnSp>
          <p:nvCxnSpPr>
            <p:cNvPr id="3731" name="Google Shape;3731;p9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32" name="Google Shape;3732;p97"/>
            <p:cNvGrpSpPr/>
            <p:nvPr/>
          </p:nvGrpSpPr>
          <p:grpSpPr>
            <a:xfrm>
              <a:off x="3530532" y="1496185"/>
              <a:ext cx="323430" cy="463587"/>
              <a:chOff x="3530532" y="1496185"/>
              <a:chExt cx="323430" cy="463587"/>
            </a:xfrm>
          </p:grpSpPr>
          <p:grpSp>
            <p:nvGrpSpPr>
              <p:cNvPr id="3733" name="Google Shape;3733;p97"/>
              <p:cNvGrpSpPr/>
              <p:nvPr/>
            </p:nvGrpSpPr>
            <p:grpSpPr>
              <a:xfrm>
                <a:off x="3567462" y="1496185"/>
                <a:ext cx="286500" cy="361376"/>
                <a:chOff x="3567462" y="1496185"/>
                <a:chExt cx="286500" cy="361376"/>
              </a:xfrm>
            </p:grpSpPr>
            <p:cxnSp>
              <p:nvCxnSpPr>
                <p:cNvPr id="3734" name="Google Shape;3734;p9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35" name="Google Shape;3735;p9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6" name="Google Shape;3736;p9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7" name="Google Shape;3737;p97"/>
            <p:cNvGrpSpPr/>
            <p:nvPr/>
          </p:nvGrpSpPr>
          <p:grpSpPr>
            <a:xfrm>
              <a:off x="3891569" y="1779209"/>
              <a:ext cx="323945" cy="423706"/>
              <a:chOff x="3891569" y="1779209"/>
              <a:chExt cx="323945" cy="423706"/>
            </a:xfrm>
          </p:grpSpPr>
          <p:grpSp>
            <p:nvGrpSpPr>
              <p:cNvPr id="3738" name="Google Shape;3738;p97"/>
              <p:cNvGrpSpPr/>
              <p:nvPr/>
            </p:nvGrpSpPr>
            <p:grpSpPr>
              <a:xfrm>
                <a:off x="3929014" y="1881638"/>
                <a:ext cx="286500" cy="321278"/>
                <a:chOff x="3929014" y="1881638"/>
                <a:chExt cx="286500" cy="321278"/>
              </a:xfrm>
            </p:grpSpPr>
            <p:cxnSp>
              <p:nvCxnSpPr>
                <p:cNvPr id="3739" name="Google Shape;3739;p9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40" name="Google Shape;3740;p9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1" name="Google Shape;3741;p9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97"/>
            <p:cNvGrpSpPr/>
            <p:nvPr/>
          </p:nvGrpSpPr>
          <p:grpSpPr>
            <a:xfrm>
              <a:off x="4252606" y="1496185"/>
              <a:ext cx="324721" cy="463587"/>
              <a:chOff x="4252606" y="1496185"/>
              <a:chExt cx="324721" cy="463587"/>
            </a:xfrm>
          </p:grpSpPr>
          <p:grpSp>
            <p:nvGrpSpPr>
              <p:cNvPr id="3743" name="Google Shape;3743;p97"/>
              <p:cNvGrpSpPr/>
              <p:nvPr/>
            </p:nvGrpSpPr>
            <p:grpSpPr>
              <a:xfrm>
                <a:off x="4290828" y="1496185"/>
                <a:ext cx="286500" cy="361376"/>
                <a:chOff x="4290828" y="1496185"/>
                <a:chExt cx="286500" cy="361376"/>
              </a:xfrm>
            </p:grpSpPr>
            <p:cxnSp>
              <p:nvCxnSpPr>
                <p:cNvPr id="3744" name="Google Shape;3744;p9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45" name="Google Shape;3745;p9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6" name="Google Shape;3746;p9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97"/>
            <p:cNvGrpSpPr/>
            <p:nvPr/>
          </p:nvGrpSpPr>
          <p:grpSpPr>
            <a:xfrm>
              <a:off x="4613643" y="1763716"/>
              <a:ext cx="325308" cy="439200"/>
              <a:chOff x="4613643" y="1763716"/>
              <a:chExt cx="325308" cy="439200"/>
            </a:xfrm>
          </p:grpSpPr>
          <p:grpSp>
            <p:nvGrpSpPr>
              <p:cNvPr id="3748" name="Google Shape;3748;p97"/>
              <p:cNvGrpSpPr/>
              <p:nvPr/>
            </p:nvGrpSpPr>
            <p:grpSpPr>
              <a:xfrm>
                <a:off x="4652451" y="1879538"/>
                <a:ext cx="286500" cy="323378"/>
                <a:chOff x="4652451" y="1879538"/>
                <a:chExt cx="286500" cy="323378"/>
              </a:xfrm>
            </p:grpSpPr>
            <p:cxnSp>
              <p:nvCxnSpPr>
                <p:cNvPr id="3749" name="Google Shape;3749;p9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50" name="Google Shape;3750;p9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1" name="Google Shape;3751;p9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2" name="Google Shape;3752;p97"/>
          <p:cNvGrpSpPr/>
          <p:nvPr/>
        </p:nvGrpSpPr>
        <p:grpSpPr>
          <a:xfrm>
            <a:off x="3417981" y="2143759"/>
            <a:ext cx="1652173" cy="391517"/>
            <a:chOff x="3512551" y="2358270"/>
            <a:chExt cx="1597383" cy="378533"/>
          </a:xfrm>
        </p:grpSpPr>
        <p:cxnSp>
          <p:nvCxnSpPr>
            <p:cNvPr id="3753" name="Google Shape;3753;p97"/>
            <p:cNvCxnSpPr>
              <a:stCxn id="3754" idx="6"/>
              <a:endCxn id="375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56" name="Google Shape;3756;p97"/>
            <p:cNvGrpSpPr/>
            <p:nvPr/>
          </p:nvGrpSpPr>
          <p:grpSpPr>
            <a:xfrm>
              <a:off x="3512551" y="2358270"/>
              <a:ext cx="225647" cy="307714"/>
              <a:chOff x="2182679" y="2004714"/>
              <a:chExt cx="792300" cy="1080458"/>
            </a:xfrm>
          </p:grpSpPr>
          <p:cxnSp>
            <p:nvCxnSpPr>
              <p:cNvPr id="3757" name="Google Shape;3757;p97"/>
              <p:cNvCxnSpPr>
                <a:stCxn id="375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54" name="Google Shape;3754;p9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97"/>
            <p:cNvGrpSpPr/>
            <p:nvPr/>
          </p:nvGrpSpPr>
          <p:grpSpPr>
            <a:xfrm>
              <a:off x="3969644" y="2440153"/>
              <a:ext cx="225853" cy="296651"/>
              <a:chOff x="3775710" y="1729289"/>
              <a:chExt cx="136500" cy="179289"/>
            </a:xfrm>
          </p:grpSpPr>
          <p:cxnSp>
            <p:nvCxnSpPr>
              <p:cNvPr id="3760" name="Google Shape;3760;p9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61" name="Google Shape;3761;p9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97"/>
            <p:cNvGrpSpPr/>
            <p:nvPr/>
          </p:nvGrpSpPr>
          <p:grpSpPr>
            <a:xfrm>
              <a:off x="4427051" y="2358270"/>
              <a:ext cx="225647" cy="307714"/>
              <a:chOff x="5393704" y="2004714"/>
              <a:chExt cx="792300" cy="1080458"/>
            </a:xfrm>
          </p:grpSpPr>
          <p:cxnSp>
            <p:nvCxnSpPr>
              <p:cNvPr id="3764" name="Google Shape;3764;p97"/>
              <p:cNvCxnSpPr>
                <a:stCxn id="376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66" name="Google Shape;3766;p9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97"/>
            <p:cNvGrpSpPr/>
            <p:nvPr/>
          </p:nvGrpSpPr>
          <p:grpSpPr>
            <a:xfrm>
              <a:off x="4884287" y="2440252"/>
              <a:ext cx="225647" cy="296532"/>
              <a:chOff x="6999166" y="2292572"/>
              <a:chExt cx="792300" cy="1041192"/>
            </a:xfrm>
          </p:grpSpPr>
          <p:cxnSp>
            <p:nvCxnSpPr>
              <p:cNvPr id="3768" name="Google Shape;3768;p9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55" name="Google Shape;3755;p9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0" name="Google Shape;3770;p97"/>
          <p:cNvGrpSpPr/>
          <p:nvPr/>
        </p:nvGrpSpPr>
        <p:grpSpPr>
          <a:xfrm>
            <a:off x="3406504" y="2674269"/>
            <a:ext cx="1675128" cy="313674"/>
            <a:chOff x="998425" y="1182125"/>
            <a:chExt cx="1065400" cy="199500"/>
          </a:xfrm>
        </p:grpSpPr>
        <p:sp>
          <p:nvSpPr>
            <p:cNvPr id="3771" name="Google Shape;3771;p9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97"/>
          <p:cNvGrpSpPr/>
          <p:nvPr/>
        </p:nvGrpSpPr>
        <p:grpSpPr>
          <a:xfrm>
            <a:off x="3406503" y="3630235"/>
            <a:ext cx="1675129" cy="525345"/>
            <a:chOff x="5194708" y="3484366"/>
            <a:chExt cx="3148148" cy="987304"/>
          </a:xfrm>
        </p:grpSpPr>
        <p:grpSp>
          <p:nvGrpSpPr>
            <p:cNvPr id="3777" name="Google Shape;3777;p97"/>
            <p:cNvGrpSpPr/>
            <p:nvPr/>
          </p:nvGrpSpPr>
          <p:grpSpPr>
            <a:xfrm>
              <a:off x="7531521" y="3484366"/>
              <a:ext cx="811335" cy="987304"/>
              <a:chOff x="3379425" y="1617275"/>
              <a:chExt cx="1090650" cy="1327200"/>
            </a:xfrm>
          </p:grpSpPr>
          <p:sp>
            <p:nvSpPr>
              <p:cNvPr id="3778" name="Google Shape;3778;p9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97"/>
            <p:cNvGrpSpPr/>
            <p:nvPr/>
          </p:nvGrpSpPr>
          <p:grpSpPr>
            <a:xfrm>
              <a:off x="6752546" y="3484366"/>
              <a:ext cx="811428" cy="987304"/>
              <a:chOff x="2332275" y="1617275"/>
              <a:chExt cx="1090775" cy="1327200"/>
            </a:xfrm>
          </p:grpSpPr>
          <p:sp>
            <p:nvSpPr>
              <p:cNvPr id="3782" name="Google Shape;3782;p9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97"/>
            <p:cNvGrpSpPr/>
            <p:nvPr/>
          </p:nvGrpSpPr>
          <p:grpSpPr>
            <a:xfrm>
              <a:off x="5973664" y="3484366"/>
              <a:ext cx="811335" cy="987304"/>
              <a:chOff x="1285250" y="1617275"/>
              <a:chExt cx="1090650" cy="1327200"/>
            </a:xfrm>
          </p:grpSpPr>
          <p:sp>
            <p:nvSpPr>
              <p:cNvPr id="3786" name="Google Shape;3786;p9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97"/>
            <p:cNvGrpSpPr/>
            <p:nvPr/>
          </p:nvGrpSpPr>
          <p:grpSpPr>
            <a:xfrm>
              <a:off x="5194708" y="3484366"/>
              <a:ext cx="811409" cy="987304"/>
              <a:chOff x="238125" y="1617275"/>
              <a:chExt cx="1090750" cy="1327200"/>
            </a:xfrm>
          </p:grpSpPr>
          <p:sp>
            <p:nvSpPr>
              <p:cNvPr id="3790" name="Google Shape;3790;p9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3" name="Google Shape;3793;p97"/>
          <p:cNvGrpSpPr/>
          <p:nvPr/>
        </p:nvGrpSpPr>
        <p:grpSpPr>
          <a:xfrm>
            <a:off x="6840188" y="2276124"/>
            <a:ext cx="1579046" cy="522230"/>
            <a:chOff x="6853641" y="2534077"/>
            <a:chExt cx="1515545" cy="501229"/>
          </a:xfrm>
        </p:grpSpPr>
        <p:grpSp>
          <p:nvGrpSpPr>
            <p:cNvPr id="3794" name="Google Shape;3794;p97"/>
            <p:cNvGrpSpPr/>
            <p:nvPr/>
          </p:nvGrpSpPr>
          <p:grpSpPr>
            <a:xfrm>
              <a:off x="6853641" y="2618923"/>
              <a:ext cx="1515545" cy="324556"/>
              <a:chOff x="6853641" y="2618923"/>
              <a:chExt cx="1515545" cy="324556"/>
            </a:xfrm>
          </p:grpSpPr>
          <p:sp>
            <p:nvSpPr>
              <p:cNvPr id="3795" name="Google Shape;3795;p9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0" name="Google Shape;3800;p9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97"/>
          <p:cNvGrpSpPr/>
          <p:nvPr/>
        </p:nvGrpSpPr>
        <p:grpSpPr>
          <a:xfrm>
            <a:off x="3435080" y="3151165"/>
            <a:ext cx="1617976" cy="346616"/>
            <a:chOff x="1808063" y="4294338"/>
            <a:chExt cx="3370782" cy="721817"/>
          </a:xfrm>
        </p:grpSpPr>
        <p:sp>
          <p:nvSpPr>
            <p:cNvPr id="3806" name="Google Shape;3806;p9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97"/>
          <p:cNvGrpSpPr/>
          <p:nvPr/>
        </p:nvGrpSpPr>
        <p:grpSpPr>
          <a:xfrm>
            <a:off x="5261076" y="3817915"/>
            <a:ext cx="1417067" cy="350605"/>
            <a:chOff x="4234950" y="2101012"/>
            <a:chExt cx="4219974" cy="1044090"/>
          </a:xfrm>
        </p:grpSpPr>
        <p:sp>
          <p:nvSpPr>
            <p:cNvPr id="3817" name="Google Shape;3817;p9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97"/>
          <p:cNvGrpSpPr/>
          <p:nvPr/>
        </p:nvGrpSpPr>
        <p:grpSpPr>
          <a:xfrm>
            <a:off x="6836548" y="1808672"/>
            <a:ext cx="1586327" cy="371557"/>
            <a:chOff x="1247650" y="2075423"/>
            <a:chExt cx="6648477" cy="1557238"/>
          </a:xfrm>
        </p:grpSpPr>
        <p:sp>
          <p:nvSpPr>
            <p:cNvPr id="3834" name="Google Shape;3834;p9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0" name="Google Shape;3840;p97"/>
          <p:cNvSpPr/>
          <p:nvPr/>
        </p:nvSpPr>
        <p:spPr>
          <a:xfrm>
            <a:off x="5096281" y="672312"/>
            <a:ext cx="424500" cy="4245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7"/>
          <p:cNvSpPr/>
          <p:nvPr/>
        </p:nvSpPr>
        <p:spPr>
          <a:xfrm>
            <a:off x="6258996" y="961862"/>
            <a:ext cx="424424" cy="424424"/>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7"/>
          <p:cNvSpPr/>
          <p:nvPr/>
        </p:nvSpPr>
        <p:spPr>
          <a:xfrm>
            <a:off x="6258996" y="1575585"/>
            <a:ext cx="424424" cy="424424"/>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43" name="Google Shape;3843;p97"/>
          <p:cNvCxnSpPr>
            <a:stCxn id="3840" idx="6"/>
            <a:endCxn id="3841" idx="2"/>
          </p:cNvCxnSpPr>
          <p:nvPr/>
        </p:nvCxnSpPr>
        <p:spPr>
          <a:xfrm>
            <a:off x="5520781" y="884562"/>
            <a:ext cx="738300" cy="289500"/>
          </a:xfrm>
          <a:prstGeom prst="bentConnector3">
            <a:avLst>
              <a:gd fmla="val 49994" name="adj1"/>
            </a:avLst>
          </a:prstGeom>
          <a:noFill/>
          <a:ln cap="flat" cmpd="sng" w="19050">
            <a:solidFill>
              <a:srgbClr val="374957"/>
            </a:solidFill>
            <a:prstDash val="solid"/>
            <a:round/>
            <a:headEnd len="med" w="med" type="none"/>
            <a:tailEnd len="med" w="med" type="none"/>
          </a:ln>
        </p:spPr>
      </p:cxnSp>
      <p:cxnSp>
        <p:nvCxnSpPr>
          <p:cNvPr id="3844" name="Google Shape;3844;p97"/>
          <p:cNvCxnSpPr>
            <a:stCxn id="3841" idx="4"/>
            <a:endCxn id="3845" idx="0"/>
          </p:cNvCxnSpPr>
          <p:nvPr/>
        </p:nvCxnSpPr>
        <p:spPr>
          <a:xfrm rot="5400000">
            <a:off x="5880958" y="985336"/>
            <a:ext cx="189300" cy="9912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46" name="Google Shape;3846;p97"/>
          <p:cNvCxnSpPr>
            <a:stCxn id="3845" idx="6"/>
            <a:endCxn id="3842" idx="2"/>
          </p:cNvCxnSpPr>
          <p:nvPr/>
        </p:nvCxnSpPr>
        <p:spPr>
          <a:xfrm>
            <a:off x="5692242" y="1787797"/>
            <a:ext cx="5667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47" name="Google Shape;3847;p97"/>
          <p:cNvCxnSpPr>
            <a:stCxn id="3842" idx="4"/>
            <a:endCxn id="3848" idx="0"/>
          </p:cNvCxnSpPr>
          <p:nvPr/>
        </p:nvCxnSpPr>
        <p:spPr>
          <a:xfrm rot="5400000">
            <a:off x="5882608" y="1597408"/>
            <a:ext cx="186000" cy="9912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45" name="Google Shape;3845;p97"/>
          <p:cNvSpPr/>
          <p:nvPr/>
        </p:nvSpPr>
        <p:spPr>
          <a:xfrm>
            <a:off x="5267818" y="1575585"/>
            <a:ext cx="424424" cy="424424"/>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7"/>
          <p:cNvSpPr/>
          <p:nvPr/>
        </p:nvSpPr>
        <p:spPr>
          <a:xfrm>
            <a:off x="5267818" y="2185971"/>
            <a:ext cx="424424" cy="424424"/>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7"/>
          <p:cNvSpPr/>
          <p:nvPr/>
        </p:nvSpPr>
        <p:spPr>
          <a:xfrm>
            <a:off x="6258996" y="2185971"/>
            <a:ext cx="424424" cy="424424"/>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50" name="Google Shape;3850;p97"/>
          <p:cNvCxnSpPr>
            <a:endCxn id="3849" idx="2"/>
          </p:cNvCxnSpPr>
          <p:nvPr/>
        </p:nvCxnSpPr>
        <p:spPr>
          <a:xfrm>
            <a:off x="5691996" y="2397583"/>
            <a:ext cx="567000" cy="600"/>
          </a:xfrm>
          <a:prstGeom prst="bentConnector3">
            <a:avLst>
              <a:gd fmla="val 50000" name="adj1"/>
            </a:avLst>
          </a:prstGeom>
          <a:noFill/>
          <a:ln cap="flat" cmpd="sng" w="19050">
            <a:solidFill>
              <a:srgbClr val="374957"/>
            </a:solidFill>
            <a:prstDash val="solid"/>
            <a:round/>
            <a:headEnd len="med" w="med" type="none"/>
            <a:tailEnd len="med" w="med" type="none"/>
          </a:ln>
        </p:spPr>
      </p:cxnSp>
      <p:grpSp>
        <p:nvGrpSpPr>
          <p:cNvPr id="3851" name="Google Shape;3851;p97"/>
          <p:cNvGrpSpPr/>
          <p:nvPr/>
        </p:nvGrpSpPr>
        <p:grpSpPr>
          <a:xfrm>
            <a:off x="3425084" y="979946"/>
            <a:ext cx="1637968" cy="154942"/>
            <a:chOff x="238125" y="2506075"/>
            <a:chExt cx="7115411" cy="673075"/>
          </a:xfrm>
        </p:grpSpPr>
        <p:sp>
          <p:nvSpPr>
            <p:cNvPr id="3852" name="Google Shape;3852;p9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97"/>
          <p:cNvGrpSpPr/>
          <p:nvPr/>
        </p:nvGrpSpPr>
        <p:grpSpPr>
          <a:xfrm>
            <a:off x="7383774" y="913359"/>
            <a:ext cx="1036839" cy="799434"/>
            <a:chOff x="929747" y="2046076"/>
            <a:chExt cx="2852377" cy="2398543"/>
          </a:xfrm>
        </p:grpSpPr>
        <p:cxnSp>
          <p:nvCxnSpPr>
            <p:cNvPr id="3858" name="Google Shape;3858;p97"/>
            <p:cNvCxnSpPr>
              <a:stCxn id="3859" idx="0"/>
              <a:endCxn id="386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61" name="Google Shape;3861;p97"/>
            <p:cNvCxnSpPr>
              <a:stCxn id="3860" idx="4"/>
              <a:endCxn id="386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63" name="Google Shape;3863;p97"/>
            <p:cNvCxnSpPr>
              <a:stCxn id="3862" idx="0"/>
              <a:endCxn id="386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864" name="Google Shape;3864;p9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60" name="Google Shape;3860;p9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65" name="Google Shape;3865;p97"/>
            <p:cNvSpPr/>
            <p:nvPr/>
          </p:nvSpPr>
          <p:spPr>
            <a:xfrm>
              <a:off x="929747" y="2046076"/>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62" name="Google Shape;3862;p9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59" name="Google Shape;3859;p9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866" name="Google Shape;3866;p97"/>
          <p:cNvGrpSpPr/>
          <p:nvPr/>
        </p:nvGrpSpPr>
        <p:grpSpPr>
          <a:xfrm>
            <a:off x="1965820" y="1294664"/>
            <a:ext cx="1262932" cy="785408"/>
            <a:chOff x="548861" y="389676"/>
            <a:chExt cx="3843371" cy="2390163"/>
          </a:xfrm>
        </p:grpSpPr>
        <p:cxnSp>
          <p:nvCxnSpPr>
            <p:cNvPr id="3867" name="Google Shape;3867;p9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68" name="Google Shape;3868;p9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69" name="Google Shape;3869;p9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70" name="Google Shape;3870;p9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871" name="Google Shape;3871;p9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872" name="Google Shape;3872;p9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73" name="Google Shape;3873;p9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874" name="Google Shape;3874;p9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97"/>
          <p:cNvGrpSpPr/>
          <p:nvPr/>
        </p:nvGrpSpPr>
        <p:grpSpPr>
          <a:xfrm>
            <a:off x="753952" y="2401541"/>
            <a:ext cx="1412054" cy="633562"/>
            <a:chOff x="1187400" y="2529299"/>
            <a:chExt cx="6769193" cy="2241903"/>
          </a:xfrm>
        </p:grpSpPr>
        <p:sp>
          <p:nvSpPr>
            <p:cNvPr id="3881" name="Google Shape;3881;p9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82" name="Google Shape;3882;p9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83" name="Google Shape;3883;p9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84" name="Google Shape;3884;p9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85" name="Google Shape;3885;p9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86" name="Google Shape;3886;p9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87" name="Google Shape;3887;p9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888" name="Google Shape;3888;p97"/>
            <p:cNvCxnSpPr>
              <a:stCxn id="3881" idx="2"/>
              <a:endCxn id="388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89" name="Google Shape;3889;p97"/>
            <p:cNvCxnSpPr>
              <a:stCxn id="3883" idx="0"/>
              <a:endCxn id="388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0" name="Google Shape;3890;p97"/>
            <p:cNvCxnSpPr>
              <a:stCxn id="3883" idx="2"/>
              <a:endCxn id="388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1" name="Google Shape;3891;p97"/>
            <p:cNvCxnSpPr>
              <a:stCxn id="3884" idx="0"/>
              <a:endCxn id="388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2" name="Google Shape;3892;p97"/>
            <p:cNvCxnSpPr>
              <a:stCxn id="3882" idx="2"/>
              <a:endCxn id="388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3" name="Google Shape;3893;p97"/>
            <p:cNvCxnSpPr>
              <a:stCxn id="3886" idx="0"/>
              <a:endCxn id="388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894" name="Google Shape;3894;p97"/>
          <p:cNvGrpSpPr/>
          <p:nvPr/>
        </p:nvGrpSpPr>
        <p:grpSpPr>
          <a:xfrm>
            <a:off x="6840198" y="2894250"/>
            <a:ext cx="1579035" cy="540873"/>
            <a:chOff x="6895650" y="3126697"/>
            <a:chExt cx="1436662" cy="492105"/>
          </a:xfrm>
        </p:grpSpPr>
        <p:sp>
          <p:nvSpPr>
            <p:cNvPr id="3895" name="Google Shape;3895;p9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0" name="Google Shape;3900;p97"/>
            <p:cNvGrpSpPr/>
            <p:nvPr/>
          </p:nvGrpSpPr>
          <p:grpSpPr>
            <a:xfrm>
              <a:off x="6995957" y="3335810"/>
              <a:ext cx="1230393" cy="71754"/>
              <a:chOff x="6995957" y="3287964"/>
              <a:chExt cx="1230393" cy="71754"/>
            </a:xfrm>
          </p:grpSpPr>
          <p:sp>
            <p:nvSpPr>
              <p:cNvPr id="3901" name="Google Shape;3901;p9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6" name="Google Shape;3906;p97"/>
          <p:cNvGrpSpPr/>
          <p:nvPr/>
        </p:nvGrpSpPr>
        <p:grpSpPr>
          <a:xfrm>
            <a:off x="6838780" y="3531013"/>
            <a:ext cx="1581862" cy="650625"/>
            <a:chOff x="6777990" y="3710194"/>
            <a:chExt cx="1646915" cy="677382"/>
          </a:xfrm>
        </p:grpSpPr>
        <p:grpSp>
          <p:nvGrpSpPr>
            <p:cNvPr id="3907" name="Google Shape;3907;p97"/>
            <p:cNvGrpSpPr/>
            <p:nvPr/>
          </p:nvGrpSpPr>
          <p:grpSpPr>
            <a:xfrm>
              <a:off x="6777990" y="3874492"/>
              <a:ext cx="411129" cy="513083"/>
              <a:chOff x="6777990" y="3874492"/>
              <a:chExt cx="411129" cy="513083"/>
            </a:xfrm>
          </p:grpSpPr>
          <p:cxnSp>
            <p:nvCxnSpPr>
              <p:cNvPr id="3908" name="Google Shape;3908;p9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09" name="Google Shape;3909;p9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97"/>
            <p:cNvGrpSpPr/>
            <p:nvPr/>
          </p:nvGrpSpPr>
          <p:grpSpPr>
            <a:xfrm>
              <a:off x="7188425" y="3710194"/>
              <a:ext cx="411123" cy="520535"/>
              <a:chOff x="7188425" y="3710194"/>
              <a:chExt cx="411123" cy="520535"/>
            </a:xfrm>
          </p:grpSpPr>
          <p:cxnSp>
            <p:nvCxnSpPr>
              <p:cNvPr id="3911" name="Google Shape;3911;p9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12" name="Google Shape;3912;p9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97"/>
            <p:cNvGrpSpPr/>
            <p:nvPr/>
          </p:nvGrpSpPr>
          <p:grpSpPr>
            <a:xfrm>
              <a:off x="7603341" y="3874492"/>
              <a:ext cx="411474" cy="513083"/>
              <a:chOff x="7603341" y="3874492"/>
              <a:chExt cx="411474" cy="513083"/>
            </a:xfrm>
          </p:grpSpPr>
          <p:cxnSp>
            <p:nvCxnSpPr>
              <p:cNvPr id="3914" name="Google Shape;3914;p9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15" name="Google Shape;3915;p9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97"/>
            <p:cNvGrpSpPr/>
            <p:nvPr/>
          </p:nvGrpSpPr>
          <p:grpSpPr>
            <a:xfrm>
              <a:off x="8013776" y="3722847"/>
              <a:ext cx="411129" cy="507881"/>
              <a:chOff x="8013776" y="3722847"/>
              <a:chExt cx="411129" cy="507881"/>
            </a:xfrm>
          </p:grpSpPr>
          <p:cxnSp>
            <p:nvCxnSpPr>
              <p:cNvPr id="3917" name="Google Shape;3917;p9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18" name="Google Shape;3918;p9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9" name="Google Shape;3919;p97"/>
          <p:cNvGrpSpPr/>
          <p:nvPr/>
        </p:nvGrpSpPr>
        <p:grpSpPr>
          <a:xfrm>
            <a:off x="5258295" y="2703853"/>
            <a:ext cx="1421889" cy="1020603"/>
            <a:chOff x="5190863" y="2824811"/>
            <a:chExt cx="1544860" cy="1108869"/>
          </a:xfrm>
        </p:grpSpPr>
        <p:grpSp>
          <p:nvGrpSpPr>
            <p:cNvPr id="3920" name="Google Shape;3920;p97"/>
            <p:cNvGrpSpPr/>
            <p:nvPr/>
          </p:nvGrpSpPr>
          <p:grpSpPr>
            <a:xfrm>
              <a:off x="5938695" y="3176919"/>
              <a:ext cx="685761" cy="404739"/>
              <a:chOff x="5938695" y="3176919"/>
              <a:chExt cx="685761" cy="404739"/>
            </a:xfrm>
          </p:grpSpPr>
          <p:grpSp>
            <p:nvGrpSpPr>
              <p:cNvPr id="3921" name="Google Shape;3921;p97"/>
              <p:cNvGrpSpPr/>
              <p:nvPr/>
            </p:nvGrpSpPr>
            <p:grpSpPr>
              <a:xfrm>
                <a:off x="5938695" y="3176919"/>
                <a:ext cx="685761" cy="404739"/>
                <a:chOff x="5938695" y="3176919"/>
                <a:chExt cx="685761" cy="404739"/>
              </a:xfrm>
            </p:grpSpPr>
            <p:sp>
              <p:nvSpPr>
                <p:cNvPr id="3922" name="Google Shape;3922;p9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 name="Google Shape;3924;p9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97"/>
            <p:cNvGrpSpPr/>
            <p:nvPr/>
          </p:nvGrpSpPr>
          <p:grpSpPr>
            <a:xfrm>
              <a:off x="5305233" y="3176835"/>
              <a:ext cx="685971" cy="404655"/>
              <a:chOff x="5305233" y="3176835"/>
              <a:chExt cx="685971" cy="404655"/>
            </a:xfrm>
          </p:grpSpPr>
          <p:grpSp>
            <p:nvGrpSpPr>
              <p:cNvPr id="3926" name="Google Shape;3926;p97"/>
              <p:cNvGrpSpPr/>
              <p:nvPr/>
            </p:nvGrpSpPr>
            <p:grpSpPr>
              <a:xfrm>
                <a:off x="5305233" y="3176835"/>
                <a:ext cx="685971" cy="404655"/>
                <a:chOff x="5305233" y="3176835"/>
                <a:chExt cx="685971" cy="404655"/>
              </a:xfrm>
            </p:grpSpPr>
            <p:sp>
              <p:nvSpPr>
                <p:cNvPr id="3927" name="Google Shape;3927;p9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9" name="Google Shape;3929;p9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0" name="Google Shape;3930;p9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1" name="Google Shape;3931;p97"/>
            <p:cNvGrpSpPr/>
            <p:nvPr/>
          </p:nvGrpSpPr>
          <p:grpSpPr>
            <a:xfrm>
              <a:off x="5657361" y="2824811"/>
              <a:ext cx="1078361" cy="404655"/>
              <a:chOff x="5657361" y="2824811"/>
              <a:chExt cx="1078361" cy="404655"/>
            </a:xfrm>
          </p:grpSpPr>
          <p:grpSp>
            <p:nvGrpSpPr>
              <p:cNvPr id="3932" name="Google Shape;3932;p97"/>
              <p:cNvGrpSpPr/>
              <p:nvPr/>
            </p:nvGrpSpPr>
            <p:grpSpPr>
              <a:xfrm>
                <a:off x="5657361" y="2824811"/>
                <a:ext cx="1078361" cy="404655"/>
                <a:chOff x="5657361" y="2824811"/>
                <a:chExt cx="1078361" cy="404655"/>
              </a:xfrm>
            </p:grpSpPr>
            <p:grpSp>
              <p:nvGrpSpPr>
                <p:cNvPr id="3933" name="Google Shape;3933;p97"/>
                <p:cNvGrpSpPr/>
                <p:nvPr/>
              </p:nvGrpSpPr>
              <p:grpSpPr>
                <a:xfrm>
                  <a:off x="5938485" y="2824811"/>
                  <a:ext cx="797237" cy="404655"/>
                  <a:chOff x="5938485" y="2824811"/>
                  <a:chExt cx="797237" cy="404655"/>
                </a:xfrm>
              </p:grpSpPr>
              <p:sp>
                <p:nvSpPr>
                  <p:cNvPr id="3934" name="Google Shape;3934;p9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6" name="Google Shape;3936;p9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9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97"/>
            <p:cNvGrpSpPr/>
            <p:nvPr/>
          </p:nvGrpSpPr>
          <p:grpSpPr>
            <a:xfrm>
              <a:off x="5190863" y="3528942"/>
              <a:ext cx="1078026" cy="404739"/>
              <a:chOff x="5190863" y="3528942"/>
              <a:chExt cx="1078026" cy="404739"/>
            </a:xfrm>
          </p:grpSpPr>
          <p:sp>
            <p:nvSpPr>
              <p:cNvPr id="3939" name="Google Shape;3939;p9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0" name="Google Shape;3940;p97"/>
              <p:cNvGrpSpPr/>
              <p:nvPr/>
            </p:nvGrpSpPr>
            <p:grpSpPr>
              <a:xfrm>
                <a:off x="5190863" y="3528942"/>
                <a:ext cx="1078026" cy="404739"/>
                <a:chOff x="5190863" y="3528942"/>
                <a:chExt cx="1078026" cy="404739"/>
              </a:xfrm>
            </p:grpSpPr>
            <p:sp>
              <p:nvSpPr>
                <p:cNvPr id="3941" name="Google Shape;3941;p9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43" name="Google Shape;3943;p97"/>
          <p:cNvGrpSpPr/>
          <p:nvPr/>
        </p:nvGrpSpPr>
        <p:grpSpPr>
          <a:xfrm>
            <a:off x="724302" y="1268321"/>
            <a:ext cx="1086719" cy="879487"/>
            <a:chOff x="803162" y="1474292"/>
            <a:chExt cx="1086719" cy="879487"/>
          </a:xfrm>
        </p:grpSpPr>
        <p:grpSp>
          <p:nvGrpSpPr>
            <p:cNvPr id="3944" name="Google Shape;3944;p97"/>
            <p:cNvGrpSpPr/>
            <p:nvPr/>
          </p:nvGrpSpPr>
          <p:grpSpPr>
            <a:xfrm>
              <a:off x="803162" y="1625948"/>
              <a:ext cx="445856" cy="576579"/>
              <a:chOff x="803162" y="1625948"/>
              <a:chExt cx="445856" cy="576579"/>
            </a:xfrm>
          </p:grpSpPr>
          <p:sp>
            <p:nvSpPr>
              <p:cNvPr id="3945" name="Google Shape;3945;p9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6" name="Google Shape;3946;p97"/>
              <p:cNvGrpSpPr/>
              <p:nvPr/>
            </p:nvGrpSpPr>
            <p:grpSpPr>
              <a:xfrm>
                <a:off x="1056023" y="1625948"/>
                <a:ext cx="192995" cy="576579"/>
                <a:chOff x="1056023" y="1625948"/>
                <a:chExt cx="192995" cy="576579"/>
              </a:xfrm>
            </p:grpSpPr>
            <p:sp>
              <p:nvSpPr>
                <p:cNvPr id="3947" name="Google Shape;3947;p9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2" name="Google Shape;3952;p97"/>
            <p:cNvGrpSpPr/>
            <p:nvPr/>
          </p:nvGrpSpPr>
          <p:grpSpPr>
            <a:xfrm>
              <a:off x="1371406" y="1474292"/>
              <a:ext cx="518475" cy="879487"/>
              <a:chOff x="1398231" y="1474292"/>
              <a:chExt cx="518475" cy="879487"/>
            </a:xfrm>
          </p:grpSpPr>
          <p:grpSp>
            <p:nvGrpSpPr>
              <p:cNvPr id="3953" name="Google Shape;3953;p97"/>
              <p:cNvGrpSpPr/>
              <p:nvPr/>
            </p:nvGrpSpPr>
            <p:grpSpPr>
              <a:xfrm>
                <a:off x="1398231" y="1474292"/>
                <a:ext cx="518475" cy="341643"/>
                <a:chOff x="1398231" y="1474292"/>
                <a:chExt cx="518475" cy="341643"/>
              </a:xfrm>
            </p:grpSpPr>
            <p:sp>
              <p:nvSpPr>
                <p:cNvPr id="3954" name="Google Shape;3954;p9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5" name="Google Shape;3955;p97"/>
                <p:cNvGrpSpPr/>
                <p:nvPr/>
              </p:nvGrpSpPr>
              <p:grpSpPr>
                <a:xfrm>
                  <a:off x="1616453" y="1474292"/>
                  <a:ext cx="300253" cy="341643"/>
                  <a:chOff x="1616453" y="1475379"/>
                  <a:chExt cx="300253" cy="341643"/>
                </a:xfrm>
              </p:grpSpPr>
              <p:sp>
                <p:nvSpPr>
                  <p:cNvPr id="3956" name="Google Shape;3956;p9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3" name="Google Shape;3963;p97"/>
                  <p:cNvGrpSpPr/>
                  <p:nvPr/>
                </p:nvGrpSpPr>
                <p:grpSpPr>
                  <a:xfrm>
                    <a:off x="1839639" y="1475379"/>
                    <a:ext cx="77067" cy="341643"/>
                    <a:chOff x="1839639" y="1475379"/>
                    <a:chExt cx="77067" cy="341643"/>
                  </a:xfrm>
                </p:grpSpPr>
                <p:sp>
                  <p:nvSpPr>
                    <p:cNvPr id="3964" name="Google Shape;3964;p9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66" name="Google Shape;3966;p97"/>
              <p:cNvGrpSpPr/>
              <p:nvPr/>
            </p:nvGrpSpPr>
            <p:grpSpPr>
              <a:xfrm>
                <a:off x="1398451" y="2012951"/>
                <a:ext cx="518255" cy="340828"/>
                <a:chOff x="1398451" y="2012951"/>
                <a:chExt cx="518255" cy="340828"/>
              </a:xfrm>
            </p:grpSpPr>
            <p:sp>
              <p:nvSpPr>
                <p:cNvPr id="3967" name="Google Shape;3967;p9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8" name="Google Shape;3968;p97"/>
                <p:cNvGrpSpPr/>
                <p:nvPr/>
              </p:nvGrpSpPr>
              <p:grpSpPr>
                <a:xfrm>
                  <a:off x="1616453" y="2012951"/>
                  <a:ext cx="300253" cy="340828"/>
                  <a:chOff x="1616453" y="2013538"/>
                  <a:chExt cx="300253" cy="340828"/>
                </a:xfrm>
              </p:grpSpPr>
              <p:sp>
                <p:nvSpPr>
                  <p:cNvPr id="3969" name="Google Shape;3969;p9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6" name="Google Shape;3976;p97"/>
                  <p:cNvGrpSpPr/>
                  <p:nvPr/>
                </p:nvGrpSpPr>
                <p:grpSpPr>
                  <a:xfrm>
                    <a:off x="1839639" y="2013538"/>
                    <a:ext cx="77067" cy="340828"/>
                    <a:chOff x="1839639" y="2013538"/>
                    <a:chExt cx="77067" cy="340828"/>
                  </a:xfrm>
                </p:grpSpPr>
                <p:sp>
                  <p:nvSpPr>
                    <p:cNvPr id="3977" name="Google Shape;3977;p9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979" name="Google Shape;3979;p97"/>
          <p:cNvGrpSpPr/>
          <p:nvPr/>
        </p:nvGrpSpPr>
        <p:grpSpPr>
          <a:xfrm>
            <a:off x="721126" y="3399508"/>
            <a:ext cx="1368681" cy="682918"/>
            <a:chOff x="724986" y="3605478"/>
            <a:chExt cx="1368681" cy="682918"/>
          </a:xfrm>
        </p:grpSpPr>
        <p:grpSp>
          <p:nvGrpSpPr>
            <p:cNvPr id="3980" name="Google Shape;3980;p97"/>
            <p:cNvGrpSpPr/>
            <p:nvPr/>
          </p:nvGrpSpPr>
          <p:grpSpPr>
            <a:xfrm>
              <a:off x="1289102" y="3823629"/>
              <a:ext cx="240442" cy="250435"/>
              <a:chOff x="-165066" y="3843615"/>
              <a:chExt cx="221259" cy="230455"/>
            </a:xfrm>
          </p:grpSpPr>
          <p:sp>
            <p:nvSpPr>
              <p:cNvPr id="3981" name="Google Shape;3981;p9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97"/>
            <p:cNvGrpSpPr/>
            <p:nvPr/>
          </p:nvGrpSpPr>
          <p:grpSpPr>
            <a:xfrm>
              <a:off x="724986" y="3605478"/>
              <a:ext cx="1368681" cy="682918"/>
              <a:chOff x="724986" y="3605478"/>
              <a:chExt cx="1368681" cy="682918"/>
            </a:xfrm>
          </p:grpSpPr>
          <p:grpSp>
            <p:nvGrpSpPr>
              <p:cNvPr id="4002" name="Google Shape;4002;p97"/>
              <p:cNvGrpSpPr/>
              <p:nvPr/>
            </p:nvGrpSpPr>
            <p:grpSpPr>
              <a:xfrm>
                <a:off x="1498221" y="4047614"/>
                <a:ext cx="529172" cy="240783"/>
                <a:chOff x="1498221" y="4047614"/>
                <a:chExt cx="529172" cy="240783"/>
              </a:xfrm>
            </p:grpSpPr>
            <p:grpSp>
              <p:nvGrpSpPr>
                <p:cNvPr id="4003" name="Google Shape;4003;p97"/>
                <p:cNvGrpSpPr/>
                <p:nvPr/>
              </p:nvGrpSpPr>
              <p:grpSpPr>
                <a:xfrm>
                  <a:off x="1826655" y="4224370"/>
                  <a:ext cx="200738" cy="25631"/>
                  <a:chOff x="1826655" y="4224370"/>
                  <a:chExt cx="200738" cy="25631"/>
                </a:xfrm>
              </p:grpSpPr>
              <p:sp>
                <p:nvSpPr>
                  <p:cNvPr id="4004" name="Google Shape;4004;p9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6" name="Google Shape;4006;p97"/>
                <p:cNvGrpSpPr/>
                <p:nvPr/>
              </p:nvGrpSpPr>
              <p:grpSpPr>
                <a:xfrm>
                  <a:off x="1498221" y="4047614"/>
                  <a:ext cx="328444" cy="240783"/>
                  <a:chOff x="1498221" y="4047614"/>
                  <a:chExt cx="328444" cy="240783"/>
                </a:xfrm>
              </p:grpSpPr>
              <p:sp>
                <p:nvSpPr>
                  <p:cNvPr id="4007" name="Google Shape;4007;p9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8" name="Google Shape;4008;p97"/>
                  <p:cNvGrpSpPr/>
                  <p:nvPr/>
                </p:nvGrpSpPr>
                <p:grpSpPr>
                  <a:xfrm>
                    <a:off x="1498221" y="4047614"/>
                    <a:ext cx="150566" cy="190416"/>
                    <a:chOff x="1498221" y="4047614"/>
                    <a:chExt cx="150566" cy="190416"/>
                  </a:xfrm>
                </p:grpSpPr>
                <p:sp>
                  <p:nvSpPr>
                    <p:cNvPr id="4009" name="Google Shape;4009;p9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11" name="Google Shape;4011;p97"/>
              <p:cNvGrpSpPr/>
              <p:nvPr/>
            </p:nvGrpSpPr>
            <p:grpSpPr>
              <a:xfrm>
                <a:off x="1560718" y="3800594"/>
                <a:ext cx="532948" cy="302090"/>
                <a:chOff x="1560718" y="3800594"/>
                <a:chExt cx="532948" cy="302090"/>
              </a:xfrm>
            </p:grpSpPr>
            <p:grpSp>
              <p:nvGrpSpPr>
                <p:cNvPr id="4012" name="Google Shape;4012;p97"/>
                <p:cNvGrpSpPr/>
                <p:nvPr/>
              </p:nvGrpSpPr>
              <p:grpSpPr>
                <a:xfrm>
                  <a:off x="1912179" y="3827344"/>
                  <a:ext cx="181487" cy="25631"/>
                  <a:chOff x="1912179" y="3827344"/>
                  <a:chExt cx="181487" cy="25631"/>
                </a:xfrm>
              </p:grpSpPr>
              <p:sp>
                <p:nvSpPr>
                  <p:cNvPr id="4013" name="Google Shape;4013;p9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97"/>
                <p:cNvGrpSpPr/>
                <p:nvPr/>
              </p:nvGrpSpPr>
              <p:grpSpPr>
                <a:xfrm>
                  <a:off x="1912179" y="4044505"/>
                  <a:ext cx="181487" cy="25622"/>
                  <a:chOff x="1912179" y="4044506"/>
                  <a:chExt cx="181487" cy="25622"/>
                </a:xfrm>
              </p:grpSpPr>
              <p:sp>
                <p:nvSpPr>
                  <p:cNvPr id="4016" name="Google Shape;4016;p9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97"/>
                <p:cNvGrpSpPr/>
                <p:nvPr/>
              </p:nvGrpSpPr>
              <p:grpSpPr>
                <a:xfrm>
                  <a:off x="1560718" y="3800594"/>
                  <a:ext cx="351472" cy="302090"/>
                  <a:chOff x="1560718" y="3800594"/>
                  <a:chExt cx="351472" cy="302090"/>
                </a:xfrm>
              </p:grpSpPr>
              <p:grpSp>
                <p:nvGrpSpPr>
                  <p:cNvPr id="4019" name="Google Shape;4019;p97"/>
                  <p:cNvGrpSpPr/>
                  <p:nvPr/>
                </p:nvGrpSpPr>
                <p:grpSpPr>
                  <a:xfrm>
                    <a:off x="1560718" y="3842857"/>
                    <a:ext cx="173586" cy="217131"/>
                    <a:chOff x="1560718" y="3842857"/>
                    <a:chExt cx="173586" cy="217131"/>
                  </a:xfrm>
                </p:grpSpPr>
                <p:sp>
                  <p:nvSpPr>
                    <p:cNvPr id="4020" name="Google Shape;4020;p9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3" name="Google Shape;4023;p9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25" name="Google Shape;4025;p9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6" name="Google Shape;4026;p97"/>
              <p:cNvGrpSpPr/>
              <p:nvPr/>
            </p:nvGrpSpPr>
            <p:grpSpPr>
              <a:xfrm>
                <a:off x="785350" y="3605478"/>
                <a:ext cx="535311" cy="249245"/>
                <a:chOff x="785350" y="3605478"/>
                <a:chExt cx="535311" cy="249245"/>
              </a:xfrm>
            </p:grpSpPr>
            <p:grpSp>
              <p:nvGrpSpPr>
                <p:cNvPr id="4027" name="Google Shape;4027;p97"/>
                <p:cNvGrpSpPr/>
                <p:nvPr/>
              </p:nvGrpSpPr>
              <p:grpSpPr>
                <a:xfrm>
                  <a:off x="785350" y="3605478"/>
                  <a:ext cx="376191" cy="102736"/>
                  <a:chOff x="785350" y="3605478"/>
                  <a:chExt cx="376191" cy="102736"/>
                </a:xfrm>
              </p:grpSpPr>
              <p:sp>
                <p:nvSpPr>
                  <p:cNvPr id="4028" name="Google Shape;4028;p9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97"/>
                <p:cNvGrpSpPr/>
                <p:nvPr/>
              </p:nvGrpSpPr>
              <p:grpSpPr>
                <a:xfrm>
                  <a:off x="1161530" y="3655851"/>
                  <a:ext cx="159131" cy="198872"/>
                  <a:chOff x="1161530" y="3655851"/>
                  <a:chExt cx="159131" cy="198872"/>
                </a:xfrm>
              </p:grpSpPr>
              <p:sp>
                <p:nvSpPr>
                  <p:cNvPr id="4032" name="Google Shape;4032;p9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4" name="Google Shape;4034;p97"/>
              <p:cNvGrpSpPr/>
              <p:nvPr/>
            </p:nvGrpSpPr>
            <p:grpSpPr>
              <a:xfrm>
                <a:off x="785350" y="4047614"/>
                <a:ext cx="535311" cy="240783"/>
                <a:chOff x="785350" y="4047614"/>
                <a:chExt cx="535311" cy="240783"/>
              </a:xfrm>
            </p:grpSpPr>
            <p:grpSp>
              <p:nvGrpSpPr>
                <p:cNvPr id="4035" name="Google Shape;4035;p97"/>
                <p:cNvGrpSpPr/>
                <p:nvPr/>
              </p:nvGrpSpPr>
              <p:grpSpPr>
                <a:xfrm>
                  <a:off x="1161636" y="4047614"/>
                  <a:ext cx="159025" cy="190415"/>
                  <a:chOff x="1161636" y="4047614"/>
                  <a:chExt cx="159025" cy="190415"/>
                </a:xfrm>
              </p:grpSpPr>
              <p:sp>
                <p:nvSpPr>
                  <p:cNvPr id="4036" name="Google Shape;4036;p9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97"/>
                <p:cNvGrpSpPr/>
                <p:nvPr/>
              </p:nvGrpSpPr>
              <p:grpSpPr>
                <a:xfrm>
                  <a:off x="785350" y="4185661"/>
                  <a:ext cx="376191" cy="102736"/>
                  <a:chOff x="785350" y="4185661"/>
                  <a:chExt cx="376191" cy="102736"/>
                </a:xfrm>
              </p:grpSpPr>
              <p:sp>
                <p:nvSpPr>
                  <p:cNvPr id="4039" name="Google Shape;4039;p9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2" name="Google Shape;4042;p97"/>
              <p:cNvGrpSpPr/>
              <p:nvPr/>
            </p:nvGrpSpPr>
            <p:grpSpPr>
              <a:xfrm>
                <a:off x="1501054" y="3605478"/>
                <a:ext cx="526340" cy="249240"/>
                <a:chOff x="1501054" y="3605478"/>
                <a:chExt cx="526340" cy="249240"/>
              </a:xfrm>
            </p:grpSpPr>
            <p:grpSp>
              <p:nvGrpSpPr>
                <p:cNvPr id="4043" name="Google Shape;4043;p97"/>
                <p:cNvGrpSpPr/>
                <p:nvPr/>
              </p:nvGrpSpPr>
              <p:grpSpPr>
                <a:xfrm>
                  <a:off x="1834208" y="3643867"/>
                  <a:ext cx="193185" cy="25622"/>
                  <a:chOff x="1834208" y="3643867"/>
                  <a:chExt cx="193185" cy="25622"/>
                </a:xfrm>
              </p:grpSpPr>
              <p:sp>
                <p:nvSpPr>
                  <p:cNvPr id="4044" name="Google Shape;4044;p9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97"/>
                <p:cNvGrpSpPr/>
                <p:nvPr/>
              </p:nvGrpSpPr>
              <p:grpSpPr>
                <a:xfrm>
                  <a:off x="1501054" y="3605478"/>
                  <a:ext cx="333165" cy="249240"/>
                  <a:chOff x="1501054" y="3605478"/>
                  <a:chExt cx="333165" cy="249240"/>
                </a:xfrm>
              </p:grpSpPr>
              <p:sp>
                <p:nvSpPr>
                  <p:cNvPr id="4047" name="Google Shape;4047;p9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8" name="Google Shape;4048;p97"/>
                  <p:cNvGrpSpPr/>
                  <p:nvPr/>
                </p:nvGrpSpPr>
                <p:grpSpPr>
                  <a:xfrm>
                    <a:off x="1501054" y="3655851"/>
                    <a:ext cx="155286" cy="198867"/>
                    <a:chOff x="1501054" y="3655851"/>
                    <a:chExt cx="155286" cy="198867"/>
                  </a:xfrm>
                </p:grpSpPr>
                <p:sp>
                  <p:nvSpPr>
                    <p:cNvPr id="4049" name="Google Shape;4049;p9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51" name="Google Shape;4051;p97"/>
              <p:cNvGrpSpPr/>
              <p:nvPr/>
            </p:nvGrpSpPr>
            <p:grpSpPr>
              <a:xfrm>
                <a:off x="724986" y="3800594"/>
                <a:ext cx="532950" cy="302090"/>
                <a:chOff x="724986" y="3800594"/>
                <a:chExt cx="532950" cy="302090"/>
              </a:xfrm>
            </p:grpSpPr>
            <p:grpSp>
              <p:nvGrpSpPr>
                <p:cNvPr id="4052" name="Google Shape;4052;p97"/>
                <p:cNvGrpSpPr/>
                <p:nvPr/>
              </p:nvGrpSpPr>
              <p:grpSpPr>
                <a:xfrm>
                  <a:off x="724986" y="4044367"/>
                  <a:ext cx="181314" cy="25626"/>
                  <a:chOff x="724986" y="4044367"/>
                  <a:chExt cx="181314" cy="25626"/>
                </a:xfrm>
              </p:grpSpPr>
              <p:sp>
                <p:nvSpPr>
                  <p:cNvPr id="4053" name="Google Shape;4053;p9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97"/>
                <p:cNvGrpSpPr/>
                <p:nvPr/>
              </p:nvGrpSpPr>
              <p:grpSpPr>
                <a:xfrm>
                  <a:off x="906290" y="3800594"/>
                  <a:ext cx="351646" cy="302090"/>
                  <a:chOff x="906290" y="3800594"/>
                  <a:chExt cx="351646" cy="302090"/>
                </a:xfrm>
              </p:grpSpPr>
              <p:grpSp>
                <p:nvGrpSpPr>
                  <p:cNvPr id="4056" name="Google Shape;4056;p97"/>
                  <p:cNvGrpSpPr/>
                  <p:nvPr/>
                </p:nvGrpSpPr>
                <p:grpSpPr>
                  <a:xfrm>
                    <a:off x="1084172" y="3842857"/>
                    <a:ext cx="173764" cy="217131"/>
                    <a:chOff x="1084172" y="3842857"/>
                    <a:chExt cx="173764" cy="217131"/>
                  </a:xfrm>
                </p:grpSpPr>
                <p:grpSp>
                  <p:nvGrpSpPr>
                    <p:cNvPr id="4057" name="Google Shape;4057;p97"/>
                    <p:cNvGrpSpPr/>
                    <p:nvPr/>
                  </p:nvGrpSpPr>
                  <p:grpSpPr>
                    <a:xfrm>
                      <a:off x="1156862" y="3936509"/>
                      <a:ext cx="101073" cy="25622"/>
                      <a:chOff x="1156862" y="3936509"/>
                      <a:chExt cx="101073" cy="25622"/>
                    </a:xfrm>
                  </p:grpSpPr>
                  <p:sp>
                    <p:nvSpPr>
                      <p:cNvPr id="4058" name="Google Shape;4058;p9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0" name="Google Shape;4060;p9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9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97"/>
                <p:cNvGrpSpPr/>
                <p:nvPr/>
              </p:nvGrpSpPr>
              <p:grpSpPr>
                <a:xfrm>
                  <a:off x="724986" y="3830189"/>
                  <a:ext cx="189533" cy="25626"/>
                  <a:chOff x="724986" y="3830189"/>
                  <a:chExt cx="189533" cy="25626"/>
                </a:xfrm>
              </p:grpSpPr>
              <p:sp>
                <p:nvSpPr>
                  <p:cNvPr id="4064" name="Google Shape;4064;p9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066" name="Google Shape;4066;p97"/>
          <p:cNvGrpSpPr/>
          <p:nvPr/>
        </p:nvGrpSpPr>
        <p:grpSpPr>
          <a:xfrm>
            <a:off x="2249438" y="2249669"/>
            <a:ext cx="948701" cy="935378"/>
            <a:chOff x="2253298" y="2428317"/>
            <a:chExt cx="948701" cy="935378"/>
          </a:xfrm>
        </p:grpSpPr>
        <p:sp>
          <p:nvSpPr>
            <p:cNvPr id="4067" name="Google Shape;4067;p9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3" name="Shape 4103"/>
        <p:cNvGrpSpPr/>
        <p:nvPr/>
      </p:nvGrpSpPr>
      <p:grpSpPr>
        <a:xfrm>
          <a:off x="0" y="0"/>
          <a:ext cx="0" cy="0"/>
          <a:chOff x="0" y="0"/>
          <a:chExt cx="0" cy="0"/>
        </a:xfrm>
      </p:grpSpPr>
      <p:grpSp>
        <p:nvGrpSpPr>
          <p:cNvPr id="4104" name="Google Shape;4104;p98"/>
          <p:cNvGrpSpPr/>
          <p:nvPr/>
        </p:nvGrpSpPr>
        <p:grpSpPr>
          <a:xfrm>
            <a:off x="3339745" y="952988"/>
            <a:ext cx="2363393" cy="1017867"/>
            <a:chOff x="3292400" y="1219146"/>
            <a:chExt cx="2615240" cy="1110239"/>
          </a:xfrm>
        </p:grpSpPr>
        <p:sp>
          <p:nvSpPr>
            <p:cNvPr id="4105" name="Google Shape;4105;p9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06" name="Google Shape;4106;p9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7" name="Google Shape;4107;p9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08" name="Google Shape;4108;p9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09" name="Google Shape;4109;p9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10" name="Google Shape;4110;p9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11" name="Google Shape;4111;p9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12" name="Google Shape;4112;p9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13" name="Google Shape;4113;p9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14" name="Google Shape;4114;p9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15" name="Google Shape;4115;p9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16" name="Google Shape;4116;p9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17" name="Google Shape;4117;p9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18" name="Google Shape;4118;p9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19" name="Google Shape;4119;p98"/>
            <p:cNvGrpSpPr/>
            <p:nvPr/>
          </p:nvGrpSpPr>
          <p:grpSpPr>
            <a:xfrm>
              <a:off x="3748438" y="1378608"/>
              <a:ext cx="2159202" cy="903971"/>
              <a:chOff x="1683525" y="2179850"/>
              <a:chExt cx="4519050" cy="2134525"/>
            </a:xfrm>
          </p:grpSpPr>
          <p:sp>
            <p:nvSpPr>
              <p:cNvPr id="4120" name="Google Shape;4120;p9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1" name="Google Shape;4121;p9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2" name="Google Shape;4122;p9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3" name="Google Shape;4123;p9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4" name="Google Shape;4124;p9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5" name="Google Shape;4125;p9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6" name="Google Shape;4126;p9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7" name="Google Shape;4127;p9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8" name="Google Shape;4128;p9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29" name="Google Shape;4129;p9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0" name="Google Shape;4130;p9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1" name="Google Shape;4131;p9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32" name="Google Shape;4132;p98"/>
          <p:cNvGraphicFramePr/>
          <p:nvPr/>
        </p:nvGraphicFramePr>
        <p:xfrm>
          <a:off x="5935838" y="2130461"/>
          <a:ext cx="3000000" cy="3000000"/>
        </p:xfrm>
        <a:graphic>
          <a:graphicData uri="http://schemas.openxmlformats.org/drawingml/2006/table">
            <a:tbl>
              <a:tblPr>
                <a:noFill/>
                <a:tableStyleId>{55825E6B-3B81-45D3-B5BE-92BBCED2F58C}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33" name="Google Shape;4133;p98"/>
          <p:cNvGrpSpPr/>
          <p:nvPr/>
        </p:nvGrpSpPr>
        <p:grpSpPr>
          <a:xfrm>
            <a:off x="5935948" y="3189058"/>
            <a:ext cx="2496964" cy="1001454"/>
            <a:chOff x="1919611" y="789980"/>
            <a:chExt cx="1474179" cy="606868"/>
          </a:xfrm>
        </p:grpSpPr>
        <p:cxnSp>
          <p:nvCxnSpPr>
            <p:cNvPr id="4134" name="Google Shape;4134;p9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35" name="Google Shape;4135;p9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36" name="Google Shape;4136;p9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37" name="Google Shape;4137;p9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38" name="Google Shape;4138;p9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39" name="Google Shape;4139;p9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40" name="Google Shape;4140;p9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41" name="Google Shape;4141;p9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48" name="Google Shape;4148;p9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49" name="Google Shape;4149;p9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50" name="Google Shape;4150;p9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98"/>
          <p:cNvGrpSpPr/>
          <p:nvPr/>
        </p:nvGrpSpPr>
        <p:grpSpPr>
          <a:xfrm>
            <a:off x="712562" y="998017"/>
            <a:ext cx="2394370" cy="976502"/>
            <a:chOff x="749309" y="1112739"/>
            <a:chExt cx="2371603" cy="976502"/>
          </a:xfrm>
        </p:grpSpPr>
        <p:sp>
          <p:nvSpPr>
            <p:cNvPr id="4152" name="Google Shape;4152;p9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184" name="Google Shape;4184;p98"/>
          <p:cNvGraphicFramePr/>
          <p:nvPr/>
        </p:nvGraphicFramePr>
        <p:xfrm>
          <a:off x="5935863" y="996311"/>
          <a:ext cx="3000000" cy="3000000"/>
        </p:xfrm>
        <a:graphic>
          <a:graphicData uri="http://schemas.openxmlformats.org/drawingml/2006/table">
            <a:tbl>
              <a:tblPr>
                <a:noFill/>
                <a:tableStyleId>{55825E6B-3B81-45D3-B5BE-92BBCED2F58C}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185" name="Google Shape;4185;p98"/>
          <p:cNvGraphicFramePr/>
          <p:nvPr/>
        </p:nvGraphicFramePr>
        <p:xfrm>
          <a:off x="3342575" y="2130461"/>
          <a:ext cx="3000000" cy="3000000"/>
        </p:xfrm>
        <a:graphic>
          <a:graphicData uri="http://schemas.openxmlformats.org/drawingml/2006/table">
            <a:tbl>
              <a:tblPr>
                <a:noFill/>
                <a:tableStyleId>{55825E6B-3B81-45D3-B5BE-92BBCED2F58C}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86" name="Google Shape;4186;p98"/>
          <p:cNvGrpSpPr/>
          <p:nvPr/>
        </p:nvGrpSpPr>
        <p:grpSpPr>
          <a:xfrm>
            <a:off x="4086505" y="2517104"/>
            <a:ext cx="1517436" cy="74460"/>
            <a:chOff x="3980086" y="2804397"/>
            <a:chExt cx="1227600" cy="66900"/>
          </a:xfrm>
        </p:grpSpPr>
        <p:sp>
          <p:nvSpPr>
            <p:cNvPr id="4187" name="Google Shape;4187;p9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98"/>
          <p:cNvGrpSpPr/>
          <p:nvPr/>
        </p:nvGrpSpPr>
        <p:grpSpPr>
          <a:xfrm>
            <a:off x="4711569" y="2809692"/>
            <a:ext cx="892956" cy="74460"/>
            <a:chOff x="3980086" y="2804397"/>
            <a:chExt cx="1227600" cy="66900"/>
          </a:xfrm>
        </p:grpSpPr>
        <p:sp>
          <p:nvSpPr>
            <p:cNvPr id="4190" name="Google Shape;4190;p9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98"/>
          <p:cNvGrpSpPr/>
          <p:nvPr/>
        </p:nvGrpSpPr>
        <p:grpSpPr>
          <a:xfrm>
            <a:off x="3344661" y="3168575"/>
            <a:ext cx="2363244" cy="1005943"/>
            <a:chOff x="3358415" y="3361302"/>
            <a:chExt cx="2363244" cy="1024695"/>
          </a:xfrm>
        </p:grpSpPr>
        <p:grpSp>
          <p:nvGrpSpPr>
            <p:cNvPr id="4193" name="Google Shape;4193;p98"/>
            <p:cNvGrpSpPr/>
            <p:nvPr/>
          </p:nvGrpSpPr>
          <p:grpSpPr>
            <a:xfrm>
              <a:off x="3358415" y="3361302"/>
              <a:ext cx="441300" cy="1024695"/>
              <a:chOff x="3358415" y="3361302"/>
              <a:chExt cx="441300" cy="1024695"/>
            </a:xfrm>
          </p:grpSpPr>
          <p:sp>
            <p:nvSpPr>
              <p:cNvPr id="4194" name="Google Shape;4194;p9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98"/>
            <p:cNvGrpSpPr/>
            <p:nvPr/>
          </p:nvGrpSpPr>
          <p:grpSpPr>
            <a:xfrm>
              <a:off x="3838901" y="3361302"/>
              <a:ext cx="441300" cy="1024695"/>
              <a:chOff x="3838901" y="3361302"/>
              <a:chExt cx="441300" cy="1024695"/>
            </a:xfrm>
          </p:grpSpPr>
          <p:sp>
            <p:nvSpPr>
              <p:cNvPr id="4201" name="Google Shape;4201;p9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98"/>
            <p:cNvGrpSpPr/>
            <p:nvPr/>
          </p:nvGrpSpPr>
          <p:grpSpPr>
            <a:xfrm>
              <a:off x="4319387" y="3361302"/>
              <a:ext cx="441300" cy="1024695"/>
              <a:chOff x="4319387" y="3361302"/>
              <a:chExt cx="441300" cy="1024695"/>
            </a:xfrm>
          </p:grpSpPr>
          <p:sp>
            <p:nvSpPr>
              <p:cNvPr id="4208" name="Google Shape;4208;p9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98"/>
            <p:cNvGrpSpPr/>
            <p:nvPr/>
          </p:nvGrpSpPr>
          <p:grpSpPr>
            <a:xfrm>
              <a:off x="4799873" y="3361302"/>
              <a:ext cx="441300" cy="1024695"/>
              <a:chOff x="4799873" y="3361302"/>
              <a:chExt cx="441300" cy="1024695"/>
            </a:xfrm>
          </p:grpSpPr>
          <p:sp>
            <p:nvSpPr>
              <p:cNvPr id="4215" name="Google Shape;4215;p9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98"/>
            <p:cNvGrpSpPr/>
            <p:nvPr/>
          </p:nvGrpSpPr>
          <p:grpSpPr>
            <a:xfrm>
              <a:off x="5280360" y="3361302"/>
              <a:ext cx="441300" cy="1024695"/>
              <a:chOff x="5280360" y="3361302"/>
              <a:chExt cx="441300" cy="1024695"/>
            </a:xfrm>
          </p:grpSpPr>
          <p:sp>
            <p:nvSpPr>
              <p:cNvPr id="4222" name="Google Shape;4222;p9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28" name="Google Shape;4228;p98"/>
          <p:cNvGraphicFramePr/>
          <p:nvPr/>
        </p:nvGraphicFramePr>
        <p:xfrm>
          <a:off x="711088" y="2130461"/>
          <a:ext cx="3000000" cy="3000000"/>
        </p:xfrm>
        <a:graphic>
          <a:graphicData uri="http://schemas.openxmlformats.org/drawingml/2006/table">
            <a:tbl>
              <a:tblPr>
                <a:noFill/>
                <a:tableStyleId>{55825E6B-3B81-45D3-B5BE-92BBCED2F58C}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29" name="Google Shape;4229;p98"/>
          <p:cNvGrpSpPr/>
          <p:nvPr/>
        </p:nvGrpSpPr>
        <p:grpSpPr>
          <a:xfrm>
            <a:off x="712613" y="3180186"/>
            <a:ext cx="2403614" cy="1005900"/>
            <a:chOff x="726450" y="3372825"/>
            <a:chExt cx="2403614" cy="1005900"/>
          </a:xfrm>
        </p:grpSpPr>
        <p:grpSp>
          <p:nvGrpSpPr>
            <p:cNvPr id="4230" name="Google Shape;4230;p98"/>
            <p:cNvGrpSpPr/>
            <p:nvPr/>
          </p:nvGrpSpPr>
          <p:grpSpPr>
            <a:xfrm>
              <a:off x="726450" y="3696000"/>
              <a:ext cx="2403614" cy="500898"/>
              <a:chOff x="726450" y="3696000"/>
              <a:chExt cx="2403614" cy="500898"/>
            </a:xfrm>
          </p:grpSpPr>
          <p:sp>
            <p:nvSpPr>
              <p:cNvPr id="4231" name="Google Shape;4231;p9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32" name="Google Shape;4232;p9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33" name="Google Shape;4233;p98"/>
            <p:cNvGrpSpPr/>
            <p:nvPr/>
          </p:nvGrpSpPr>
          <p:grpSpPr>
            <a:xfrm>
              <a:off x="1348050" y="3372825"/>
              <a:ext cx="1720425" cy="1005900"/>
              <a:chOff x="1348050" y="3372825"/>
              <a:chExt cx="1720425" cy="1005900"/>
            </a:xfrm>
          </p:grpSpPr>
          <p:sp>
            <p:nvSpPr>
              <p:cNvPr id="4234" name="Google Shape;4234;p9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35" name="Google Shape;4235;p9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36" name="Google Shape;4236;p9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37" name="Google Shape;4237;p9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38" name="Google Shape;4238;p9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39" name="Google Shape;4239;p98"/>
            <p:cNvGrpSpPr/>
            <p:nvPr/>
          </p:nvGrpSpPr>
          <p:grpSpPr>
            <a:xfrm>
              <a:off x="1455707" y="3731058"/>
              <a:ext cx="1491150" cy="417657"/>
              <a:chOff x="1455707" y="3731058"/>
              <a:chExt cx="1491150" cy="417657"/>
            </a:xfrm>
          </p:grpSpPr>
          <p:grpSp>
            <p:nvGrpSpPr>
              <p:cNvPr id="4240" name="Google Shape;4240;p98"/>
              <p:cNvGrpSpPr/>
              <p:nvPr/>
            </p:nvGrpSpPr>
            <p:grpSpPr>
              <a:xfrm>
                <a:off x="1472938" y="3745828"/>
                <a:ext cx="72126" cy="53788"/>
                <a:chOff x="1472938" y="3745828"/>
                <a:chExt cx="72126" cy="53788"/>
              </a:xfrm>
            </p:grpSpPr>
            <p:sp>
              <p:nvSpPr>
                <p:cNvPr id="4241" name="Google Shape;4241;p9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98"/>
              <p:cNvGrpSpPr/>
              <p:nvPr/>
            </p:nvGrpSpPr>
            <p:grpSpPr>
              <a:xfrm>
                <a:off x="1819181" y="4089633"/>
                <a:ext cx="72126" cy="53788"/>
                <a:chOff x="1819181" y="4089633"/>
                <a:chExt cx="72126" cy="53788"/>
              </a:xfrm>
            </p:grpSpPr>
            <p:sp>
              <p:nvSpPr>
                <p:cNvPr id="4244" name="Google Shape;4244;p9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98"/>
              <p:cNvGrpSpPr/>
              <p:nvPr/>
            </p:nvGrpSpPr>
            <p:grpSpPr>
              <a:xfrm>
                <a:off x="1455707" y="4084171"/>
                <a:ext cx="64321" cy="64544"/>
                <a:chOff x="1455707" y="4084171"/>
                <a:chExt cx="64321" cy="64544"/>
              </a:xfrm>
            </p:grpSpPr>
            <p:sp>
              <p:nvSpPr>
                <p:cNvPr id="4247" name="Google Shape;4247;p9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98"/>
              <p:cNvGrpSpPr/>
              <p:nvPr/>
            </p:nvGrpSpPr>
            <p:grpSpPr>
              <a:xfrm>
                <a:off x="1818610" y="3731058"/>
                <a:ext cx="64321" cy="64544"/>
                <a:chOff x="1818610" y="3731058"/>
                <a:chExt cx="64321" cy="64544"/>
              </a:xfrm>
            </p:grpSpPr>
            <p:sp>
              <p:nvSpPr>
                <p:cNvPr id="4250" name="Google Shape;4250;p9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98"/>
              <p:cNvGrpSpPr/>
              <p:nvPr/>
            </p:nvGrpSpPr>
            <p:grpSpPr>
              <a:xfrm>
                <a:off x="2172491" y="4089633"/>
                <a:ext cx="72126" cy="53788"/>
                <a:chOff x="2172491" y="4089633"/>
                <a:chExt cx="72126" cy="53788"/>
              </a:xfrm>
            </p:grpSpPr>
            <p:sp>
              <p:nvSpPr>
                <p:cNvPr id="4253" name="Google Shape;4253;p9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98"/>
              <p:cNvGrpSpPr/>
              <p:nvPr/>
            </p:nvGrpSpPr>
            <p:grpSpPr>
              <a:xfrm>
                <a:off x="2171920" y="3731058"/>
                <a:ext cx="64321" cy="64544"/>
                <a:chOff x="2171920" y="3731058"/>
                <a:chExt cx="64321" cy="64544"/>
              </a:xfrm>
            </p:grpSpPr>
            <p:sp>
              <p:nvSpPr>
                <p:cNvPr id="4256" name="Google Shape;4256;p9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98"/>
              <p:cNvGrpSpPr/>
              <p:nvPr/>
            </p:nvGrpSpPr>
            <p:grpSpPr>
              <a:xfrm>
                <a:off x="2874730" y="3745828"/>
                <a:ext cx="72126" cy="53788"/>
                <a:chOff x="2874730" y="3745828"/>
                <a:chExt cx="72126" cy="53788"/>
              </a:xfrm>
            </p:grpSpPr>
            <p:sp>
              <p:nvSpPr>
                <p:cNvPr id="4259" name="Google Shape;4259;p9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98"/>
              <p:cNvGrpSpPr/>
              <p:nvPr/>
            </p:nvGrpSpPr>
            <p:grpSpPr>
              <a:xfrm>
                <a:off x="2878589" y="4081481"/>
                <a:ext cx="64321" cy="64544"/>
                <a:chOff x="2878589" y="4081481"/>
                <a:chExt cx="64321" cy="64544"/>
              </a:xfrm>
            </p:grpSpPr>
            <p:sp>
              <p:nvSpPr>
                <p:cNvPr id="4262" name="Google Shape;4262;p9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98"/>
              <p:cNvGrpSpPr/>
              <p:nvPr/>
            </p:nvGrpSpPr>
            <p:grpSpPr>
              <a:xfrm>
                <a:off x="2525796" y="4089633"/>
                <a:ext cx="72126" cy="53788"/>
                <a:chOff x="2525796" y="4089633"/>
                <a:chExt cx="72126" cy="53788"/>
              </a:xfrm>
            </p:grpSpPr>
            <p:sp>
              <p:nvSpPr>
                <p:cNvPr id="4265" name="Google Shape;4265;p9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98"/>
              <p:cNvGrpSpPr/>
              <p:nvPr/>
            </p:nvGrpSpPr>
            <p:grpSpPr>
              <a:xfrm>
                <a:off x="2525225" y="3731058"/>
                <a:ext cx="64321" cy="64544"/>
                <a:chOff x="2525225" y="3731058"/>
                <a:chExt cx="64321" cy="64544"/>
              </a:xfrm>
            </p:grpSpPr>
            <p:sp>
              <p:nvSpPr>
                <p:cNvPr id="4268" name="Google Shape;4268;p9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3" name="Shape 4273"/>
        <p:cNvGrpSpPr/>
        <p:nvPr/>
      </p:nvGrpSpPr>
      <p:grpSpPr>
        <a:xfrm>
          <a:off x="0" y="0"/>
          <a:ext cx="0" cy="0"/>
          <a:chOff x="0" y="0"/>
          <a:chExt cx="0" cy="0"/>
        </a:xfrm>
      </p:grpSpPr>
      <p:grpSp>
        <p:nvGrpSpPr>
          <p:cNvPr id="4274" name="Google Shape;4274;p99"/>
          <p:cNvGrpSpPr/>
          <p:nvPr/>
        </p:nvGrpSpPr>
        <p:grpSpPr>
          <a:xfrm>
            <a:off x="5780153" y="1859606"/>
            <a:ext cx="671400" cy="674856"/>
            <a:chOff x="5780148" y="1859605"/>
            <a:chExt cx="671400" cy="674856"/>
          </a:xfrm>
        </p:grpSpPr>
        <p:sp>
          <p:nvSpPr>
            <p:cNvPr id="4275" name="Google Shape;4275;p9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99"/>
          <p:cNvGrpSpPr/>
          <p:nvPr/>
        </p:nvGrpSpPr>
        <p:grpSpPr>
          <a:xfrm>
            <a:off x="716996" y="971307"/>
            <a:ext cx="845921" cy="690752"/>
            <a:chOff x="732428" y="1198513"/>
            <a:chExt cx="845921" cy="690752"/>
          </a:xfrm>
        </p:grpSpPr>
        <p:grpSp>
          <p:nvGrpSpPr>
            <p:cNvPr id="4280" name="Google Shape;4280;p99"/>
            <p:cNvGrpSpPr/>
            <p:nvPr/>
          </p:nvGrpSpPr>
          <p:grpSpPr>
            <a:xfrm>
              <a:off x="823030" y="1198513"/>
              <a:ext cx="755319" cy="690752"/>
              <a:chOff x="823030" y="1198513"/>
              <a:chExt cx="755319" cy="690752"/>
            </a:xfrm>
          </p:grpSpPr>
          <p:sp>
            <p:nvSpPr>
              <p:cNvPr id="4281" name="Google Shape;4281;p9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99"/>
            <p:cNvGrpSpPr/>
            <p:nvPr/>
          </p:nvGrpSpPr>
          <p:grpSpPr>
            <a:xfrm>
              <a:off x="732428" y="1239937"/>
              <a:ext cx="739912" cy="607886"/>
              <a:chOff x="732428" y="1239937"/>
              <a:chExt cx="739912" cy="607886"/>
            </a:xfrm>
          </p:grpSpPr>
          <p:sp>
            <p:nvSpPr>
              <p:cNvPr id="4284" name="Google Shape;4284;p9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99"/>
            <p:cNvGrpSpPr/>
            <p:nvPr/>
          </p:nvGrpSpPr>
          <p:grpSpPr>
            <a:xfrm>
              <a:off x="732428" y="1277018"/>
              <a:ext cx="702832" cy="533758"/>
              <a:chOff x="732428" y="1277018"/>
              <a:chExt cx="702832" cy="533758"/>
            </a:xfrm>
          </p:grpSpPr>
          <p:sp>
            <p:nvSpPr>
              <p:cNvPr id="4287" name="Google Shape;4287;p9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99"/>
            <p:cNvGrpSpPr/>
            <p:nvPr/>
          </p:nvGrpSpPr>
          <p:grpSpPr>
            <a:xfrm>
              <a:off x="931170" y="1306653"/>
              <a:ext cx="647179" cy="474455"/>
              <a:chOff x="931170" y="1306653"/>
              <a:chExt cx="647179" cy="474455"/>
            </a:xfrm>
          </p:grpSpPr>
          <p:sp>
            <p:nvSpPr>
              <p:cNvPr id="4290" name="Google Shape;4290;p9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2" name="Google Shape;4292;p9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99"/>
          <p:cNvGrpSpPr/>
          <p:nvPr/>
        </p:nvGrpSpPr>
        <p:grpSpPr>
          <a:xfrm>
            <a:off x="3948605" y="971313"/>
            <a:ext cx="634656" cy="699982"/>
            <a:chOff x="5985650" y="2860025"/>
            <a:chExt cx="1396075" cy="1539775"/>
          </a:xfrm>
        </p:grpSpPr>
        <p:sp>
          <p:nvSpPr>
            <p:cNvPr id="4294" name="Google Shape;4294;p9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99"/>
          <p:cNvGrpSpPr/>
          <p:nvPr/>
        </p:nvGrpSpPr>
        <p:grpSpPr>
          <a:xfrm>
            <a:off x="4704254" y="971307"/>
            <a:ext cx="725845" cy="699975"/>
            <a:chOff x="4249973" y="1201875"/>
            <a:chExt cx="1958568" cy="1888762"/>
          </a:xfrm>
        </p:grpSpPr>
        <p:sp>
          <p:nvSpPr>
            <p:cNvPr id="4327" name="Google Shape;4327;p9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8" name="Google Shape;4328;p99"/>
            <p:cNvGrpSpPr/>
            <p:nvPr/>
          </p:nvGrpSpPr>
          <p:grpSpPr>
            <a:xfrm>
              <a:off x="5853086" y="1789142"/>
              <a:ext cx="355454" cy="1048099"/>
              <a:chOff x="5576108" y="2016725"/>
              <a:chExt cx="565200" cy="1666560"/>
            </a:xfrm>
          </p:grpSpPr>
          <p:sp>
            <p:nvSpPr>
              <p:cNvPr id="4329" name="Google Shape;4329;p9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30" name="Google Shape;4330;p9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99"/>
            <p:cNvGrpSpPr/>
            <p:nvPr/>
          </p:nvGrpSpPr>
          <p:grpSpPr>
            <a:xfrm>
              <a:off x="4869455" y="2691676"/>
              <a:ext cx="1013897" cy="398961"/>
              <a:chOff x="4012057" y="3451825"/>
              <a:chExt cx="1612175" cy="634379"/>
            </a:xfrm>
          </p:grpSpPr>
          <p:sp>
            <p:nvSpPr>
              <p:cNvPr id="4332" name="Google Shape;4332;p9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33" name="Google Shape;4333;p9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99"/>
            <p:cNvGrpSpPr/>
            <p:nvPr/>
          </p:nvGrpSpPr>
          <p:grpSpPr>
            <a:xfrm>
              <a:off x="4276937" y="2155961"/>
              <a:ext cx="651965" cy="891358"/>
              <a:chOff x="3069908" y="2599997"/>
              <a:chExt cx="1036675" cy="1417328"/>
            </a:xfrm>
          </p:grpSpPr>
          <p:sp>
            <p:nvSpPr>
              <p:cNvPr id="4335" name="Google Shape;4335;p9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36" name="Google Shape;4336;p9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99"/>
            <p:cNvGrpSpPr/>
            <p:nvPr/>
          </p:nvGrpSpPr>
          <p:grpSpPr>
            <a:xfrm>
              <a:off x="5054918" y="1201875"/>
              <a:ext cx="999548" cy="602711"/>
              <a:chOff x="4306958" y="1082925"/>
              <a:chExt cx="1589359" cy="958358"/>
            </a:xfrm>
          </p:grpSpPr>
          <p:sp>
            <p:nvSpPr>
              <p:cNvPr id="4338" name="Google Shape;4338;p9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39" name="Google Shape;4339;p9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99"/>
            <p:cNvGrpSpPr/>
            <p:nvPr/>
          </p:nvGrpSpPr>
          <p:grpSpPr>
            <a:xfrm>
              <a:off x="4249973" y="1303451"/>
              <a:ext cx="799317" cy="841334"/>
              <a:chOff x="3027033" y="1244439"/>
              <a:chExt cx="1270977" cy="1337786"/>
            </a:xfrm>
          </p:grpSpPr>
          <p:sp>
            <p:nvSpPr>
              <p:cNvPr id="4341" name="Google Shape;4341;p9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42" name="Google Shape;4342;p9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3" name="Google Shape;4343;p99"/>
          <p:cNvGrpSpPr/>
          <p:nvPr/>
        </p:nvGrpSpPr>
        <p:grpSpPr>
          <a:xfrm>
            <a:off x="4057119" y="1858087"/>
            <a:ext cx="750769" cy="683784"/>
            <a:chOff x="4204684" y="2104422"/>
            <a:chExt cx="699822" cy="637382"/>
          </a:xfrm>
        </p:grpSpPr>
        <p:grpSp>
          <p:nvGrpSpPr>
            <p:cNvPr id="4344" name="Google Shape;4344;p99"/>
            <p:cNvGrpSpPr/>
            <p:nvPr/>
          </p:nvGrpSpPr>
          <p:grpSpPr>
            <a:xfrm>
              <a:off x="4204684" y="2430067"/>
              <a:ext cx="342957" cy="311738"/>
              <a:chOff x="4204684" y="2430067"/>
              <a:chExt cx="342957" cy="311738"/>
            </a:xfrm>
          </p:grpSpPr>
          <p:sp>
            <p:nvSpPr>
              <p:cNvPr id="4345" name="Google Shape;4345;p9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99"/>
            <p:cNvGrpSpPr/>
            <p:nvPr/>
          </p:nvGrpSpPr>
          <p:grpSpPr>
            <a:xfrm>
              <a:off x="4561586" y="2430067"/>
              <a:ext cx="342920" cy="311738"/>
              <a:chOff x="4561586" y="2430067"/>
              <a:chExt cx="342920" cy="311738"/>
            </a:xfrm>
          </p:grpSpPr>
          <p:sp>
            <p:nvSpPr>
              <p:cNvPr id="4348" name="Google Shape;4348;p9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99"/>
            <p:cNvGrpSpPr/>
            <p:nvPr/>
          </p:nvGrpSpPr>
          <p:grpSpPr>
            <a:xfrm>
              <a:off x="4561586" y="2104422"/>
              <a:ext cx="342920" cy="311738"/>
              <a:chOff x="4561586" y="2104422"/>
              <a:chExt cx="342920" cy="311738"/>
            </a:xfrm>
          </p:grpSpPr>
          <p:sp>
            <p:nvSpPr>
              <p:cNvPr id="4351" name="Google Shape;4351;p9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3" name="Google Shape;4353;p99"/>
            <p:cNvGrpSpPr/>
            <p:nvPr/>
          </p:nvGrpSpPr>
          <p:grpSpPr>
            <a:xfrm>
              <a:off x="4204684" y="2104422"/>
              <a:ext cx="342957" cy="311664"/>
              <a:chOff x="4204684" y="2104422"/>
              <a:chExt cx="342957" cy="311664"/>
            </a:xfrm>
          </p:grpSpPr>
          <p:sp>
            <p:nvSpPr>
              <p:cNvPr id="4354" name="Google Shape;4354;p9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6" name="Google Shape;4356;p99"/>
          <p:cNvGrpSpPr/>
          <p:nvPr/>
        </p:nvGrpSpPr>
        <p:grpSpPr>
          <a:xfrm>
            <a:off x="5521552" y="971301"/>
            <a:ext cx="660591" cy="688867"/>
            <a:chOff x="5830645" y="1267368"/>
            <a:chExt cx="530340" cy="553040"/>
          </a:xfrm>
        </p:grpSpPr>
        <p:sp>
          <p:nvSpPr>
            <p:cNvPr id="4357" name="Google Shape;4357;p9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8" name="Google Shape;4358;p99"/>
            <p:cNvGrpSpPr/>
            <p:nvPr/>
          </p:nvGrpSpPr>
          <p:grpSpPr>
            <a:xfrm>
              <a:off x="5830645" y="1267368"/>
              <a:ext cx="259743" cy="269909"/>
              <a:chOff x="5830645" y="1267368"/>
              <a:chExt cx="259743" cy="269909"/>
            </a:xfrm>
          </p:grpSpPr>
          <p:sp>
            <p:nvSpPr>
              <p:cNvPr id="4359" name="Google Shape;4359;p9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99"/>
            <p:cNvGrpSpPr/>
            <p:nvPr/>
          </p:nvGrpSpPr>
          <p:grpSpPr>
            <a:xfrm>
              <a:off x="6101293" y="1267368"/>
              <a:ext cx="259692" cy="269909"/>
              <a:chOff x="6101293" y="1267368"/>
              <a:chExt cx="259692" cy="269909"/>
            </a:xfrm>
          </p:grpSpPr>
          <p:sp>
            <p:nvSpPr>
              <p:cNvPr id="4362" name="Google Shape;4362;p9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99"/>
            <p:cNvGrpSpPr/>
            <p:nvPr/>
          </p:nvGrpSpPr>
          <p:grpSpPr>
            <a:xfrm>
              <a:off x="5830645" y="1550500"/>
              <a:ext cx="259692" cy="269909"/>
              <a:chOff x="5830645" y="1550500"/>
              <a:chExt cx="259692" cy="269909"/>
            </a:xfrm>
          </p:grpSpPr>
          <p:sp>
            <p:nvSpPr>
              <p:cNvPr id="4365" name="Google Shape;4365;p9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99"/>
            <p:cNvGrpSpPr/>
            <p:nvPr/>
          </p:nvGrpSpPr>
          <p:grpSpPr>
            <a:xfrm>
              <a:off x="6101293" y="1550500"/>
              <a:ext cx="259692" cy="269909"/>
              <a:chOff x="6101293" y="1550500"/>
              <a:chExt cx="259692" cy="269909"/>
            </a:xfrm>
          </p:grpSpPr>
          <p:sp>
            <p:nvSpPr>
              <p:cNvPr id="4368" name="Google Shape;4368;p9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0" name="Google Shape;4370;p99"/>
          <p:cNvGrpSpPr/>
          <p:nvPr/>
        </p:nvGrpSpPr>
        <p:grpSpPr>
          <a:xfrm>
            <a:off x="723705" y="1861761"/>
            <a:ext cx="697154" cy="679574"/>
            <a:chOff x="2679875" y="2361475"/>
            <a:chExt cx="780425" cy="760575"/>
          </a:xfrm>
        </p:grpSpPr>
        <p:sp>
          <p:nvSpPr>
            <p:cNvPr id="4371" name="Google Shape;4371;p9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99"/>
          <p:cNvGrpSpPr/>
          <p:nvPr/>
        </p:nvGrpSpPr>
        <p:grpSpPr>
          <a:xfrm>
            <a:off x="3122864" y="971353"/>
            <a:ext cx="735829" cy="684547"/>
            <a:chOff x="3351965" y="1148808"/>
            <a:chExt cx="750770" cy="698375"/>
          </a:xfrm>
        </p:grpSpPr>
        <p:grpSp>
          <p:nvGrpSpPr>
            <p:cNvPr id="4378" name="Google Shape;4378;p99"/>
            <p:cNvGrpSpPr/>
            <p:nvPr/>
          </p:nvGrpSpPr>
          <p:grpSpPr>
            <a:xfrm>
              <a:off x="3586796" y="1148808"/>
              <a:ext cx="294857" cy="286830"/>
              <a:chOff x="3750225" y="1774000"/>
              <a:chExt cx="149575" cy="145525"/>
            </a:xfrm>
          </p:grpSpPr>
          <p:sp>
            <p:nvSpPr>
              <p:cNvPr id="4379" name="Google Shape;4379;p9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99"/>
            <p:cNvGrpSpPr/>
            <p:nvPr/>
          </p:nvGrpSpPr>
          <p:grpSpPr>
            <a:xfrm>
              <a:off x="3779245" y="1375768"/>
              <a:ext cx="323490" cy="286978"/>
              <a:chOff x="3847850" y="1889150"/>
              <a:chExt cx="164100" cy="145600"/>
            </a:xfrm>
          </p:grpSpPr>
          <p:sp>
            <p:nvSpPr>
              <p:cNvPr id="4382" name="Google Shape;4382;p9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99"/>
            <p:cNvGrpSpPr/>
            <p:nvPr/>
          </p:nvGrpSpPr>
          <p:grpSpPr>
            <a:xfrm>
              <a:off x="3351965" y="1330435"/>
              <a:ext cx="295449" cy="285401"/>
              <a:chOff x="3631100" y="1866150"/>
              <a:chExt cx="149875" cy="144800"/>
            </a:xfrm>
          </p:grpSpPr>
          <p:sp>
            <p:nvSpPr>
              <p:cNvPr id="4385" name="Google Shape;4385;p9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99"/>
            <p:cNvGrpSpPr/>
            <p:nvPr/>
          </p:nvGrpSpPr>
          <p:grpSpPr>
            <a:xfrm>
              <a:off x="3548208" y="1560352"/>
              <a:ext cx="294808" cy="286830"/>
              <a:chOff x="3730650" y="1982800"/>
              <a:chExt cx="149550" cy="145525"/>
            </a:xfrm>
          </p:grpSpPr>
          <p:sp>
            <p:nvSpPr>
              <p:cNvPr id="4388" name="Google Shape;4388;p9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0" name="Google Shape;4390;p99"/>
          <p:cNvGrpSpPr/>
          <p:nvPr/>
        </p:nvGrpSpPr>
        <p:grpSpPr>
          <a:xfrm>
            <a:off x="7624517" y="971307"/>
            <a:ext cx="804565" cy="677795"/>
            <a:chOff x="7636443" y="1204988"/>
            <a:chExt cx="804565" cy="677795"/>
          </a:xfrm>
        </p:grpSpPr>
        <p:grpSp>
          <p:nvGrpSpPr>
            <p:cNvPr id="4391" name="Google Shape;4391;p99"/>
            <p:cNvGrpSpPr/>
            <p:nvPr/>
          </p:nvGrpSpPr>
          <p:grpSpPr>
            <a:xfrm>
              <a:off x="7636443" y="1509705"/>
              <a:ext cx="804565" cy="373078"/>
              <a:chOff x="7636443" y="1509705"/>
              <a:chExt cx="804565" cy="373078"/>
            </a:xfrm>
          </p:grpSpPr>
          <p:sp>
            <p:nvSpPr>
              <p:cNvPr id="4392" name="Google Shape;4392;p9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99"/>
            <p:cNvGrpSpPr/>
            <p:nvPr/>
          </p:nvGrpSpPr>
          <p:grpSpPr>
            <a:xfrm>
              <a:off x="7636443" y="1408133"/>
              <a:ext cx="804565" cy="373078"/>
              <a:chOff x="7636443" y="1408133"/>
              <a:chExt cx="804565" cy="373078"/>
            </a:xfrm>
          </p:grpSpPr>
          <p:sp>
            <p:nvSpPr>
              <p:cNvPr id="4395" name="Google Shape;4395;p9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99"/>
            <p:cNvGrpSpPr/>
            <p:nvPr/>
          </p:nvGrpSpPr>
          <p:grpSpPr>
            <a:xfrm>
              <a:off x="7636443" y="1306560"/>
              <a:ext cx="804565" cy="373078"/>
              <a:chOff x="7636443" y="1306560"/>
              <a:chExt cx="804565" cy="373078"/>
            </a:xfrm>
          </p:grpSpPr>
          <p:sp>
            <p:nvSpPr>
              <p:cNvPr id="4398" name="Google Shape;4398;p9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99"/>
            <p:cNvGrpSpPr/>
            <p:nvPr/>
          </p:nvGrpSpPr>
          <p:grpSpPr>
            <a:xfrm>
              <a:off x="7636443" y="1204988"/>
              <a:ext cx="804565" cy="373078"/>
              <a:chOff x="7636443" y="1204988"/>
              <a:chExt cx="804565" cy="373078"/>
            </a:xfrm>
          </p:grpSpPr>
          <p:sp>
            <p:nvSpPr>
              <p:cNvPr id="4401" name="Google Shape;4401;p9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3" name="Google Shape;4403;p99"/>
          <p:cNvGrpSpPr/>
          <p:nvPr/>
        </p:nvGrpSpPr>
        <p:grpSpPr>
          <a:xfrm>
            <a:off x="4963363" y="1878721"/>
            <a:ext cx="661339" cy="661188"/>
            <a:chOff x="3990000" y="975400"/>
            <a:chExt cx="3934200" cy="3933300"/>
          </a:xfrm>
        </p:grpSpPr>
        <p:sp>
          <p:nvSpPr>
            <p:cNvPr id="4404" name="Google Shape;4404;p9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99"/>
          <p:cNvGrpSpPr/>
          <p:nvPr/>
        </p:nvGrpSpPr>
        <p:grpSpPr>
          <a:xfrm>
            <a:off x="6607011" y="1857359"/>
            <a:ext cx="868881" cy="684241"/>
            <a:chOff x="6598259" y="2078634"/>
            <a:chExt cx="868881" cy="684241"/>
          </a:xfrm>
        </p:grpSpPr>
        <p:sp>
          <p:nvSpPr>
            <p:cNvPr id="4409" name="Google Shape;4409;p9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99"/>
            <p:cNvGrpSpPr/>
            <p:nvPr/>
          </p:nvGrpSpPr>
          <p:grpSpPr>
            <a:xfrm>
              <a:off x="6808175" y="2078634"/>
              <a:ext cx="452229" cy="684241"/>
              <a:chOff x="6808175" y="2078634"/>
              <a:chExt cx="452229" cy="684241"/>
            </a:xfrm>
          </p:grpSpPr>
          <p:sp>
            <p:nvSpPr>
              <p:cNvPr id="4416" name="Google Shape;4416;p9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2" name="Google Shape;4422;p99"/>
              <p:cNvGrpSpPr/>
              <p:nvPr/>
            </p:nvGrpSpPr>
            <p:grpSpPr>
              <a:xfrm>
                <a:off x="6821586" y="2078634"/>
                <a:ext cx="426871" cy="684241"/>
                <a:chOff x="6821586" y="2078634"/>
                <a:chExt cx="426871" cy="684241"/>
              </a:xfrm>
            </p:grpSpPr>
            <p:grpSp>
              <p:nvGrpSpPr>
                <p:cNvPr id="4423" name="Google Shape;4423;p99"/>
                <p:cNvGrpSpPr/>
                <p:nvPr/>
              </p:nvGrpSpPr>
              <p:grpSpPr>
                <a:xfrm>
                  <a:off x="6821586" y="2078634"/>
                  <a:ext cx="426871" cy="684241"/>
                  <a:chOff x="6821586" y="2078634"/>
                  <a:chExt cx="426871" cy="684241"/>
                </a:xfrm>
              </p:grpSpPr>
              <p:sp>
                <p:nvSpPr>
                  <p:cNvPr id="4424" name="Google Shape;4424;p9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3" name="Google Shape;4443;p9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49" name="Google Shape;4449;p99"/>
          <p:cNvGrpSpPr/>
          <p:nvPr/>
        </p:nvGrpSpPr>
        <p:grpSpPr>
          <a:xfrm>
            <a:off x="716994" y="3531369"/>
            <a:ext cx="1340789" cy="640830"/>
            <a:chOff x="238125" y="1151100"/>
            <a:chExt cx="7139450" cy="3412300"/>
          </a:xfrm>
        </p:grpSpPr>
        <p:sp>
          <p:nvSpPr>
            <p:cNvPr id="4450" name="Google Shape;4450;p9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99"/>
          <p:cNvGrpSpPr/>
          <p:nvPr/>
        </p:nvGrpSpPr>
        <p:grpSpPr>
          <a:xfrm>
            <a:off x="5584217" y="2734650"/>
            <a:ext cx="985357" cy="585764"/>
            <a:chOff x="5145061" y="2881789"/>
            <a:chExt cx="1107641" cy="658458"/>
          </a:xfrm>
        </p:grpSpPr>
        <p:grpSp>
          <p:nvGrpSpPr>
            <p:cNvPr id="4463" name="Google Shape;4463;p99"/>
            <p:cNvGrpSpPr/>
            <p:nvPr/>
          </p:nvGrpSpPr>
          <p:grpSpPr>
            <a:xfrm>
              <a:off x="5722989" y="3244587"/>
              <a:ext cx="529713" cy="295659"/>
              <a:chOff x="5722989" y="3244587"/>
              <a:chExt cx="529713" cy="295659"/>
            </a:xfrm>
          </p:grpSpPr>
          <p:sp>
            <p:nvSpPr>
              <p:cNvPr id="4464" name="Google Shape;4464;p9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65" name="Google Shape;4465;p9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66" name="Google Shape;4466;p99"/>
            <p:cNvGrpSpPr/>
            <p:nvPr/>
          </p:nvGrpSpPr>
          <p:grpSpPr>
            <a:xfrm>
              <a:off x="5145061" y="3244587"/>
              <a:ext cx="536807" cy="295659"/>
              <a:chOff x="5145061" y="3244587"/>
              <a:chExt cx="536807" cy="295659"/>
            </a:xfrm>
          </p:grpSpPr>
          <p:sp>
            <p:nvSpPr>
              <p:cNvPr id="4467" name="Google Shape;4467;p9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68" name="Google Shape;4468;p9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69" name="Google Shape;4469;p99"/>
            <p:cNvGrpSpPr/>
            <p:nvPr/>
          </p:nvGrpSpPr>
          <p:grpSpPr>
            <a:xfrm>
              <a:off x="5341327" y="2898245"/>
              <a:ext cx="532309" cy="614891"/>
              <a:chOff x="5341327" y="2898245"/>
              <a:chExt cx="532309" cy="614891"/>
            </a:xfrm>
          </p:grpSpPr>
          <p:sp>
            <p:nvSpPr>
              <p:cNvPr id="4470" name="Google Shape;4470;p9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71" name="Google Shape;4471;p9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72" name="Google Shape;4472;p99"/>
            <p:cNvGrpSpPr/>
            <p:nvPr/>
          </p:nvGrpSpPr>
          <p:grpSpPr>
            <a:xfrm>
              <a:off x="5532290" y="2881789"/>
              <a:ext cx="620516" cy="305456"/>
              <a:chOff x="5532290" y="2881789"/>
              <a:chExt cx="620516" cy="305456"/>
            </a:xfrm>
          </p:grpSpPr>
          <p:sp>
            <p:nvSpPr>
              <p:cNvPr id="4473" name="Google Shape;4473;p9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74" name="Google Shape;4474;p9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475" name="Google Shape;4475;p99"/>
          <p:cNvGrpSpPr/>
          <p:nvPr/>
        </p:nvGrpSpPr>
        <p:grpSpPr>
          <a:xfrm>
            <a:off x="8163140" y="3526708"/>
            <a:ext cx="269068" cy="645491"/>
            <a:chOff x="7026852" y="3311869"/>
            <a:chExt cx="434331" cy="1041954"/>
          </a:xfrm>
        </p:grpSpPr>
        <p:sp>
          <p:nvSpPr>
            <p:cNvPr id="4476" name="Google Shape;4476;p9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99"/>
          <p:cNvGrpSpPr/>
          <p:nvPr/>
        </p:nvGrpSpPr>
        <p:grpSpPr>
          <a:xfrm>
            <a:off x="6179721" y="3565945"/>
            <a:ext cx="293882" cy="293836"/>
            <a:chOff x="4873519" y="3311869"/>
            <a:chExt cx="499374" cy="499296"/>
          </a:xfrm>
        </p:grpSpPr>
        <p:sp>
          <p:nvSpPr>
            <p:cNvPr id="4480" name="Google Shape;4480;p9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99"/>
          <p:cNvGrpSpPr/>
          <p:nvPr/>
        </p:nvGrpSpPr>
        <p:grpSpPr>
          <a:xfrm>
            <a:off x="6179721" y="3878317"/>
            <a:ext cx="293882" cy="293882"/>
            <a:chOff x="4873519" y="3875839"/>
            <a:chExt cx="499374" cy="499374"/>
          </a:xfrm>
        </p:grpSpPr>
        <p:sp>
          <p:nvSpPr>
            <p:cNvPr id="4483" name="Google Shape;4483;p9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99"/>
          <p:cNvGrpSpPr/>
          <p:nvPr/>
        </p:nvGrpSpPr>
        <p:grpSpPr>
          <a:xfrm>
            <a:off x="2410248" y="1850269"/>
            <a:ext cx="698104" cy="698208"/>
            <a:chOff x="2565073" y="2075876"/>
            <a:chExt cx="672482" cy="672518"/>
          </a:xfrm>
        </p:grpSpPr>
        <p:sp>
          <p:nvSpPr>
            <p:cNvPr id="4486" name="Google Shape;4486;p9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99"/>
          <p:cNvGrpSpPr/>
          <p:nvPr/>
        </p:nvGrpSpPr>
        <p:grpSpPr>
          <a:xfrm>
            <a:off x="5633660" y="3534870"/>
            <a:ext cx="438354" cy="637329"/>
            <a:chOff x="1697726" y="3244179"/>
            <a:chExt cx="788124" cy="1146069"/>
          </a:xfrm>
        </p:grpSpPr>
        <p:sp>
          <p:nvSpPr>
            <p:cNvPr id="4493" name="Google Shape;4493;p9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5" name="Google Shape;4495;p9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6" name="Google Shape;4496;p99"/>
          <p:cNvGrpSpPr/>
          <p:nvPr/>
        </p:nvGrpSpPr>
        <p:grpSpPr>
          <a:xfrm>
            <a:off x="7634874" y="1863232"/>
            <a:ext cx="799565" cy="670282"/>
            <a:chOff x="7617850" y="2063282"/>
            <a:chExt cx="799565" cy="670282"/>
          </a:xfrm>
        </p:grpSpPr>
        <p:cxnSp>
          <p:nvCxnSpPr>
            <p:cNvPr id="4497" name="Google Shape;4497;p9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98" name="Google Shape;4498;p9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99" name="Google Shape;4499;p9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00" name="Google Shape;4500;p9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01" name="Google Shape;4501;p9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02" name="Google Shape;4502;p9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03" name="Google Shape;4503;p99"/>
            <p:cNvGrpSpPr/>
            <p:nvPr/>
          </p:nvGrpSpPr>
          <p:grpSpPr>
            <a:xfrm>
              <a:off x="7734309" y="2063282"/>
              <a:ext cx="570957" cy="620095"/>
              <a:chOff x="7734309" y="2063282"/>
              <a:chExt cx="570957" cy="620095"/>
            </a:xfrm>
          </p:grpSpPr>
          <p:grpSp>
            <p:nvGrpSpPr>
              <p:cNvPr id="4504" name="Google Shape;4504;p99"/>
              <p:cNvGrpSpPr/>
              <p:nvPr/>
            </p:nvGrpSpPr>
            <p:grpSpPr>
              <a:xfrm>
                <a:off x="8031573" y="2063282"/>
                <a:ext cx="273693" cy="620095"/>
                <a:chOff x="8031573" y="2063282"/>
                <a:chExt cx="273693" cy="620095"/>
              </a:xfrm>
            </p:grpSpPr>
            <p:sp>
              <p:nvSpPr>
                <p:cNvPr id="4505" name="Google Shape;4505;p9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99"/>
              <p:cNvGrpSpPr/>
              <p:nvPr/>
            </p:nvGrpSpPr>
            <p:grpSpPr>
              <a:xfrm flipH="1">
                <a:off x="7734309" y="2063282"/>
                <a:ext cx="273693" cy="620095"/>
                <a:chOff x="8031573" y="2063282"/>
                <a:chExt cx="273693" cy="620095"/>
              </a:xfrm>
            </p:grpSpPr>
            <p:sp>
              <p:nvSpPr>
                <p:cNvPr id="4510" name="Google Shape;4510;p9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14" name="Google Shape;4514;p9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6" name="Google Shape;4516;p99"/>
          <p:cNvGrpSpPr/>
          <p:nvPr/>
        </p:nvGrpSpPr>
        <p:grpSpPr>
          <a:xfrm>
            <a:off x="7821480" y="2716716"/>
            <a:ext cx="602567" cy="601884"/>
            <a:chOff x="1186975" y="238125"/>
            <a:chExt cx="5244275" cy="5238325"/>
          </a:xfrm>
        </p:grpSpPr>
        <p:sp>
          <p:nvSpPr>
            <p:cNvPr id="4517" name="Google Shape;4517;p9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99"/>
          <p:cNvGrpSpPr/>
          <p:nvPr/>
        </p:nvGrpSpPr>
        <p:grpSpPr>
          <a:xfrm>
            <a:off x="3264218" y="1856199"/>
            <a:ext cx="651848" cy="687338"/>
            <a:chOff x="3400515" y="2056248"/>
            <a:chExt cx="698134" cy="735987"/>
          </a:xfrm>
        </p:grpSpPr>
        <p:grpSp>
          <p:nvGrpSpPr>
            <p:cNvPr id="4522" name="Google Shape;4522;p99"/>
            <p:cNvGrpSpPr/>
            <p:nvPr/>
          </p:nvGrpSpPr>
          <p:grpSpPr>
            <a:xfrm>
              <a:off x="3400515" y="2283913"/>
              <a:ext cx="312919" cy="219900"/>
              <a:chOff x="3400515" y="2283913"/>
              <a:chExt cx="312919" cy="219900"/>
            </a:xfrm>
          </p:grpSpPr>
          <p:sp>
            <p:nvSpPr>
              <p:cNvPr id="4523" name="Google Shape;4523;p9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24" name="Google Shape;4524;p9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25" name="Google Shape;4525;p99"/>
            <p:cNvGrpSpPr/>
            <p:nvPr/>
          </p:nvGrpSpPr>
          <p:grpSpPr>
            <a:xfrm>
              <a:off x="3547823" y="2461089"/>
              <a:ext cx="219900" cy="331146"/>
              <a:chOff x="3547823" y="2461089"/>
              <a:chExt cx="219900" cy="331146"/>
            </a:xfrm>
          </p:grpSpPr>
          <p:sp>
            <p:nvSpPr>
              <p:cNvPr id="4526" name="Google Shape;4526;p9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27" name="Google Shape;4527;p9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28" name="Google Shape;4528;p99"/>
            <p:cNvGrpSpPr/>
            <p:nvPr/>
          </p:nvGrpSpPr>
          <p:grpSpPr>
            <a:xfrm>
              <a:off x="3734138" y="2461089"/>
              <a:ext cx="219900" cy="331146"/>
              <a:chOff x="3734138" y="2461089"/>
              <a:chExt cx="219900" cy="331146"/>
            </a:xfrm>
          </p:grpSpPr>
          <p:sp>
            <p:nvSpPr>
              <p:cNvPr id="4529" name="Google Shape;4529;p9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30" name="Google Shape;4530;p9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31" name="Google Shape;4531;p99"/>
            <p:cNvGrpSpPr/>
            <p:nvPr/>
          </p:nvGrpSpPr>
          <p:grpSpPr>
            <a:xfrm>
              <a:off x="3787560" y="2281742"/>
              <a:ext cx="311089" cy="219900"/>
              <a:chOff x="3787560" y="2281742"/>
              <a:chExt cx="311089" cy="219900"/>
            </a:xfrm>
          </p:grpSpPr>
          <p:sp>
            <p:nvSpPr>
              <p:cNvPr id="4532" name="Google Shape;4532;p9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33" name="Google Shape;4533;p9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34" name="Google Shape;4534;p99"/>
            <p:cNvGrpSpPr/>
            <p:nvPr/>
          </p:nvGrpSpPr>
          <p:grpSpPr>
            <a:xfrm>
              <a:off x="3637290" y="2056248"/>
              <a:ext cx="219900" cy="330736"/>
              <a:chOff x="3637290" y="2056248"/>
              <a:chExt cx="219900" cy="330736"/>
            </a:xfrm>
          </p:grpSpPr>
          <p:sp>
            <p:nvSpPr>
              <p:cNvPr id="4535" name="Google Shape;4535;p9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36" name="Google Shape;4536;p9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37" name="Google Shape;4537;p99"/>
          <p:cNvGrpSpPr/>
          <p:nvPr/>
        </p:nvGrpSpPr>
        <p:grpSpPr>
          <a:xfrm>
            <a:off x="2555923" y="2726206"/>
            <a:ext cx="1268144" cy="592394"/>
            <a:chOff x="238125" y="1188750"/>
            <a:chExt cx="7140450" cy="3335550"/>
          </a:xfrm>
        </p:grpSpPr>
        <p:sp>
          <p:nvSpPr>
            <p:cNvPr id="4538" name="Google Shape;4538;p9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99"/>
          <p:cNvGrpSpPr/>
          <p:nvPr/>
        </p:nvGrpSpPr>
        <p:grpSpPr>
          <a:xfrm>
            <a:off x="6663824" y="2728360"/>
            <a:ext cx="1053944" cy="590147"/>
            <a:chOff x="238125" y="1335475"/>
            <a:chExt cx="5418735" cy="3034175"/>
          </a:xfrm>
        </p:grpSpPr>
        <p:sp>
          <p:nvSpPr>
            <p:cNvPr id="4544" name="Google Shape;4544;p9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99"/>
          <p:cNvGrpSpPr/>
          <p:nvPr/>
        </p:nvGrpSpPr>
        <p:grpSpPr>
          <a:xfrm>
            <a:off x="4094633" y="3533260"/>
            <a:ext cx="1268207" cy="638939"/>
            <a:chOff x="3967651" y="3645904"/>
            <a:chExt cx="1479304" cy="745292"/>
          </a:xfrm>
        </p:grpSpPr>
        <p:grpSp>
          <p:nvGrpSpPr>
            <p:cNvPr id="4548" name="Google Shape;4548;p99"/>
            <p:cNvGrpSpPr/>
            <p:nvPr/>
          </p:nvGrpSpPr>
          <p:grpSpPr>
            <a:xfrm>
              <a:off x="3967651" y="4009026"/>
              <a:ext cx="1479304" cy="382170"/>
              <a:chOff x="3967651" y="4009026"/>
              <a:chExt cx="1479304" cy="382170"/>
            </a:xfrm>
          </p:grpSpPr>
          <p:grpSp>
            <p:nvGrpSpPr>
              <p:cNvPr id="4549" name="Google Shape;4549;p99"/>
              <p:cNvGrpSpPr/>
              <p:nvPr/>
            </p:nvGrpSpPr>
            <p:grpSpPr>
              <a:xfrm>
                <a:off x="4892216" y="4195630"/>
                <a:ext cx="554739" cy="195566"/>
                <a:chOff x="3604375" y="4892160"/>
                <a:chExt cx="1651500" cy="582215"/>
              </a:xfrm>
            </p:grpSpPr>
            <p:sp>
              <p:nvSpPr>
                <p:cNvPr id="4550" name="Google Shape;4550;p9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99"/>
              <p:cNvGrpSpPr/>
              <p:nvPr/>
            </p:nvGrpSpPr>
            <p:grpSpPr>
              <a:xfrm>
                <a:off x="3967651" y="4146303"/>
                <a:ext cx="579402" cy="244893"/>
                <a:chOff x="851875" y="4745310"/>
                <a:chExt cx="1724925" cy="729065"/>
              </a:xfrm>
            </p:grpSpPr>
            <p:sp>
              <p:nvSpPr>
                <p:cNvPr id="4553" name="Google Shape;4553;p9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99"/>
              <p:cNvGrpSpPr/>
              <p:nvPr/>
            </p:nvGrpSpPr>
            <p:grpSpPr>
              <a:xfrm>
                <a:off x="4460753" y="4009026"/>
                <a:ext cx="493110" cy="382170"/>
                <a:chOff x="2319875" y="4336625"/>
                <a:chExt cx="1468025" cy="1137750"/>
              </a:xfrm>
            </p:grpSpPr>
            <p:sp>
              <p:nvSpPr>
                <p:cNvPr id="4556" name="Google Shape;4556;p9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8" name="Google Shape;4558;p99"/>
            <p:cNvGrpSpPr/>
            <p:nvPr/>
          </p:nvGrpSpPr>
          <p:grpSpPr>
            <a:xfrm>
              <a:off x="4479443" y="3645904"/>
              <a:ext cx="455965" cy="388789"/>
              <a:chOff x="2957425" y="238100"/>
              <a:chExt cx="1910200" cy="1628775"/>
            </a:xfrm>
          </p:grpSpPr>
          <p:sp>
            <p:nvSpPr>
              <p:cNvPr id="4559" name="Google Shape;4559;p9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9" name="Google Shape;4569;p99"/>
          <p:cNvGrpSpPr/>
          <p:nvPr/>
        </p:nvGrpSpPr>
        <p:grpSpPr>
          <a:xfrm>
            <a:off x="2480746" y="3534460"/>
            <a:ext cx="1243128" cy="637739"/>
            <a:chOff x="2496310" y="3693351"/>
            <a:chExt cx="1342906" cy="688926"/>
          </a:xfrm>
        </p:grpSpPr>
        <p:grpSp>
          <p:nvGrpSpPr>
            <p:cNvPr id="4570" name="Google Shape;4570;p99"/>
            <p:cNvGrpSpPr/>
            <p:nvPr/>
          </p:nvGrpSpPr>
          <p:grpSpPr>
            <a:xfrm>
              <a:off x="2496310" y="3693351"/>
              <a:ext cx="1342906" cy="688875"/>
              <a:chOff x="2496310" y="3693351"/>
              <a:chExt cx="1342906" cy="688875"/>
            </a:xfrm>
          </p:grpSpPr>
          <p:sp>
            <p:nvSpPr>
              <p:cNvPr id="4571" name="Google Shape;4571;p9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7" name="Google Shape;4577;p99"/>
              <p:cNvCxnSpPr>
                <a:stCxn id="457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578" name="Google Shape;4578;p99"/>
              <p:cNvCxnSpPr>
                <a:stCxn id="457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579" name="Google Shape;4579;p99"/>
              <p:cNvCxnSpPr>
                <a:stCxn id="457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80" name="Google Shape;4580;p99"/>
              <p:cNvCxnSpPr>
                <a:stCxn id="457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81" name="Google Shape;4581;p99"/>
              <p:cNvCxnSpPr>
                <a:stCxn id="457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582" name="Google Shape;4582;p99"/>
            <p:cNvGrpSpPr/>
            <p:nvPr/>
          </p:nvGrpSpPr>
          <p:grpSpPr>
            <a:xfrm>
              <a:off x="2675275" y="3930557"/>
              <a:ext cx="1003306" cy="451719"/>
              <a:chOff x="2675275" y="4174282"/>
              <a:chExt cx="1003306" cy="451719"/>
            </a:xfrm>
          </p:grpSpPr>
          <p:sp>
            <p:nvSpPr>
              <p:cNvPr id="4583" name="Google Shape;4583;p9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6" name="Google Shape;4586;p99"/>
          <p:cNvGrpSpPr/>
          <p:nvPr/>
        </p:nvGrpSpPr>
        <p:grpSpPr>
          <a:xfrm>
            <a:off x="1654417" y="971307"/>
            <a:ext cx="574511" cy="874709"/>
            <a:chOff x="1715404" y="1112080"/>
            <a:chExt cx="642270" cy="977984"/>
          </a:xfrm>
        </p:grpSpPr>
        <p:grpSp>
          <p:nvGrpSpPr>
            <p:cNvPr id="4587" name="Google Shape;4587;p99"/>
            <p:cNvGrpSpPr/>
            <p:nvPr/>
          </p:nvGrpSpPr>
          <p:grpSpPr>
            <a:xfrm>
              <a:off x="1715404" y="1112080"/>
              <a:ext cx="642270" cy="977984"/>
              <a:chOff x="1715404" y="1112080"/>
              <a:chExt cx="642270" cy="977984"/>
            </a:xfrm>
          </p:grpSpPr>
          <p:sp>
            <p:nvSpPr>
              <p:cNvPr id="4588" name="Google Shape;4588;p9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99"/>
            <p:cNvGrpSpPr/>
            <p:nvPr/>
          </p:nvGrpSpPr>
          <p:grpSpPr>
            <a:xfrm>
              <a:off x="1768927" y="1165603"/>
              <a:ext cx="535225" cy="851367"/>
              <a:chOff x="1768927" y="1165603"/>
              <a:chExt cx="535225" cy="851367"/>
            </a:xfrm>
          </p:grpSpPr>
          <p:sp>
            <p:nvSpPr>
              <p:cNvPr id="4591" name="Google Shape;4591;p9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99"/>
            <p:cNvGrpSpPr/>
            <p:nvPr/>
          </p:nvGrpSpPr>
          <p:grpSpPr>
            <a:xfrm>
              <a:off x="1822449" y="1219125"/>
              <a:ext cx="428180" cy="718859"/>
              <a:chOff x="1822449" y="1219125"/>
              <a:chExt cx="428180" cy="718859"/>
            </a:xfrm>
          </p:grpSpPr>
          <p:sp>
            <p:nvSpPr>
              <p:cNvPr id="4594" name="Google Shape;4594;p9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6" name="Google Shape;4596;p99"/>
            <p:cNvGrpSpPr/>
            <p:nvPr/>
          </p:nvGrpSpPr>
          <p:grpSpPr>
            <a:xfrm>
              <a:off x="1875972" y="1272648"/>
              <a:ext cx="321135" cy="586939"/>
              <a:chOff x="1875972" y="1272648"/>
              <a:chExt cx="321135" cy="586939"/>
            </a:xfrm>
          </p:grpSpPr>
          <p:sp>
            <p:nvSpPr>
              <p:cNvPr id="4597" name="Google Shape;4597;p9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9" name="Google Shape;4599;p99"/>
          <p:cNvGrpSpPr/>
          <p:nvPr/>
        </p:nvGrpSpPr>
        <p:grpSpPr>
          <a:xfrm>
            <a:off x="7761578" y="3528028"/>
            <a:ext cx="293855" cy="644170"/>
            <a:chOff x="241025" y="3151575"/>
            <a:chExt cx="293855" cy="644170"/>
          </a:xfrm>
        </p:grpSpPr>
        <p:sp>
          <p:nvSpPr>
            <p:cNvPr id="4600" name="Google Shape;4600;p9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99"/>
          <p:cNvGrpSpPr/>
          <p:nvPr/>
        </p:nvGrpSpPr>
        <p:grpSpPr>
          <a:xfrm>
            <a:off x="709562" y="2728028"/>
            <a:ext cx="1779649" cy="591620"/>
            <a:chOff x="246070" y="1983375"/>
            <a:chExt cx="1855347" cy="616849"/>
          </a:xfrm>
        </p:grpSpPr>
        <p:sp>
          <p:nvSpPr>
            <p:cNvPr id="4603" name="Google Shape;4603;p9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99"/>
          <p:cNvGrpSpPr/>
          <p:nvPr/>
        </p:nvGrpSpPr>
        <p:grpSpPr>
          <a:xfrm>
            <a:off x="2320428" y="971307"/>
            <a:ext cx="711055" cy="745993"/>
            <a:chOff x="2496269" y="1171698"/>
            <a:chExt cx="761953" cy="799392"/>
          </a:xfrm>
        </p:grpSpPr>
        <p:grpSp>
          <p:nvGrpSpPr>
            <p:cNvPr id="4613" name="Google Shape;4613;p99"/>
            <p:cNvGrpSpPr/>
            <p:nvPr/>
          </p:nvGrpSpPr>
          <p:grpSpPr>
            <a:xfrm>
              <a:off x="2496269" y="1171698"/>
              <a:ext cx="761953" cy="723022"/>
              <a:chOff x="2496269" y="1171698"/>
              <a:chExt cx="761953" cy="723022"/>
            </a:xfrm>
          </p:grpSpPr>
          <p:sp>
            <p:nvSpPr>
              <p:cNvPr id="4614" name="Google Shape;4614;p9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6" name="Google Shape;4616;p99"/>
              <p:cNvGrpSpPr/>
              <p:nvPr/>
            </p:nvGrpSpPr>
            <p:grpSpPr>
              <a:xfrm>
                <a:off x="2496269" y="1171698"/>
                <a:ext cx="761953" cy="723022"/>
                <a:chOff x="2496269" y="1120652"/>
                <a:chExt cx="761953" cy="723022"/>
              </a:xfrm>
            </p:grpSpPr>
            <p:grpSp>
              <p:nvGrpSpPr>
                <p:cNvPr id="4617" name="Google Shape;4617;p99"/>
                <p:cNvGrpSpPr/>
                <p:nvPr/>
              </p:nvGrpSpPr>
              <p:grpSpPr>
                <a:xfrm>
                  <a:off x="2496269" y="1120652"/>
                  <a:ext cx="761953" cy="723022"/>
                  <a:chOff x="2496269" y="1120652"/>
                  <a:chExt cx="761953" cy="723022"/>
                </a:xfrm>
              </p:grpSpPr>
              <p:grpSp>
                <p:nvGrpSpPr>
                  <p:cNvPr id="4618" name="Google Shape;4618;p99"/>
                  <p:cNvGrpSpPr/>
                  <p:nvPr/>
                </p:nvGrpSpPr>
                <p:grpSpPr>
                  <a:xfrm>
                    <a:off x="2496269" y="1304589"/>
                    <a:ext cx="407089" cy="305057"/>
                    <a:chOff x="2496269" y="1304589"/>
                    <a:chExt cx="407089" cy="305057"/>
                  </a:xfrm>
                </p:grpSpPr>
                <p:sp>
                  <p:nvSpPr>
                    <p:cNvPr id="4619" name="Google Shape;4619;p9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99"/>
                  <p:cNvGrpSpPr/>
                  <p:nvPr/>
                </p:nvGrpSpPr>
                <p:grpSpPr>
                  <a:xfrm>
                    <a:off x="2586468" y="1493376"/>
                    <a:ext cx="358850" cy="349656"/>
                    <a:chOff x="2586468" y="1493376"/>
                    <a:chExt cx="358850" cy="349656"/>
                  </a:xfrm>
                </p:grpSpPr>
                <p:sp>
                  <p:nvSpPr>
                    <p:cNvPr id="4622" name="Google Shape;4622;p9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99"/>
                  <p:cNvGrpSpPr/>
                  <p:nvPr/>
                </p:nvGrpSpPr>
                <p:grpSpPr>
                  <a:xfrm>
                    <a:off x="2807939" y="1494024"/>
                    <a:ext cx="358857" cy="349650"/>
                    <a:chOff x="2807939" y="1494024"/>
                    <a:chExt cx="358857" cy="349650"/>
                  </a:xfrm>
                </p:grpSpPr>
                <p:sp>
                  <p:nvSpPr>
                    <p:cNvPr id="4625" name="Google Shape;4625;p9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99"/>
                  <p:cNvGrpSpPr/>
                  <p:nvPr/>
                </p:nvGrpSpPr>
                <p:grpSpPr>
                  <a:xfrm>
                    <a:off x="2851133" y="1305635"/>
                    <a:ext cx="407089" cy="305057"/>
                    <a:chOff x="2851133" y="1305635"/>
                    <a:chExt cx="407089" cy="305057"/>
                  </a:xfrm>
                </p:grpSpPr>
                <p:sp>
                  <p:nvSpPr>
                    <p:cNvPr id="4628" name="Google Shape;4628;p9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99"/>
                  <p:cNvGrpSpPr/>
                  <p:nvPr/>
                </p:nvGrpSpPr>
                <p:grpSpPr>
                  <a:xfrm>
                    <a:off x="2727495" y="1120652"/>
                    <a:ext cx="300271" cy="396358"/>
                    <a:chOff x="2727495" y="1120652"/>
                    <a:chExt cx="300271" cy="396358"/>
                  </a:xfrm>
                </p:grpSpPr>
                <p:sp>
                  <p:nvSpPr>
                    <p:cNvPr id="4631" name="Google Shape;4631;p9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3" name="Google Shape;4633;p99"/>
                <p:cNvGrpSpPr/>
                <p:nvPr/>
              </p:nvGrpSpPr>
              <p:grpSpPr>
                <a:xfrm>
                  <a:off x="2722305" y="1350460"/>
                  <a:ext cx="308357" cy="308344"/>
                  <a:chOff x="2722305" y="1350460"/>
                  <a:chExt cx="308357" cy="308344"/>
                </a:xfrm>
              </p:grpSpPr>
              <p:sp>
                <p:nvSpPr>
                  <p:cNvPr id="4634" name="Google Shape;4634;p9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5" name="Google Shape;4635;p99"/>
                  <p:cNvGrpSpPr/>
                  <p:nvPr/>
                </p:nvGrpSpPr>
                <p:grpSpPr>
                  <a:xfrm>
                    <a:off x="2725064" y="1364529"/>
                    <a:ext cx="297954" cy="280182"/>
                    <a:chOff x="2725064" y="1364529"/>
                    <a:chExt cx="297954" cy="280182"/>
                  </a:xfrm>
                </p:grpSpPr>
                <p:sp>
                  <p:nvSpPr>
                    <p:cNvPr id="4636" name="Google Shape;4636;p9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41" name="Google Shape;4641;p9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99"/>
          <p:cNvGrpSpPr/>
          <p:nvPr/>
        </p:nvGrpSpPr>
        <p:grpSpPr>
          <a:xfrm>
            <a:off x="3909129" y="2727412"/>
            <a:ext cx="1569144" cy="591015"/>
            <a:chOff x="3820100" y="3023049"/>
            <a:chExt cx="1303926" cy="491162"/>
          </a:xfrm>
        </p:grpSpPr>
        <p:grpSp>
          <p:nvGrpSpPr>
            <p:cNvPr id="4647" name="Google Shape;4647;p99"/>
            <p:cNvGrpSpPr/>
            <p:nvPr/>
          </p:nvGrpSpPr>
          <p:grpSpPr>
            <a:xfrm>
              <a:off x="3820100" y="3023072"/>
              <a:ext cx="1303926" cy="491139"/>
              <a:chOff x="3820100" y="3023072"/>
              <a:chExt cx="1303926" cy="491139"/>
            </a:xfrm>
          </p:grpSpPr>
          <p:sp>
            <p:nvSpPr>
              <p:cNvPr id="4648" name="Google Shape;4648;p9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99"/>
            <p:cNvGrpSpPr/>
            <p:nvPr/>
          </p:nvGrpSpPr>
          <p:grpSpPr>
            <a:xfrm>
              <a:off x="4132439" y="3023645"/>
              <a:ext cx="393633" cy="177096"/>
              <a:chOff x="4132439" y="3023645"/>
              <a:chExt cx="393633" cy="177096"/>
            </a:xfrm>
          </p:grpSpPr>
          <p:sp>
            <p:nvSpPr>
              <p:cNvPr id="4651" name="Google Shape;4651;p9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99"/>
            <p:cNvGrpSpPr/>
            <p:nvPr/>
          </p:nvGrpSpPr>
          <p:grpSpPr>
            <a:xfrm>
              <a:off x="3921811" y="3023049"/>
              <a:ext cx="1002397" cy="388943"/>
              <a:chOff x="3921811" y="3023049"/>
              <a:chExt cx="1002397" cy="388943"/>
            </a:xfrm>
          </p:grpSpPr>
          <p:sp>
            <p:nvSpPr>
              <p:cNvPr id="4654" name="Google Shape;4654;p9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99"/>
            <p:cNvGrpSpPr/>
            <p:nvPr/>
          </p:nvGrpSpPr>
          <p:grpSpPr>
            <a:xfrm>
              <a:off x="4023645" y="3023049"/>
              <a:ext cx="683032" cy="286722"/>
              <a:chOff x="4023645" y="3023049"/>
              <a:chExt cx="683032" cy="286722"/>
            </a:xfrm>
          </p:grpSpPr>
          <p:sp>
            <p:nvSpPr>
              <p:cNvPr id="4657" name="Google Shape;4657;p9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9" name="Google Shape;4659;p99"/>
          <p:cNvGrpSpPr/>
          <p:nvPr/>
        </p:nvGrpSpPr>
        <p:grpSpPr>
          <a:xfrm>
            <a:off x="1541251" y="1854258"/>
            <a:ext cx="713522" cy="688025"/>
            <a:chOff x="1706078" y="2092648"/>
            <a:chExt cx="660913" cy="637296"/>
          </a:xfrm>
        </p:grpSpPr>
        <p:sp>
          <p:nvSpPr>
            <p:cNvPr id="4660" name="Google Shape;4660;p9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1" name="Google Shape;4661;p99"/>
            <p:cNvGrpSpPr/>
            <p:nvPr/>
          </p:nvGrpSpPr>
          <p:grpSpPr>
            <a:xfrm>
              <a:off x="1706078" y="2092648"/>
              <a:ext cx="660913" cy="575241"/>
              <a:chOff x="1706078" y="2092648"/>
              <a:chExt cx="660913" cy="575241"/>
            </a:xfrm>
          </p:grpSpPr>
          <p:sp>
            <p:nvSpPr>
              <p:cNvPr id="4662" name="Google Shape;4662;p9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99"/>
          <p:cNvGrpSpPr/>
          <p:nvPr/>
        </p:nvGrpSpPr>
        <p:grpSpPr>
          <a:xfrm>
            <a:off x="6303109" y="971806"/>
            <a:ext cx="1317459" cy="684168"/>
            <a:chOff x="238125" y="999450"/>
            <a:chExt cx="7140700" cy="3708225"/>
          </a:xfrm>
        </p:grpSpPr>
        <p:sp>
          <p:nvSpPr>
            <p:cNvPr id="4666" name="Google Shape;4666;p9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8" name="Shape 4678"/>
        <p:cNvGrpSpPr/>
        <p:nvPr/>
      </p:nvGrpSpPr>
      <p:grpSpPr>
        <a:xfrm>
          <a:off x="0" y="0"/>
          <a:ext cx="0" cy="0"/>
          <a:chOff x="0" y="0"/>
          <a:chExt cx="0" cy="0"/>
        </a:xfrm>
      </p:grpSpPr>
      <p:grpSp>
        <p:nvGrpSpPr>
          <p:cNvPr id="4679" name="Google Shape;4679;p100"/>
          <p:cNvGrpSpPr/>
          <p:nvPr/>
        </p:nvGrpSpPr>
        <p:grpSpPr>
          <a:xfrm>
            <a:off x="717027" y="967622"/>
            <a:ext cx="1636117" cy="1526144"/>
            <a:chOff x="729238" y="1179665"/>
            <a:chExt cx="1636117" cy="1526144"/>
          </a:xfrm>
        </p:grpSpPr>
        <p:grpSp>
          <p:nvGrpSpPr>
            <p:cNvPr id="4680" name="Google Shape;4680;p100"/>
            <p:cNvGrpSpPr/>
            <p:nvPr/>
          </p:nvGrpSpPr>
          <p:grpSpPr>
            <a:xfrm>
              <a:off x="729238" y="1179665"/>
              <a:ext cx="80700" cy="1526144"/>
              <a:chOff x="729238" y="1179665"/>
              <a:chExt cx="80700" cy="1526144"/>
            </a:xfrm>
          </p:grpSpPr>
          <p:sp>
            <p:nvSpPr>
              <p:cNvPr id="4681" name="Google Shape;4681;p10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0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0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0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0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0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0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0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0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0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100"/>
            <p:cNvGrpSpPr/>
            <p:nvPr/>
          </p:nvGrpSpPr>
          <p:grpSpPr>
            <a:xfrm>
              <a:off x="903098" y="1179665"/>
              <a:ext cx="80700" cy="1526144"/>
              <a:chOff x="903098" y="1179665"/>
              <a:chExt cx="80700" cy="1526144"/>
            </a:xfrm>
          </p:grpSpPr>
          <p:sp>
            <p:nvSpPr>
              <p:cNvPr id="4692" name="Google Shape;4692;p10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0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0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0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0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0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0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0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0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0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00"/>
            <p:cNvGrpSpPr/>
            <p:nvPr/>
          </p:nvGrpSpPr>
          <p:grpSpPr>
            <a:xfrm>
              <a:off x="1076958" y="1179665"/>
              <a:ext cx="80700" cy="1526144"/>
              <a:chOff x="1076958" y="1179665"/>
              <a:chExt cx="80700" cy="1526144"/>
            </a:xfrm>
          </p:grpSpPr>
          <p:sp>
            <p:nvSpPr>
              <p:cNvPr id="4703" name="Google Shape;4703;p10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0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0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0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0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0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0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0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0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0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100"/>
            <p:cNvGrpSpPr/>
            <p:nvPr/>
          </p:nvGrpSpPr>
          <p:grpSpPr>
            <a:xfrm>
              <a:off x="1247707" y="1179665"/>
              <a:ext cx="80700" cy="1526144"/>
              <a:chOff x="1247707" y="1179665"/>
              <a:chExt cx="80700" cy="1526144"/>
            </a:xfrm>
          </p:grpSpPr>
          <p:sp>
            <p:nvSpPr>
              <p:cNvPr id="4714" name="Google Shape;4714;p10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0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0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0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0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0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0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0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0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0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100"/>
            <p:cNvGrpSpPr/>
            <p:nvPr/>
          </p:nvGrpSpPr>
          <p:grpSpPr>
            <a:xfrm>
              <a:off x="1421567" y="1179665"/>
              <a:ext cx="80700" cy="1526144"/>
              <a:chOff x="1421567" y="1179665"/>
              <a:chExt cx="80700" cy="1526144"/>
            </a:xfrm>
          </p:grpSpPr>
          <p:sp>
            <p:nvSpPr>
              <p:cNvPr id="4725" name="Google Shape;4725;p10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0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0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0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0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0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0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0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0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0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100"/>
            <p:cNvGrpSpPr/>
            <p:nvPr/>
          </p:nvGrpSpPr>
          <p:grpSpPr>
            <a:xfrm>
              <a:off x="1592327" y="1179665"/>
              <a:ext cx="80700" cy="1526144"/>
              <a:chOff x="1592327" y="1179665"/>
              <a:chExt cx="80700" cy="1526144"/>
            </a:xfrm>
          </p:grpSpPr>
          <p:sp>
            <p:nvSpPr>
              <p:cNvPr id="4736" name="Google Shape;4736;p10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0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0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0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0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0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0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0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0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0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100"/>
            <p:cNvGrpSpPr/>
            <p:nvPr/>
          </p:nvGrpSpPr>
          <p:grpSpPr>
            <a:xfrm>
              <a:off x="1766187" y="1179665"/>
              <a:ext cx="80700" cy="1526144"/>
              <a:chOff x="1766187" y="1179665"/>
              <a:chExt cx="80700" cy="1526144"/>
            </a:xfrm>
          </p:grpSpPr>
          <p:sp>
            <p:nvSpPr>
              <p:cNvPr id="4747" name="Google Shape;4747;p10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0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0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0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0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0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0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0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0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0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100"/>
            <p:cNvGrpSpPr/>
            <p:nvPr/>
          </p:nvGrpSpPr>
          <p:grpSpPr>
            <a:xfrm>
              <a:off x="1936935" y="1179665"/>
              <a:ext cx="80700" cy="1526144"/>
              <a:chOff x="1936935" y="1179665"/>
              <a:chExt cx="80700" cy="1526144"/>
            </a:xfrm>
          </p:grpSpPr>
          <p:sp>
            <p:nvSpPr>
              <p:cNvPr id="4758" name="Google Shape;4758;p10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0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0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0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0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0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0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0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0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0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100"/>
            <p:cNvGrpSpPr/>
            <p:nvPr/>
          </p:nvGrpSpPr>
          <p:grpSpPr>
            <a:xfrm>
              <a:off x="2110795" y="1179665"/>
              <a:ext cx="80700" cy="1526144"/>
              <a:chOff x="2110795" y="1179665"/>
              <a:chExt cx="80700" cy="1526144"/>
            </a:xfrm>
          </p:grpSpPr>
          <p:sp>
            <p:nvSpPr>
              <p:cNvPr id="4769" name="Google Shape;4769;p10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0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0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0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0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0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0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0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0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0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100"/>
            <p:cNvGrpSpPr/>
            <p:nvPr/>
          </p:nvGrpSpPr>
          <p:grpSpPr>
            <a:xfrm>
              <a:off x="2284655" y="1179665"/>
              <a:ext cx="80700" cy="1526144"/>
              <a:chOff x="2284655" y="1179665"/>
              <a:chExt cx="80700" cy="1526144"/>
            </a:xfrm>
          </p:grpSpPr>
          <p:sp>
            <p:nvSpPr>
              <p:cNvPr id="4780" name="Google Shape;4780;p10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0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0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0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0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0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0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0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0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0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0" name="Google Shape;4790;p100"/>
          <p:cNvGrpSpPr/>
          <p:nvPr/>
        </p:nvGrpSpPr>
        <p:grpSpPr>
          <a:xfrm>
            <a:off x="2611693" y="986760"/>
            <a:ext cx="1364248" cy="1102133"/>
            <a:chOff x="2623904" y="1198803"/>
            <a:chExt cx="1364248" cy="1102133"/>
          </a:xfrm>
        </p:grpSpPr>
        <p:grpSp>
          <p:nvGrpSpPr>
            <p:cNvPr id="4791" name="Google Shape;4791;p100"/>
            <p:cNvGrpSpPr/>
            <p:nvPr/>
          </p:nvGrpSpPr>
          <p:grpSpPr>
            <a:xfrm>
              <a:off x="2623907" y="1198803"/>
              <a:ext cx="1364245" cy="273000"/>
              <a:chOff x="2623907" y="1198803"/>
              <a:chExt cx="1364245" cy="273000"/>
            </a:xfrm>
          </p:grpSpPr>
          <p:sp>
            <p:nvSpPr>
              <p:cNvPr id="4792" name="Google Shape;4792;p10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0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0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0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0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100"/>
            <p:cNvGrpSpPr/>
            <p:nvPr/>
          </p:nvGrpSpPr>
          <p:grpSpPr>
            <a:xfrm>
              <a:off x="2623904" y="1476964"/>
              <a:ext cx="1364245" cy="273000"/>
              <a:chOff x="2623904" y="1476964"/>
              <a:chExt cx="1364245" cy="273000"/>
            </a:xfrm>
          </p:grpSpPr>
          <p:sp>
            <p:nvSpPr>
              <p:cNvPr id="4798" name="Google Shape;4798;p10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0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0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0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0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100"/>
            <p:cNvGrpSpPr/>
            <p:nvPr/>
          </p:nvGrpSpPr>
          <p:grpSpPr>
            <a:xfrm>
              <a:off x="2623907" y="1749775"/>
              <a:ext cx="1364245" cy="273000"/>
              <a:chOff x="2623907" y="1749775"/>
              <a:chExt cx="1364245" cy="273000"/>
            </a:xfrm>
          </p:grpSpPr>
          <p:sp>
            <p:nvSpPr>
              <p:cNvPr id="4804" name="Google Shape;4804;p10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0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0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0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0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100"/>
            <p:cNvGrpSpPr/>
            <p:nvPr/>
          </p:nvGrpSpPr>
          <p:grpSpPr>
            <a:xfrm>
              <a:off x="2623904" y="2027936"/>
              <a:ext cx="1364245" cy="273000"/>
              <a:chOff x="2623904" y="2027936"/>
              <a:chExt cx="1364245" cy="273000"/>
            </a:xfrm>
          </p:grpSpPr>
          <p:sp>
            <p:nvSpPr>
              <p:cNvPr id="4810" name="Google Shape;4810;p10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0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0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0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0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5" name="Google Shape;4815;p100"/>
          <p:cNvGrpSpPr/>
          <p:nvPr/>
        </p:nvGrpSpPr>
        <p:grpSpPr>
          <a:xfrm>
            <a:off x="2601154" y="2445833"/>
            <a:ext cx="1387541" cy="159124"/>
            <a:chOff x="3200660" y="2180272"/>
            <a:chExt cx="2563824" cy="378237"/>
          </a:xfrm>
        </p:grpSpPr>
        <p:sp>
          <p:nvSpPr>
            <p:cNvPr id="4816" name="Google Shape;4816;p10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0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0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0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0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0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0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0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0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0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0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0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0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0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0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0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0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0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100"/>
          <p:cNvGrpSpPr/>
          <p:nvPr/>
        </p:nvGrpSpPr>
        <p:grpSpPr>
          <a:xfrm>
            <a:off x="2597679" y="2723597"/>
            <a:ext cx="1390502" cy="159625"/>
            <a:chOff x="3530150" y="2790075"/>
            <a:chExt cx="1962600" cy="225300"/>
          </a:xfrm>
        </p:grpSpPr>
        <p:sp>
          <p:nvSpPr>
            <p:cNvPr id="4835" name="Google Shape;4835;p10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0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100"/>
          <p:cNvGrpSpPr/>
          <p:nvPr/>
        </p:nvGrpSpPr>
        <p:grpSpPr>
          <a:xfrm>
            <a:off x="2597736" y="3001862"/>
            <a:ext cx="1411629" cy="154175"/>
            <a:chOff x="3558802" y="4011244"/>
            <a:chExt cx="1866000" cy="111600"/>
          </a:xfrm>
        </p:grpSpPr>
        <p:sp>
          <p:nvSpPr>
            <p:cNvPr id="4838" name="Google Shape;4838;p10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0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100"/>
          <p:cNvGrpSpPr/>
          <p:nvPr/>
        </p:nvGrpSpPr>
        <p:grpSpPr>
          <a:xfrm>
            <a:off x="2598024" y="2207432"/>
            <a:ext cx="1383503" cy="119761"/>
            <a:chOff x="3465975" y="2270258"/>
            <a:chExt cx="1986364" cy="171947"/>
          </a:xfrm>
        </p:grpSpPr>
        <p:sp>
          <p:nvSpPr>
            <p:cNvPr id="4841" name="Google Shape;4841;p10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0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0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0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0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0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0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0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100"/>
          <p:cNvGrpSpPr/>
          <p:nvPr/>
        </p:nvGrpSpPr>
        <p:grpSpPr>
          <a:xfrm>
            <a:off x="2609031" y="3571205"/>
            <a:ext cx="1369531" cy="195460"/>
            <a:chOff x="723300" y="4253549"/>
            <a:chExt cx="2276482" cy="324900"/>
          </a:xfrm>
        </p:grpSpPr>
        <p:sp>
          <p:nvSpPr>
            <p:cNvPr id="4850" name="Google Shape;4850;p10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0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0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0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0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100"/>
          <p:cNvGrpSpPr/>
          <p:nvPr/>
        </p:nvGrpSpPr>
        <p:grpSpPr>
          <a:xfrm>
            <a:off x="2598592" y="3272446"/>
            <a:ext cx="1389066" cy="180119"/>
            <a:chOff x="705948" y="3788465"/>
            <a:chExt cx="2308953" cy="299400"/>
          </a:xfrm>
        </p:grpSpPr>
        <p:sp>
          <p:nvSpPr>
            <p:cNvPr id="4856" name="Google Shape;4856;p10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0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0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0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0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100"/>
          <p:cNvGrpSpPr/>
          <p:nvPr/>
        </p:nvGrpSpPr>
        <p:grpSpPr>
          <a:xfrm>
            <a:off x="4195583" y="1876400"/>
            <a:ext cx="1433821" cy="191501"/>
            <a:chOff x="4273350" y="2088443"/>
            <a:chExt cx="1433821" cy="191501"/>
          </a:xfrm>
        </p:grpSpPr>
        <p:grpSp>
          <p:nvGrpSpPr>
            <p:cNvPr id="4862" name="Google Shape;4862;p100"/>
            <p:cNvGrpSpPr/>
            <p:nvPr/>
          </p:nvGrpSpPr>
          <p:grpSpPr>
            <a:xfrm>
              <a:off x="4273350" y="2088443"/>
              <a:ext cx="1433821" cy="0"/>
              <a:chOff x="5224975" y="2962250"/>
              <a:chExt cx="1544400" cy="0"/>
            </a:xfrm>
          </p:grpSpPr>
          <p:cxnSp>
            <p:nvCxnSpPr>
              <p:cNvPr id="4863" name="Google Shape;4863;p10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64" name="Google Shape;4864;p10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65" name="Google Shape;4865;p100"/>
            <p:cNvGrpSpPr/>
            <p:nvPr/>
          </p:nvGrpSpPr>
          <p:grpSpPr>
            <a:xfrm>
              <a:off x="4273350" y="2279944"/>
              <a:ext cx="1433821" cy="0"/>
              <a:chOff x="5224975" y="2962250"/>
              <a:chExt cx="1544400" cy="0"/>
            </a:xfrm>
          </p:grpSpPr>
          <p:cxnSp>
            <p:nvCxnSpPr>
              <p:cNvPr id="4866" name="Google Shape;4866;p10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67" name="Google Shape;4867;p10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868" name="Google Shape;4868;p100"/>
          <p:cNvGrpSpPr/>
          <p:nvPr/>
        </p:nvGrpSpPr>
        <p:grpSpPr>
          <a:xfrm>
            <a:off x="2646529" y="3885304"/>
            <a:ext cx="1304609" cy="294074"/>
            <a:chOff x="2658741" y="4097347"/>
            <a:chExt cx="1304609" cy="294074"/>
          </a:xfrm>
        </p:grpSpPr>
        <p:grpSp>
          <p:nvGrpSpPr>
            <p:cNvPr id="4869" name="Google Shape;4869;p100"/>
            <p:cNvGrpSpPr/>
            <p:nvPr/>
          </p:nvGrpSpPr>
          <p:grpSpPr>
            <a:xfrm>
              <a:off x="2658741" y="4097347"/>
              <a:ext cx="118572" cy="294074"/>
              <a:chOff x="3343310" y="4475555"/>
              <a:chExt cx="127717" cy="316753"/>
            </a:xfrm>
          </p:grpSpPr>
          <p:sp>
            <p:nvSpPr>
              <p:cNvPr id="4870" name="Google Shape;4870;p10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0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100"/>
            <p:cNvGrpSpPr/>
            <p:nvPr/>
          </p:nvGrpSpPr>
          <p:grpSpPr>
            <a:xfrm>
              <a:off x="3815519" y="4098388"/>
              <a:ext cx="147831" cy="291991"/>
              <a:chOff x="3527539" y="4476677"/>
              <a:chExt cx="159232" cy="314510"/>
            </a:xfrm>
          </p:grpSpPr>
          <p:sp>
            <p:nvSpPr>
              <p:cNvPr id="4873" name="Google Shape;4873;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100"/>
            <p:cNvGrpSpPr/>
            <p:nvPr/>
          </p:nvGrpSpPr>
          <p:grpSpPr>
            <a:xfrm>
              <a:off x="3511696" y="4098388"/>
              <a:ext cx="147831" cy="291991"/>
              <a:chOff x="3527539" y="4476677"/>
              <a:chExt cx="159232" cy="314510"/>
            </a:xfrm>
          </p:grpSpPr>
          <p:sp>
            <p:nvSpPr>
              <p:cNvPr id="4876" name="Google Shape;4876;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100"/>
            <p:cNvGrpSpPr/>
            <p:nvPr/>
          </p:nvGrpSpPr>
          <p:grpSpPr>
            <a:xfrm>
              <a:off x="3207874" y="4098388"/>
              <a:ext cx="147831" cy="291991"/>
              <a:chOff x="3527539" y="4476677"/>
              <a:chExt cx="159232" cy="314510"/>
            </a:xfrm>
          </p:grpSpPr>
          <p:sp>
            <p:nvSpPr>
              <p:cNvPr id="4879" name="Google Shape;4879;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100"/>
            <p:cNvGrpSpPr/>
            <p:nvPr/>
          </p:nvGrpSpPr>
          <p:grpSpPr>
            <a:xfrm>
              <a:off x="2933305" y="4097347"/>
              <a:ext cx="118572" cy="294074"/>
              <a:chOff x="3343310" y="4475555"/>
              <a:chExt cx="127717" cy="316753"/>
            </a:xfrm>
          </p:grpSpPr>
          <p:sp>
            <p:nvSpPr>
              <p:cNvPr id="4882" name="Google Shape;4882;p10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0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4" name="Google Shape;4884;p100"/>
          <p:cNvGrpSpPr/>
          <p:nvPr/>
        </p:nvGrpSpPr>
        <p:grpSpPr>
          <a:xfrm>
            <a:off x="4197138" y="963998"/>
            <a:ext cx="1430711" cy="751237"/>
            <a:chOff x="5159450" y="1919950"/>
            <a:chExt cx="1541050" cy="862500"/>
          </a:xfrm>
        </p:grpSpPr>
        <p:sp>
          <p:nvSpPr>
            <p:cNvPr id="4885" name="Google Shape;4885;p10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886" name="Google Shape;4886;p100"/>
            <p:cNvGrpSpPr/>
            <p:nvPr/>
          </p:nvGrpSpPr>
          <p:grpSpPr>
            <a:xfrm>
              <a:off x="5159450" y="1919950"/>
              <a:ext cx="1541050" cy="862500"/>
              <a:chOff x="5159450" y="1919950"/>
              <a:chExt cx="1541050" cy="862500"/>
            </a:xfrm>
          </p:grpSpPr>
          <p:cxnSp>
            <p:nvCxnSpPr>
              <p:cNvPr id="4887" name="Google Shape;4887;p10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888" name="Google Shape;4888;p10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889" name="Google Shape;4889;p100"/>
          <p:cNvGrpSpPr/>
          <p:nvPr/>
        </p:nvGrpSpPr>
        <p:grpSpPr>
          <a:xfrm>
            <a:off x="4245275" y="2227768"/>
            <a:ext cx="1334436" cy="967914"/>
            <a:chOff x="4294923" y="2439811"/>
            <a:chExt cx="1334436" cy="967914"/>
          </a:xfrm>
        </p:grpSpPr>
        <p:grpSp>
          <p:nvGrpSpPr>
            <p:cNvPr id="4890" name="Google Shape;4890;p100"/>
            <p:cNvGrpSpPr/>
            <p:nvPr/>
          </p:nvGrpSpPr>
          <p:grpSpPr>
            <a:xfrm>
              <a:off x="4960455" y="2469658"/>
              <a:ext cx="668904" cy="885524"/>
              <a:chOff x="4960455" y="2469658"/>
              <a:chExt cx="668904" cy="885524"/>
            </a:xfrm>
          </p:grpSpPr>
          <p:sp>
            <p:nvSpPr>
              <p:cNvPr id="4891" name="Google Shape;4891;p10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0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0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0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0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0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100"/>
            <p:cNvGrpSpPr/>
            <p:nvPr/>
          </p:nvGrpSpPr>
          <p:grpSpPr>
            <a:xfrm>
              <a:off x="4294923" y="2469658"/>
              <a:ext cx="668951" cy="885524"/>
              <a:chOff x="4294923" y="2469658"/>
              <a:chExt cx="668951" cy="885524"/>
            </a:xfrm>
          </p:grpSpPr>
          <p:sp>
            <p:nvSpPr>
              <p:cNvPr id="4898" name="Google Shape;4898;p10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0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0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0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0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0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4" name="Google Shape;4904;p10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100"/>
          <p:cNvGrpSpPr/>
          <p:nvPr/>
        </p:nvGrpSpPr>
        <p:grpSpPr>
          <a:xfrm>
            <a:off x="4231478" y="3282213"/>
            <a:ext cx="1430949" cy="897289"/>
            <a:chOff x="4351371" y="3547942"/>
            <a:chExt cx="1345130" cy="843475"/>
          </a:xfrm>
        </p:grpSpPr>
        <p:grpSp>
          <p:nvGrpSpPr>
            <p:cNvPr id="4906" name="Google Shape;4906;p100"/>
            <p:cNvGrpSpPr/>
            <p:nvPr/>
          </p:nvGrpSpPr>
          <p:grpSpPr>
            <a:xfrm>
              <a:off x="4351371" y="4209917"/>
              <a:ext cx="1345130" cy="181500"/>
              <a:chOff x="4351371" y="4209917"/>
              <a:chExt cx="1345130" cy="181500"/>
            </a:xfrm>
          </p:grpSpPr>
          <p:sp>
            <p:nvSpPr>
              <p:cNvPr id="4907" name="Google Shape;4907;p10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8" name="Google Shape;4908;p10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09" name="Google Shape;4909;p100"/>
            <p:cNvGrpSpPr/>
            <p:nvPr/>
          </p:nvGrpSpPr>
          <p:grpSpPr>
            <a:xfrm>
              <a:off x="4403010" y="3985221"/>
              <a:ext cx="1109518" cy="181500"/>
              <a:chOff x="4403010" y="3985221"/>
              <a:chExt cx="1109518" cy="181500"/>
            </a:xfrm>
          </p:grpSpPr>
          <p:sp>
            <p:nvSpPr>
              <p:cNvPr id="4910" name="Google Shape;4910;p10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1" name="Google Shape;4911;p10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12" name="Google Shape;4912;p100"/>
            <p:cNvGrpSpPr/>
            <p:nvPr/>
          </p:nvGrpSpPr>
          <p:grpSpPr>
            <a:xfrm>
              <a:off x="4618704" y="3766582"/>
              <a:ext cx="807858" cy="181500"/>
              <a:chOff x="4618704" y="3766582"/>
              <a:chExt cx="807858" cy="181500"/>
            </a:xfrm>
          </p:grpSpPr>
          <p:sp>
            <p:nvSpPr>
              <p:cNvPr id="4913" name="Google Shape;4913;p10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4" name="Google Shape;4914;p10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15" name="Google Shape;4915;p100"/>
            <p:cNvGrpSpPr/>
            <p:nvPr/>
          </p:nvGrpSpPr>
          <p:grpSpPr>
            <a:xfrm>
              <a:off x="4735238" y="3547942"/>
              <a:ext cx="462839" cy="181500"/>
              <a:chOff x="4735238" y="3547942"/>
              <a:chExt cx="462839" cy="181500"/>
            </a:xfrm>
          </p:grpSpPr>
          <p:sp>
            <p:nvSpPr>
              <p:cNvPr id="4916" name="Google Shape;4916;p10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10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18" name="Google Shape;4918;p100"/>
          <p:cNvGrpSpPr/>
          <p:nvPr/>
        </p:nvGrpSpPr>
        <p:grpSpPr>
          <a:xfrm>
            <a:off x="7407836" y="2217537"/>
            <a:ext cx="1020955" cy="928853"/>
            <a:chOff x="926675" y="238125"/>
            <a:chExt cx="5755100" cy="5232975"/>
          </a:xfrm>
        </p:grpSpPr>
        <p:sp>
          <p:nvSpPr>
            <p:cNvPr id="4919" name="Google Shape;4919;p10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0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0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0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100"/>
          <p:cNvGrpSpPr/>
          <p:nvPr/>
        </p:nvGrpSpPr>
        <p:grpSpPr>
          <a:xfrm>
            <a:off x="715210" y="2616272"/>
            <a:ext cx="1695374" cy="1560837"/>
            <a:chOff x="727421" y="2828315"/>
            <a:chExt cx="1695374" cy="1560837"/>
          </a:xfrm>
        </p:grpSpPr>
        <p:grpSp>
          <p:nvGrpSpPr>
            <p:cNvPr id="4924" name="Google Shape;4924;p100"/>
            <p:cNvGrpSpPr/>
            <p:nvPr/>
          </p:nvGrpSpPr>
          <p:grpSpPr>
            <a:xfrm>
              <a:off x="727421" y="2828315"/>
              <a:ext cx="1695374" cy="1560837"/>
              <a:chOff x="734799" y="2782450"/>
              <a:chExt cx="1571100" cy="1577400"/>
            </a:xfrm>
          </p:grpSpPr>
          <p:cxnSp>
            <p:nvCxnSpPr>
              <p:cNvPr id="4925" name="Google Shape;4925;p10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26" name="Google Shape;4926;p10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27" name="Google Shape;4927;p100"/>
            <p:cNvGrpSpPr/>
            <p:nvPr/>
          </p:nvGrpSpPr>
          <p:grpSpPr>
            <a:xfrm>
              <a:off x="819108" y="2882501"/>
              <a:ext cx="1556791" cy="1426186"/>
              <a:chOff x="819108" y="2882501"/>
              <a:chExt cx="1556791" cy="1426186"/>
            </a:xfrm>
          </p:grpSpPr>
          <p:grpSp>
            <p:nvGrpSpPr>
              <p:cNvPr id="4928" name="Google Shape;4928;p100"/>
              <p:cNvGrpSpPr/>
              <p:nvPr/>
            </p:nvGrpSpPr>
            <p:grpSpPr>
              <a:xfrm>
                <a:off x="819108" y="2882501"/>
                <a:ext cx="103104" cy="1426186"/>
                <a:chOff x="4674013" y="3100904"/>
                <a:chExt cx="122758" cy="1698043"/>
              </a:xfrm>
            </p:grpSpPr>
            <p:sp>
              <p:nvSpPr>
                <p:cNvPr id="4929" name="Google Shape;4929;p10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0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0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0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0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0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0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100"/>
              <p:cNvGrpSpPr/>
              <p:nvPr/>
            </p:nvGrpSpPr>
            <p:grpSpPr>
              <a:xfrm>
                <a:off x="1062475" y="2882501"/>
                <a:ext cx="103104" cy="1426186"/>
                <a:chOff x="4940438" y="3100904"/>
                <a:chExt cx="122758" cy="1698043"/>
              </a:xfrm>
            </p:grpSpPr>
            <p:sp>
              <p:nvSpPr>
                <p:cNvPr id="4937" name="Google Shape;4937;p10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0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0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0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0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0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0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100"/>
              <p:cNvGrpSpPr/>
              <p:nvPr/>
            </p:nvGrpSpPr>
            <p:grpSpPr>
              <a:xfrm>
                <a:off x="1299324" y="2882501"/>
                <a:ext cx="103104" cy="1426186"/>
                <a:chOff x="5206863" y="3100904"/>
                <a:chExt cx="122758" cy="1698043"/>
              </a:xfrm>
            </p:grpSpPr>
            <p:sp>
              <p:nvSpPr>
                <p:cNvPr id="4945" name="Google Shape;4945;p10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0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0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0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0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0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0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00"/>
              <p:cNvGrpSpPr/>
              <p:nvPr/>
            </p:nvGrpSpPr>
            <p:grpSpPr>
              <a:xfrm>
                <a:off x="1786057" y="2882501"/>
                <a:ext cx="103104" cy="1426186"/>
                <a:chOff x="6006138" y="3143629"/>
                <a:chExt cx="122758" cy="1698043"/>
              </a:xfrm>
            </p:grpSpPr>
            <p:sp>
              <p:nvSpPr>
                <p:cNvPr id="4953" name="Google Shape;4953;p10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0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0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0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0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0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0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100"/>
              <p:cNvGrpSpPr/>
              <p:nvPr/>
            </p:nvGrpSpPr>
            <p:grpSpPr>
              <a:xfrm>
                <a:off x="2029422" y="2882501"/>
                <a:ext cx="103104" cy="1426186"/>
                <a:chOff x="6805413" y="3100904"/>
                <a:chExt cx="122758" cy="1698043"/>
              </a:xfrm>
            </p:grpSpPr>
            <p:sp>
              <p:nvSpPr>
                <p:cNvPr id="4961" name="Google Shape;4961;p10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0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0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0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0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0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0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100"/>
              <p:cNvGrpSpPr/>
              <p:nvPr/>
            </p:nvGrpSpPr>
            <p:grpSpPr>
              <a:xfrm>
                <a:off x="2272795" y="2882501"/>
                <a:ext cx="103104" cy="1426186"/>
                <a:chOff x="5206863" y="3100904"/>
                <a:chExt cx="122758" cy="1698043"/>
              </a:xfrm>
            </p:grpSpPr>
            <p:sp>
              <p:nvSpPr>
                <p:cNvPr id="4969" name="Google Shape;4969;p10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0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0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0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0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0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0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100"/>
              <p:cNvGrpSpPr/>
              <p:nvPr/>
            </p:nvGrpSpPr>
            <p:grpSpPr>
              <a:xfrm>
                <a:off x="1542694" y="2882501"/>
                <a:ext cx="103104" cy="1426186"/>
                <a:chOff x="6006138" y="3143629"/>
                <a:chExt cx="122758" cy="1698043"/>
              </a:xfrm>
            </p:grpSpPr>
            <p:sp>
              <p:nvSpPr>
                <p:cNvPr id="4977" name="Google Shape;4977;p10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0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0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0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0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0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0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84" name="Google Shape;4984;p100"/>
          <p:cNvGrpSpPr/>
          <p:nvPr/>
        </p:nvGrpSpPr>
        <p:grpSpPr>
          <a:xfrm>
            <a:off x="5671260" y="3305994"/>
            <a:ext cx="2749952" cy="870677"/>
            <a:chOff x="238125" y="1725700"/>
            <a:chExt cx="7139025" cy="2260325"/>
          </a:xfrm>
        </p:grpSpPr>
        <p:sp>
          <p:nvSpPr>
            <p:cNvPr id="4985" name="Google Shape;4985;p10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0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0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0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0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0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0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0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0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0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100"/>
          <p:cNvGrpSpPr/>
          <p:nvPr/>
        </p:nvGrpSpPr>
        <p:grpSpPr>
          <a:xfrm>
            <a:off x="5941424" y="2247740"/>
            <a:ext cx="1105452" cy="916747"/>
            <a:chOff x="5249100" y="1210600"/>
            <a:chExt cx="3502700" cy="2904775"/>
          </a:xfrm>
        </p:grpSpPr>
        <p:sp>
          <p:nvSpPr>
            <p:cNvPr id="4996" name="Google Shape;4996;p10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0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0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0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0" name="Google Shape;5000;p10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01" name="Google Shape;5001;p10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02" name="Google Shape;5002;p10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03" name="Google Shape;5003;p10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04" name="Google Shape;5004;p10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100"/>
          <p:cNvGrpSpPr/>
          <p:nvPr/>
        </p:nvGrpSpPr>
        <p:grpSpPr>
          <a:xfrm>
            <a:off x="7123972" y="967158"/>
            <a:ext cx="1304650" cy="1124856"/>
            <a:chOff x="7287122" y="1165658"/>
            <a:chExt cx="1219413" cy="1051365"/>
          </a:xfrm>
        </p:grpSpPr>
        <p:grpSp>
          <p:nvGrpSpPr>
            <p:cNvPr id="5006" name="Google Shape;5006;p100"/>
            <p:cNvGrpSpPr/>
            <p:nvPr/>
          </p:nvGrpSpPr>
          <p:grpSpPr>
            <a:xfrm>
              <a:off x="7287122" y="1969723"/>
              <a:ext cx="1219413" cy="247300"/>
              <a:chOff x="7287122" y="1969723"/>
              <a:chExt cx="1219413" cy="247300"/>
            </a:xfrm>
          </p:grpSpPr>
          <p:sp>
            <p:nvSpPr>
              <p:cNvPr id="5007" name="Google Shape;5007;p10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8" name="Google Shape;5008;p100"/>
              <p:cNvGrpSpPr/>
              <p:nvPr/>
            </p:nvGrpSpPr>
            <p:grpSpPr>
              <a:xfrm>
                <a:off x="7287122" y="2063892"/>
                <a:ext cx="1151753" cy="73428"/>
                <a:chOff x="7287122" y="2063892"/>
                <a:chExt cx="1151753" cy="73428"/>
              </a:xfrm>
            </p:grpSpPr>
            <p:sp>
              <p:nvSpPr>
                <p:cNvPr id="5009" name="Google Shape;5009;p10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0" name="Google Shape;5010;p10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11" name="Google Shape;5011;p100"/>
            <p:cNvGrpSpPr/>
            <p:nvPr/>
          </p:nvGrpSpPr>
          <p:grpSpPr>
            <a:xfrm>
              <a:off x="7287122" y="1712201"/>
              <a:ext cx="1219403" cy="246767"/>
              <a:chOff x="7287122" y="1712201"/>
              <a:chExt cx="1219403" cy="246767"/>
            </a:xfrm>
          </p:grpSpPr>
          <p:sp>
            <p:nvSpPr>
              <p:cNvPr id="5012" name="Google Shape;5012;p10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3" name="Google Shape;5013;p100"/>
              <p:cNvGrpSpPr/>
              <p:nvPr/>
            </p:nvGrpSpPr>
            <p:grpSpPr>
              <a:xfrm>
                <a:off x="7287122" y="1842861"/>
                <a:ext cx="1005303" cy="73419"/>
                <a:chOff x="7287122" y="1842861"/>
                <a:chExt cx="1005303" cy="73419"/>
              </a:xfrm>
            </p:grpSpPr>
            <p:sp>
              <p:nvSpPr>
                <p:cNvPr id="5014" name="Google Shape;5014;p10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5" name="Google Shape;5015;p10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16" name="Google Shape;5016;p100"/>
            <p:cNvGrpSpPr/>
            <p:nvPr/>
          </p:nvGrpSpPr>
          <p:grpSpPr>
            <a:xfrm>
              <a:off x="7287122" y="1447520"/>
              <a:ext cx="1219403" cy="286667"/>
              <a:chOff x="7287122" y="1447520"/>
              <a:chExt cx="1219403" cy="286667"/>
            </a:xfrm>
          </p:grpSpPr>
          <p:sp>
            <p:nvSpPr>
              <p:cNvPr id="5017" name="Google Shape;5017;p10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8" name="Google Shape;5018;p100"/>
              <p:cNvGrpSpPr/>
              <p:nvPr/>
            </p:nvGrpSpPr>
            <p:grpSpPr>
              <a:xfrm>
                <a:off x="7287122" y="1581977"/>
                <a:ext cx="852803" cy="73428"/>
                <a:chOff x="7287122" y="1581977"/>
                <a:chExt cx="852803" cy="73428"/>
              </a:xfrm>
            </p:grpSpPr>
            <p:sp>
              <p:nvSpPr>
                <p:cNvPr id="5019" name="Google Shape;5019;p10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0" name="Google Shape;5020;p10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21" name="Google Shape;5021;p100"/>
            <p:cNvGrpSpPr/>
            <p:nvPr/>
          </p:nvGrpSpPr>
          <p:grpSpPr>
            <a:xfrm>
              <a:off x="7287122" y="1165658"/>
              <a:ext cx="1219403" cy="344253"/>
              <a:chOff x="7287122" y="1165658"/>
              <a:chExt cx="1219403" cy="344253"/>
            </a:xfrm>
          </p:grpSpPr>
          <p:sp>
            <p:nvSpPr>
              <p:cNvPr id="5022" name="Google Shape;5022;p10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3" name="Google Shape;5023;p100"/>
              <p:cNvGrpSpPr/>
              <p:nvPr/>
            </p:nvGrpSpPr>
            <p:grpSpPr>
              <a:xfrm>
                <a:off x="7287122" y="1341025"/>
                <a:ext cx="695703" cy="73419"/>
                <a:chOff x="7287122" y="1341025"/>
                <a:chExt cx="695703" cy="73419"/>
              </a:xfrm>
            </p:grpSpPr>
            <p:sp>
              <p:nvSpPr>
                <p:cNvPr id="5024" name="Google Shape;5024;p10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5" name="Google Shape;5025;p10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26" name="Google Shape;5026;p100"/>
          <p:cNvGrpSpPr/>
          <p:nvPr/>
        </p:nvGrpSpPr>
        <p:grpSpPr>
          <a:xfrm>
            <a:off x="5790464" y="973181"/>
            <a:ext cx="1397729" cy="1098540"/>
            <a:chOff x="5900602" y="1193063"/>
            <a:chExt cx="1299851" cy="1021707"/>
          </a:xfrm>
        </p:grpSpPr>
        <p:grpSp>
          <p:nvGrpSpPr>
            <p:cNvPr id="5027" name="Google Shape;5027;p100"/>
            <p:cNvGrpSpPr/>
            <p:nvPr/>
          </p:nvGrpSpPr>
          <p:grpSpPr>
            <a:xfrm>
              <a:off x="6520337" y="1193063"/>
              <a:ext cx="341815" cy="799959"/>
              <a:chOff x="6520337" y="1193063"/>
              <a:chExt cx="341815" cy="799959"/>
            </a:xfrm>
          </p:grpSpPr>
          <p:grpSp>
            <p:nvGrpSpPr>
              <p:cNvPr id="5028" name="Google Shape;5028;p100"/>
              <p:cNvGrpSpPr/>
              <p:nvPr/>
            </p:nvGrpSpPr>
            <p:grpSpPr>
              <a:xfrm>
                <a:off x="6520337" y="1589527"/>
                <a:ext cx="213950" cy="403494"/>
                <a:chOff x="6520337" y="1589527"/>
                <a:chExt cx="213950" cy="403494"/>
              </a:xfrm>
            </p:grpSpPr>
            <p:sp>
              <p:nvSpPr>
                <p:cNvPr id="5029" name="Google Shape;5029;p10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0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100"/>
              <p:cNvGrpSpPr/>
              <p:nvPr/>
            </p:nvGrpSpPr>
            <p:grpSpPr>
              <a:xfrm>
                <a:off x="6577204" y="1193063"/>
                <a:ext cx="284947" cy="464512"/>
                <a:chOff x="6577204" y="1193063"/>
                <a:chExt cx="284947" cy="464512"/>
              </a:xfrm>
            </p:grpSpPr>
            <p:sp>
              <p:nvSpPr>
                <p:cNvPr id="5032" name="Google Shape;5032;p10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3" name="Google Shape;5033;p10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34" name="Google Shape;5034;p100"/>
            <p:cNvGrpSpPr/>
            <p:nvPr/>
          </p:nvGrpSpPr>
          <p:grpSpPr>
            <a:xfrm>
              <a:off x="6238903" y="1193063"/>
              <a:ext cx="300475" cy="900152"/>
              <a:chOff x="6238903" y="1193063"/>
              <a:chExt cx="300475" cy="900152"/>
            </a:xfrm>
          </p:grpSpPr>
          <p:grpSp>
            <p:nvGrpSpPr>
              <p:cNvPr id="5035" name="Google Shape;5035;p100"/>
              <p:cNvGrpSpPr/>
              <p:nvPr/>
            </p:nvGrpSpPr>
            <p:grpSpPr>
              <a:xfrm>
                <a:off x="6290865" y="1489315"/>
                <a:ext cx="248514" cy="603900"/>
                <a:chOff x="6290865" y="1489315"/>
                <a:chExt cx="248514" cy="603900"/>
              </a:xfrm>
            </p:grpSpPr>
            <p:sp>
              <p:nvSpPr>
                <p:cNvPr id="5036" name="Google Shape;5036;p10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0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100"/>
              <p:cNvGrpSpPr/>
              <p:nvPr/>
            </p:nvGrpSpPr>
            <p:grpSpPr>
              <a:xfrm>
                <a:off x="6238903" y="1193063"/>
                <a:ext cx="284947" cy="333087"/>
                <a:chOff x="6238903" y="1193063"/>
                <a:chExt cx="284947" cy="333087"/>
              </a:xfrm>
            </p:grpSpPr>
            <p:sp>
              <p:nvSpPr>
                <p:cNvPr id="5039" name="Google Shape;5039;p10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0" name="Google Shape;5040;p10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41" name="Google Shape;5041;p100"/>
            <p:cNvGrpSpPr/>
            <p:nvPr/>
          </p:nvGrpSpPr>
          <p:grpSpPr>
            <a:xfrm>
              <a:off x="5900602" y="1193063"/>
              <a:ext cx="444345" cy="1021707"/>
              <a:chOff x="5900602" y="1193063"/>
              <a:chExt cx="444345" cy="1021707"/>
            </a:xfrm>
          </p:grpSpPr>
          <p:grpSp>
            <p:nvGrpSpPr>
              <p:cNvPr id="5042" name="Google Shape;5042;p100"/>
              <p:cNvGrpSpPr/>
              <p:nvPr/>
            </p:nvGrpSpPr>
            <p:grpSpPr>
              <a:xfrm>
                <a:off x="6046501" y="1367785"/>
                <a:ext cx="298446" cy="846986"/>
                <a:chOff x="6046501" y="1367785"/>
                <a:chExt cx="298446" cy="846986"/>
              </a:xfrm>
            </p:grpSpPr>
            <p:sp>
              <p:nvSpPr>
                <p:cNvPr id="5043" name="Google Shape;5043;p10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0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100"/>
              <p:cNvGrpSpPr/>
              <p:nvPr/>
            </p:nvGrpSpPr>
            <p:grpSpPr>
              <a:xfrm>
                <a:off x="5900602" y="1193063"/>
                <a:ext cx="284947" cy="182312"/>
                <a:chOff x="5900602" y="1193063"/>
                <a:chExt cx="284947" cy="182312"/>
              </a:xfrm>
            </p:grpSpPr>
            <p:sp>
              <p:nvSpPr>
                <p:cNvPr id="5046" name="Google Shape;5046;p10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7" name="Google Shape;5047;p10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48" name="Google Shape;5048;p100"/>
            <p:cNvGrpSpPr/>
            <p:nvPr/>
          </p:nvGrpSpPr>
          <p:grpSpPr>
            <a:xfrm>
              <a:off x="6738300" y="1193063"/>
              <a:ext cx="462153" cy="707634"/>
              <a:chOff x="6738300" y="1193063"/>
              <a:chExt cx="462153" cy="707634"/>
            </a:xfrm>
          </p:grpSpPr>
          <p:grpSp>
            <p:nvGrpSpPr>
              <p:cNvPr id="5049" name="Google Shape;5049;p100"/>
              <p:cNvGrpSpPr/>
              <p:nvPr/>
            </p:nvGrpSpPr>
            <p:grpSpPr>
              <a:xfrm>
                <a:off x="6915505" y="1193063"/>
                <a:ext cx="284947" cy="597387"/>
                <a:chOff x="6915505" y="1193063"/>
                <a:chExt cx="284947" cy="597387"/>
              </a:xfrm>
            </p:grpSpPr>
            <p:sp>
              <p:nvSpPr>
                <p:cNvPr id="5050" name="Google Shape;5050;p10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1" name="Google Shape;5051;p10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52" name="Google Shape;5052;p100"/>
              <p:cNvGrpSpPr/>
              <p:nvPr/>
            </p:nvGrpSpPr>
            <p:grpSpPr>
              <a:xfrm>
                <a:off x="6738300" y="1684725"/>
                <a:ext cx="230066" cy="215971"/>
                <a:chOff x="6738300" y="1684725"/>
                <a:chExt cx="230066" cy="215971"/>
              </a:xfrm>
            </p:grpSpPr>
            <p:sp>
              <p:nvSpPr>
                <p:cNvPr id="5053" name="Google Shape;5053;p10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0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58" name="Shape 5058"/>
        <p:cNvGrpSpPr/>
        <p:nvPr/>
      </p:nvGrpSpPr>
      <p:grpSpPr>
        <a:xfrm>
          <a:off x="0" y="0"/>
          <a:ext cx="0" cy="0"/>
          <a:chOff x="0" y="0"/>
          <a:chExt cx="0" cy="0"/>
        </a:xfrm>
      </p:grpSpPr>
      <p:grpSp>
        <p:nvGrpSpPr>
          <p:cNvPr id="5059" name="Google Shape;5059;p101"/>
          <p:cNvGrpSpPr/>
          <p:nvPr/>
        </p:nvGrpSpPr>
        <p:grpSpPr>
          <a:xfrm>
            <a:off x="821785" y="2307635"/>
            <a:ext cx="339235" cy="298186"/>
            <a:chOff x="898875" y="244725"/>
            <a:chExt cx="481800" cy="423500"/>
          </a:xfrm>
        </p:grpSpPr>
        <p:sp>
          <p:nvSpPr>
            <p:cNvPr id="5060" name="Google Shape;5060;p10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10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10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10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10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10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6" name="Google Shape;5066;p101"/>
          <p:cNvGrpSpPr/>
          <p:nvPr/>
        </p:nvGrpSpPr>
        <p:grpSpPr>
          <a:xfrm>
            <a:off x="1260167" y="2287103"/>
            <a:ext cx="298169" cy="339253"/>
            <a:chOff x="1529350" y="258825"/>
            <a:chExt cx="423475" cy="481825"/>
          </a:xfrm>
        </p:grpSpPr>
        <p:sp>
          <p:nvSpPr>
            <p:cNvPr id="5067" name="Google Shape;5067;p10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10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101"/>
          <p:cNvGrpSpPr/>
          <p:nvPr/>
        </p:nvGrpSpPr>
        <p:grpSpPr>
          <a:xfrm>
            <a:off x="2102437" y="2287102"/>
            <a:ext cx="298169" cy="339253"/>
            <a:chOff x="2707500" y="249400"/>
            <a:chExt cx="423475" cy="481825"/>
          </a:xfrm>
        </p:grpSpPr>
        <p:sp>
          <p:nvSpPr>
            <p:cNvPr id="5070" name="Google Shape;5070;p10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10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2" name="Google Shape;5072;p101"/>
          <p:cNvGrpSpPr/>
          <p:nvPr/>
        </p:nvGrpSpPr>
        <p:grpSpPr>
          <a:xfrm>
            <a:off x="2516052" y="2287428"/>
            <a:ext cx="305386" cy="338602"/>
            <a:chOff x="3300325" y="249875"/>
            <a:chExt cx="433725" cy="480900"/>
          </a:xfrm>
        </p:grpSpPr>
        <p:sp>
          <p:nvSpPr>
            <p:cNvPr id="5073" name="Google Shape;5073;p10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10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10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10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10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8" name="Google Shape;5078;p10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9" name="Google Shape;5079;p101"/>
          <p:cNvGrpSpPr/>
          <p:nvPr/>
        </p:nvGrpSpPr>
        <p:grpSpPr>
          <a:xfrm>
            <a:off x="1653142" y="2367273"/>
            <a:ext cx="340890" cy="178912"/>
            <a:chOff x="2084325" y="363300"/>
            <a:chExt cx="484150" cy="254100"/>
          </a:xfrm>
        </p:grpSpPr>
        <p:sp>
          <p:nvSpPr>
            <p:cNvPr id="5080" name="Google Shape;5080;p10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10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2" name="Google Shape;5082;p101"/>
          <p:cNvGrpSpPr/>
          <p:nvPr/>
        </p:nvGrpSpPr>
        <p:grpSpPr>
          <a:xfrm>
            <a:off x="2905137" y="2287349"/>
            <a:ext cx="352349" cy="338760"/>
            <a:chOff x="3854700" y="249750"/>
            <a:chExt cx="500425" cy="481125"/>
          </a:xfrm>
        </p:grpSpPr>
        <p:sp>
          <p:nvSpPr>
            <p:cNvPr id="5083" name="Google Shape;5083;p10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10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10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10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10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10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10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10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101"/>
          <p:cNvGrpSpPr/>
          <p:nvPr/>
        </p:nvGrpSpPr>
        <p:grpSpPr>
          <a:xfrm>
            <a:off x="3323126" y="2287349"/>
            <a:ext cx="352349" cy="338760"/>
            <a:chOff x="4447550" y="249750"/>
            <a:chExt cx="500425" cy="481125"/>
          </a:xfrm>
        </p:grpSpPr>
        <p:sp>
          <p:nvSpPr>
            <p:cNvPr id="5092" name="Google Shape;5092;p10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10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4" name="Google Shape;5094;p101"/>
          <p:cNvGrpSpPr/>
          <p:nvPr/>
        </p:nvGrpSpPr>
        <p:grpSpPr>
          <a:xfrm>
            <a:off x="3752328" y="2287102"/>
            <a:ext cx="339253" cy="339253"/>
            <a:chOff x="5049725" y="249400"/>
            <a:chExt cx="481825" cy="481825"/>
          </a:xfrm>
        </p:grpSpPr>
        <p:sp>
          <p:nvSpPr>
            <p:cNvPr id="5095" name="Google Shape;5095;p10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10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7" name="Google Shape;5097;p101"/>
          <p:cNvGrpSpPr/>
          <p:nvPr/>
        </p:nvGrpSpPr>
        <p:grpSpPr>
          <a:xfrm>
            <a:off x="4166269" y="2287102"/>
            <a:ext cx="339253" cy="339253"/>
            <a:chOff x="5660400" y="238125"/>
            <a:chExt cx="481825" cy="481825"/>
          </a:xfrm>
        </p:grpSpPr>
        <p:sp>
          <p:nvSpPr>
            <p:cNvPr id="5098" name="Google Shape;5098;p10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10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0" name="Google Shape;5100;p101"/>
          <p:cNvGrpSpPr/>
          <p:nvPr/>
        </p:nvGrpSpPr>
        <p:grpSpPr>
          <a:xfrm>
            <a:off x="4582955" y="2287102"/>
            <a:ext cx="339253" cy="339253"/>
            <a:chOff x="6235400" y="249400"/>
            <a:chExt cx="481825" cy="481825"/>
          </a:xfrm>
        </p:grpSpPr>
        <p:sp>
          <p:nvSpPr>
            <p:cNvPr id="5101" name="Google Shape;5101;p10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10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10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10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10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101"/>
          <p:cNvGrpSpPr/>
          <p:nvPr/>
        </p:nvGrpSpPr>
        <p:grpSpPr>
          <a:xfrm>
            <a:off x="821301" y="2731810"/>
            <a:ext cx="340204" cy="298116"/>
            <a:chOff x="899850" y="871450"/>
            <a:chExt cx="483175" cy="423400"/>
          </a:xfrm>
        </p:grpSpPr>
        <p:sp>
          <p:nvSpPr>
            <p:cNvPr id="5107" name="Google Shape;5107;p10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10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10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10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1" name="Google Shape;5111;p10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12" name="Google Shape;5112;p101"/>
          <p:cNvGrpSpPr/>
          <p:nvPr/>
        </p:nvGrpSpPr>
        <p:grpSpPr>
          <a:xfrm>
            <a:off x="1653301" y="2711232"/>
            <a:ext cx="340573" cy="339271"/>
            <a:chOff x="2085450" y="842250"/>
            <a:chExt cx="483700" cy="481850"/>
          </a:xfrm>
        </p:grpSpPr>
        <p:sp>
          <p:nvSpPr>
            <p:cNvPr id="5113" name="Google Shape;5113;p10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10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10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101"/>
          <p:cNvGrpSpPr/>
          <p:nvPr/>
        </p:nvGrpSpPr>
        <p:grpSpPr>
          <a:xfrm>
            <a:off x="2081868" y="2711241"/>
            <a:ext cx="339306" cy="339253"/>
            <a:chOff x="2685825" y="840375"/>
            <a:chExt cx="481900" cy="481825"/>
          </a:xfrm>
        </p:grpSpPr>
        <p:sp>
          <p:nvSpPr>
            <p:cNvPr id="5117" name="Google Shape;5117;p10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10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101"/>
          <p:cNvGrpSpPr/>
          <p:nvPr/>
        </p:nvGrpSpPr>
        <p:grpSpPr>
          <a:xfrm>
            <a:off x="2493529" y="2710924"/>
            <a:ext cx="350431" cy="339887"/>
            <a:chOff x="3270675" y="841800"/>
            <a:chExt cx="497700" cy="482725"/>
          </a:xfrm>
        </p:grpSpPr>
        <p:sp>
          <p:nvSpPr>
            <p:cNvPr id="5120" name="Google Shape;5120;p10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10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10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23" name="Google Shape;5123;p10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24" name="Google Shape;5124;p101"/>
          <p:cNvGrpSpPr/>
          <p:nvPr/>
        </p:nvGrpSpPr>
        <p:grpSpPr>
          <a:xfrm>
            <a:off x="3329675" y="2731783"/>
            <a:ext cx="339253" cy="298169"/>
            <a:chOff x="4467200" y="877100"/>
            <a:chExt cx="481825" cy="423475"/>
          </a:xfrm>
        </p:grpSpPr>
        <p:sp>
          <p:nvSpPr>
            <p:cNvPr id="5125" name="Google Shape;5125;p10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6" name="Google Shape;5126;p10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10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10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9" name="Google Shape;5129;p101"/>
          <p:cNvGrpSpPr/>
          <p:nvPr/>
        </p:nvGrpSpPr>
        <p:grpSpPr>
          <a:xfrm>
            <a:off x="3744565" y="2711232"/>
            <a:ext cx="354778" cy="339271"/>
            <a:chOff x="5045500" y="842250"/>
            <a:chExt cx="503875" cy="481850"/>
          </a:xfrm>
        </p:grpSpPr>
        <p:sp>
          <p:nvSpPr>
            <p:cNvPr id="5130" name="Google Shape;5130;p10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10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101"/>
          <p:cNvGrpSpPr/>
          <p:nvPr/>
        </p:nvGrpSpPr>
        <p:grpSpPr>
          <a:xfrm>
            <a:off x="4167413" y="2737451"/>
            <a:ext cx="336965" cy="286833"/>
            <a:chOff x="5645200" y="879425"/>
            <a:chExt cx="478575" cy="407375"/>
          </a:xfrm>
        </p:grpSpPr>
        <p:sp>
          <p:nvSpPr>
            <p:cNvPr id="5133" name="Google Shape;5133;p10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10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10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10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10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10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9" name="Google Shape;5139;p101"/>
          <p:cNvGrpSpPr/>
          <p:nvPr/>
        </p:nvGrpSpPr>
        <p:grpSpPr>
          <a:xfrm>
            <a:off x="4603488" y="2711241"/>
            <a:ext cx="298186" cy="339253"/>
            <a:chOff x="6264525" y="842250"/>
            <a:chExt cx="423500" cy="481825"/>
          </a:xfrm>
        </p:grpSpPr>
        <p:sp>
          <p:nvSpPr>
            <p:cNvPr id="5140" name="Google Shape;5140;p10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10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10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10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10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10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10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7" name="Google Shape;5147;p101"/>
          <p:cNvGrpSpPr/>
          <p:nvPr/>
        </p:nvGrpSpPr>
        <p:grpSpPr>
          <a:xfrm>
            <a:off x="821776" y="3125895"/>
            <a:ext cx="339253" cy="339253"/>
            <a:chOff x="900750" y="1436075"/>
            <a:chExt cx="481825" cy="481825"/>
          </a:xfrm>
        </p:grpSpPr>
        <p:sp>
          <p:nvSpPr>
            <p:cNvPr id="5148" name="Google Shape;5148;p10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10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10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10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2" name="Google Shape;5152;p101"/>
          <p:cNvGrpSpPr/>
          <p:nvPr/>
        </p:nvGrpSpPr>
        <p:grpSpPr>
          <a:xfrm>
            <a:off x="1239624" y="3186183"/>
            <a:ext cx="339253" cy="218676"/>
            <a:chOff x="1492675" y="1520750"/>
            <a:chExt cx="481825" cy="310575"/>
          </a:xfrm>
        </p:grpSpPr>
        <p:sp>
          <p:nvSpPr>
            <p:cNvPr id="5153" name="Google Shape;5153;p10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4" name="Google Shape;5154;p10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5" name="Google Shape;5155;p101"/>
          <p:cNvGrpSpPr/>
          <p:nvPr/>
        </p:nvGrpSpPr>
        <p:grpSpPr>
          <a:xfrm>
            <a:off x="1647421" y="3125877"/>
            <a:ext cx="352332" cy="339288"/>
            <a:chOff x="2071000" y="1435025"/>
            <a:chExt cx="500400" cy="481875"/>
          </a:xfrm>
        </p:grpSpPr>
        <p:sp>
          <p:nvSpPr>
            <p:cNvPr id="5156" name="Google Shape;5156;p10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10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10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9" name="Google Shape;5159;p101"/>
          <p:cNvGrpSpPr/>
          <p:nvPr/>
        </p:nvGrpSpPr>
        <p:grpSpPr>
          <a:xfrm>
            <a:off x="2075584" y="3146709"/>
            <a:ext cx="351874" cy="297623"/>
            <a:chOff x="2678350" y="1464650"/>
            <a:chExt cx="499750" cy="422700"/>
          </a:xfrm>
        </p:grpSpPr>
        <p:sp>
          <p:nvSpPr>
            <p:cNvPr id="5160" name="Google Shape;5160;p10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10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10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3" name="Google Shape;5163;p101"/>
          <p:cNvGrpSpPr/>
          <p:nvPr/>
        </p:nvGrpSpPr>
        <p:grpSpPr>
          <a:xfrm>
            <a:off x="2499118" y="3125895"/>
            <a:ext cx="339253" cy="339253"/>
            <a:chOff x="3271200" y="1435075"/>
            <a:chExt cx="481825" cy="481825"/>
          </a:xfrm>
        </p:grpSpPr>
        <p:sp>
          <p:nvSpPr>
            <p:cNvPr id="5164" name="Google Shape;5164;p10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10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6" name="Google Shape;5166;p101"/>
          <p:cNvGrpSpPr/>
          <p:nvPr/>
        </p:nvGrpSpPr>
        <p:grpSpPr>
          <a:xfrm>
            <a:off x="2909591" y="3125877"/>
            <a:ext cx="343442" cy="339288"/>
            <a:chOff x="3858100" y="1435075"/>
            <a:chExt cx="487775" cy="481875"/>
          </a:xfrm>
        </p:grpSpPr>
        <p:sp>
          <p:nvSpPr>
            <p:cNvPr id="5167" name="Google Shape;5167;p10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10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10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10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10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101"/>
          <p:cNvGrpSpPr/>
          <p:nvPr/>
        </p:nvGrpSpPr>
        <p:grpSpPr>
          <a:xfrm>
            <a:off x="3329674" y="3125895"/>
            <a:ext cx="339253" cy="339253"/>
            <a:chOff x="4456875" y="1435075"/>
            <a:chExt cx="481825" cy="481825"/>
          </a:xfrm>
        </p:grpSpPr>
        <p:sp>
          <p:nvSpPr>
            <p:cNvPr id="5173" name="Google Shape;5173;p10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10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10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10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10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10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10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10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10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10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10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10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10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10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10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10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10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10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10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2" name="Google Shape;5192;p101"/>
          <p:cNvGrpSpPr/>
          <p:nvPr/>
        </p:nvGrpSpPr>
        <p:grpSpPr>
          <a:xfrm>
            <a:off x="3750665" y="3125886"/>
            <a:ext cx="342580" cy="339271"/>
            <a:chOff x="5049725" y="1435050"/>
            <a:chExt cx="486550" cy="481850"/>
          </a:xfrm>
        </p:grpSpPr>
        <p:sp>
          <p:nvSpPr>
            <p:cNvPr id="5193" name="Google Shape;5193;p10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10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10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10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7" name="Google Shape;5197;p101"/>
          <p:cNvGrpSpPr/>
          <p:nvPr/>
        </p:nvGrpSpPr>
        <p:grpSpPr>
          <a:xfrm>
            <a:off x="4166216" y="3125895"/>
            <a:ext cx="339359" cy="339253"/>
            <a:chOff x="5642475" y="1435075"/>
            <a:chExt cx="481975" cy="481825"/>
          </a:xfrm>
        </p:grpSpPr>
        <p:sp>
          <p:nvSpPr>
            <p:cNvPr id="5198" name="Google Shape;5198;p10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10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10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101"/>
          <p:cNvGrpSpPr/>
          <p:nvPr/>
        </p:nvGrpSpPr>
        <p:grpSpPr>
          <a:xfrm>
            <a:off x="4580702" y="3125886"/>
            <a:ext cx="343759" cy="339271"/>
            <a:chOff x="6232000" y="1435050"/>
            <a:chExt cx="488225" cy="481850"/>
          </a:xfrm>
        </p:grpSpPr>
        <p:sp>
          <p:nvSpPr>
            <p:cNvPr id="5202" name="Google Shape;5202;p10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10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10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10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10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7" name="Google Shape;5207;p101"/>
          <p:cNvGrpSpPr/>
          <p:nvPr/>
        </p:nvGrpSpPr>
        <p:grpSpPr>
          <a:xfrm>
            <a:off x="841438" y="3539545"/>
            <a:ext cx="299929" cy="337792"/>
            <a:chOff x="924450" y="2028975"/>
            <a:chExt cx="425975" cy="479750"/>
          </a:xfrm>
        </p:grpSpPr>
        <p:sp>
          <p:nvSpPr>
            <p:cNvPr id="5208" name="Google Shape;5208;p10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10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10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1" name="Google Shape;5211;p101"/>
          <p:cNvGrpSpPr/>
          <p:nvPr/>
        </p:nvGrpSpPr>
        <p:grpSpPr>
          <a:xfrm>
            <a:off x="1653934" y="3559347"/>
            <a:ext cx="339306" cy="298186"/>
            <a:chOff x="2085450" y="2057100"/>
            <a:chExt cx="481900" cy="423500"/>
          </a:xfrm>
        </p:grpSpPr>
        <p:sp>
          <p:nvSpPr>
            <p:cNvPr id="5212" name="Google Shape;5212;p10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10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10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5" name="Google Shape;5215;p101"/>
          <p:cNvGrpSpPr/>
          <p:nvPr/>
        </p:nvGrpSpPr>
        <p:grpSpPr>
          <a:xfrm>
            <a:off x="2081868" y="3582592"/>
            <a:ext cx="339306" cy="251698"/>
            <a:chOff x="2678275" y="2090100"/>
            <a:chExt cx="481900" cy="357475"/>
          </a:xfrm>
        </p:grpSpPr>
        <p:sp>
          <p:nvSpPr>
            <p:cNvPr id="5216" name="Google Shape;5216;p10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10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10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10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10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1" name="Google Shape;5221;p101"/>
          <p:cNvGrpSpPr/>
          <p:nvPr/>
        </p:nvGrpSpPr>
        <p:grpSpPr>
          <a:xfrm>
            <a:off x="2559072" y="3594790"/>
            <a:ext cx="219345" cy="227301"/>
            <a:chOff x="3357325" y="2093500"/>
            <a:chExt cx="311525" cy="322825"/>
          </a:xfrm>
        </p:grpSpPr>
        <p:sp>
          <p:nvSpPr>
            <p:cNvPr id="5222" name="Google Shape;5222;p10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10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10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25" name="Google Shape;5225;p10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26" name="Google Shape;5226;p101"/>
          <p:cNvGrpSpPr/>
          <p:nvPr/>
        </p:nvGrpSpPr>
        <p:grpSpPr>
          <a:xfrm>
            <a:off x="3353262" y="3538814"/>
            <a:ext cx="292078" cy="339253"/>
            <a:chOff x="4492800" y="2027925"/>
            <a:chExt cx="414825" cy="481825"/>
          </a:xfrm>
        </p:grpSpPr>
        <p:sp>
          <p:nvSpPr>
            <p:cNvPr id="5227" name="Google Shape;5227;p10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10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9" name="Google Shape;5229;p101"/>
          <p:cNvGrpSpPr/>
          <p:nvPr/>
        </p:nvGrpSpPr>
        <p:grpSpPr>
          <a:xfrm>
            <a:off x="3752354" y="3538805"/>
            <a:ext cx="339200" cy="339271"/>
            <a:chOff x="5049725" y="2027900"/>
            <a:chExt cx="481750" cy="481850"/>
          </a:xfrm>
        </p:grpSpPr>
        <p:sp>
          <p:nvSpPr>
            <p:cNvPr id="5230" name="Google Shape;5230;p10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1" name="Google Shape;5231;p10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10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10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10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10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10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10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101"/>
          <p:cNvGrpSpPr/>
          <p:nvPr/>
        </p:nvGrpSpPr>
        <p:grpSpPr>
          <a:xfrm>
            <a:off x="4225950" y="3538893"/>
            <a:ext cx="219890" cy="339095"/>
            <a:chOff x="5726350" y="2028150"/>
            <a:chExt cx="312300" cy="481600"/>
          </a:xfrm>
        </p:grpSpPr>
        <p:sp>
          <p:nvSpPr>
            <p:cNvPr id="5239" name="Google Shape;5239;p10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10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10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101"/>
          <p:cNvGrpSpPr/>
          <p:nvPr/>
        </p:nvGrpSpPr>
        <p:grpSpPr>
          <a:xfrm>
            <a:off x="4586141" y="3542000"/>
            <a:ext cx="332881" cy="332881"/>
            <a:chOff x="6239925" y="2032450"/>
            <a:chExt cx="472775" cy="472775"/>
          </a:xfrm>
        </p:grpSpPr>
        <p:sp>
          <p:nvSpPr>
            <p:cNvPr id="5243" name="Google Shape;5243;p10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10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5" name="Google Shape;5245;p101"/>
          <p:cNvGrpSpPr/>
          <p:nvPr/>
        </p:nvGrpSpPr>
        <p:grpSpPr>
          <a:xfrm>
            <a:off x="5035233" y="2364092"/>
            <a:ext cx="334641" cy="185425"/>
            <a:chOff x="903075" y="2730000"/>
            <a:chExt cx="475275" cy="263350"/>
          </a:xfrm>
        </p:grpSpPr>
        <p:sp>
          <p:nvSpPr>
            <p:cNvPr id="5246" name="Google Shape;5246;p10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10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10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9" name="Google Shape;5249;p101"/>
          <p:cNvGrpSpPr/>
          <p:nvPr/>
        </p:nvGrpSpPr>
        <p:grpSpPr>
          <a:xfrm>
            <a:off x="1239624" y="3538814"/>
            <a:ext cx="339253" cy="339253"/>
            <a:chOff x="1492675" y="2027925"/>
            <a:chExt cx="481825" cy="481825"/>
          </a:xfrm>
        </p:grpSpPr>
        <p:sp>
          <p:nvSpPr>
            <p:cNvPr id="5250" name="Google Shape;5250;p10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10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10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10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10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5" name="Google Shape;5255;p101"/>
          <p:cNvGrpSpPr/>
          <p:nvPr/>
        </p:nvGrpSpPr>
        <p:grpSpPr>
          <a:xfrm>
            <a:off x="5466000" y="2287178"/>
            <a:ext cx="339253" cy="339253"/>
            <a:chOff x="1492675" y="2620775"/>
            <a:chExt cx="481825" cy="481825"/>
          </a:xfrm>
        </p:grpSpPr>
        <p:sp>
          <p:nvSpPr>
            <p:cNvPr id="5256" name="Google Shape;5256;p10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10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58" name="Google Shape;5258;p10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59" name="Google Shape;5259;p101"/>
          <p:cNvGrpSpPr/>
          <p:nvPr/>
        </p:nvGrpSpPr>
        <p:grpSpPr>
          <a:xfrm>
            <a:off x="6289754" y="2303161"/>
            <a:ext cx="333585" cy="307287"/>
            <a:chOff x="2682350" y="2643425"/>
            <a:chExt cx="473775" cy="436425"/>
          </a:xfrm>
        </p:grpSpPr>
        <p:sp>
          <p:nvSpPr>
            <p:cNvPr id="5260" name="Google Shape;5260;p10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10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10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10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10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10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10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7" name="Google Shape;5267;p101"/>
          <p:cNvGrpSpPr/>
          <p:nvPr/>
        </p:nvGrpSpPr>
        <p:grpSpPr>
          <a:xfrm>
            <a:off x="6755243" y="2287178"/>
            <a:ext cx="238531" cy="339253"/>
            <a:chOff x="3342725" y="2620775"/>
            <a:chExt cx="338775" cy="481825"/>
          </a:xfrm>
        </p:grpSpPr>
        <p:sp>
          <p:nvSpPr>
            <p:cNvPr id="5268" name="Google Shape;5268;p10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10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10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1" name="Google Shape;5271;p101"/>
          <p:cNvGrpSpPr/>
          <p:nvPr/>
        </p:nvGrpSpPr>
        <p:grpSpPr>
          <a:xfrm>
            <a:off x="7148994" y="2287178"/>
            <a:ext cx="278296" cy="339253"/>
            <a:chOff x="3907325" y="2620775"/>
            <a:chExt cx="395250" cy="481825"/>
          </a:xfrm>
        </p:grpSpPr>
        <p:sp>
          <p:nvSpPr>
            <p:cNvPr id="5272" name="Google Shape;5272;p10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10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10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10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6" name="Google Shape;5276;p101"/>
          <p:cNvGrpSpPr/>
          <p:nvPr/>
        </p:nvGrpSpPr>
        <p:grpSpPr>
          <a:xfrm>
            <a:off x="7542181" y="2297783"/>
            <a:ext cx="339253" cy="318042"/>
            <a:chOff x="4456875" y="2635825"/>
            <a:chExt cx="481825" cy="451700"/>
          </a:xfrm>
        </p:grpSpPr>
        <p:sp>
          <p:nvSpPr>
            <p:cNvPr id="5277" name="Google Shape;5277;p10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10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10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10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10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10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3" name="Google Shape;5283;p101"/>
          <p:cNvGrpSpPr/>
          <p:nvPr/>
        </p:nvGrpSpPr>
        <p:grpSpPr>
          <a:xfrm>
            <a:off x="7967105" y="2297783"/>
            <a:ext cx="339253" cy="318042"/>
            <a:chOff x="5049725" y="2635825"/>
            <a:chExt cx="481825" cy="451700"/>
          </a:xfrm>
        </p:grpSpPr>
        <p:sp>
          <p:nvSpPr>
            <p:cNvPr id="5284" name="Google Shape;5284;p10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10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6" name="Google Shape;5286;p10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7" name="Google Shape;5287;p101"/>
          <p:cNvGrpSpPr/>
          <p:nvPr/>
        </p:nvGrpSpPr>
        <p:grpSpPr>
          <a:xfrm>
            <a:off x="2211475" y="3952243"/>
            <a:ext cx="338566" cy="338373"/>
            <a:chOff x="5643000" y="2621375"/>
            <a:chExt cx="480850" cy="480575"/>
          </a:xfrm>
        </p:grpSpPr>
        <p:sp>
          <p:nvSpPr>
            <p:cNvPr id="5288" name="Google Shape;5288;p10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10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10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10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10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10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10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5" name="Google Shape;5295;p101"/>
          <p:cNvGrpSpPr/>
          <p:nvPr/>
        </p:nvGrpSpPr>
        <p:grpSpPr>
          <a:xfrm>
            <a:off x="4032695" y="3951803"/>
            <a:ext cx="339359" cy="339253"/>
            <a:chOff x="6235250" y="2620775"/>
            <a:chExt cx="481975" cy="481825"/>
          </a:xfrm>
        </p:grpSpPr>
        <p:sp>
          <p:nvSpPr>
            <p:cNvPr id="5296" name="Google Shape;5296;p10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10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10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10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10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1" name="Google Shape;5301;p10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2" name="Google Shape;5302;p101"/>
          <p:cNvGrpSpPr/>
          <p:nvPr/>
        </p:nvGrpSpPr>
        <p:grpSpPr>
          <a:xfrm>
            <a:off x="5465078" y="2711317"/>
            <a:ext cx="341101" cy="339253"/>
            <a:chOff x="1535000" y="3223325"/>
            <a:chExt cx="484450" cy="481825"/>
          </a:xfrm>
        </p:grpSpPr>
        <p:sp>
          <p:nvSpPr>
            <p:cNvPr id="5303" name="Google Shape;5303;p10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10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5" name="Google Shape;5305;p10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6" name="Google Shape;5306;p101"/>
          <p:cNvGrpSpPr/>
          <p:nvPr/>
        </p:nvGrpSpPr>
        <p:grpSpPr>
          <a:xfrm>
            <a:off x="5872645" y="2746618"/>
            <a:ext cx="339253" cy="268649"/>
            <a:chOff x="2085525" y="3263750"/>
            <a:chExt cx="481825" cy="381550"/>
          </a:xfrm>
        </p:grpSpPr>
        <p:sp>
          <p:nvSpPr>
            <p:cNvPr id="5307" name="Google Shape;5307;p10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10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9" name="Google Shape;5309;p10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10" name="Google Shape;5310;p101"/>
          <p:cNvGrpSpPr/>
          <p:nvPr/>
        </p:nvGrpSpPr>
        <p:grpSpPr>
          <a:xfrm>
            <a:off x="6704407" y="2711308"/>
            <a:ext cx="340204" cy="339271"/>
            <a:chOff x="3270450" y="3213625"/>
            <a:chExt cx="483175" cy="481850"/>
          </a:xfrm>
        </p:grpSpPr>
        <p:sp>
          <p:nvSpPr>
            <p:cNvPr id="5311" name="Google Shape;5311;p10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2" name="Google Shape;5312;p10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3" name="Google Shape;5313;p101"/>
          <p:cNvGrpSpPr/>
          <p:nvPr/>
        </p:nvGrpSpPr>
        <p:grpSpPr>
          <a:xfrm>
            <a:off x="7203676" y="2711317"/>
            <a:ext cx="168931" cy="339253"/>
            <a:chOff x="3984950" y="3213600"/>
            <a:chExt cx="239925" cy="481825"/>
          </a:xfrm>
        </p:grpSpPr>
        <p:sp>
          <p:nvSpPr>
            <p:cNvPr id="5314" name="Google Shape;5314;p10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10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16" name="Google Shape;5316;p10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10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18" name="Google Shape;5318;p101"/>
          <p:cNvGrpSpPr/>
          <p:nvPr/>
        </p:nvGrpSpPr>
        <p:grpSpPr>
          <a:xfrm>
            <a:off x="1736111" y="3981487"/>
            <a:ext cx="355218" cy="279880"/>
            <a:chOff x="5629975" y="3255775"/>
            <a:chExt cx="504500" cy="397500"/>
          </a:xfrm>
        </p:grpSpPr>
        <p:sp>
          <p:nvSpPr>
            <p:cNvPr id="5319" name="Google Shape;5319;p10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10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10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10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10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4" name="Google Shape;5324;p101"/>
          <p:cNvGrpSpPr/>
          <p:nvPr/>
        </p:nvGrpSpPr>
        <p:grpSpPr>
          <a:xfrm>
            <a:off x="3572294" y="3981593"/>
            <a:ext cx="340256" cy="279669"/>
            <a:chOff x="6234950" y="3255925"/>
            <a:chExt cx="483250" cy="397200"/>
          </a:xfrm>
        </p:grpSpPr>
        <p:sp>
          <p:nvSpPr>
            <p:cNvPr id="5325" name="Google Shape;5325;p10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10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10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10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10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0" name="Google Shape;5330;p10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1" name="Google Shape;5331;p101"/>
          <p:cNvGrpSpPr/>
          <p:nvPr/>
        </p:nvGrpSpPr>
        <p:grpSpPr>
          <a:xfrm>
            <a:off x="5043532" y="3125970"/>
            <a:ext cx="318042" cy="339253"/>
            <a:chOff x="914900" y="3806450"/>
            <a:chExt cx="451700" cy="481825"/>
          </a:xfrm>
        </p:grpSpPr>
        <p:sp>
          <p:nvSpPr>
            <p:cNvPr id="5332" name="Google Shape;5332;p10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10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10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10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10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7" name="Google Shape;5337;p101"/>
          <p:cNvGrpSpPr/>
          <p:nvPr/>
        </p:nvGrpSpPr>
        <p:grpSpPr>
          <a:xfrm>
            <a:off x="5462454" y="3125785"/>
            <a:ext cx="346347" cy="339623"/>
            <a:chOff x="1490050" y="3805975"/>
            <a:chExt cx="491900" cy="482350"/>
          </a:xfrm>
        </p:grpSpPr>
        <p:sp>
          <p:nvSpPr>
            <p:cNvPr id="5338" name="Google Shape;5338;p10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9" name="Google Shape;5339;p10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10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1" name="Google Shape;5341;p10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2" name="Google Shape;5342;p101"/>
          <p:cNvGrpSpPr/>
          <p:nvPr/>
        </p:nvGrpSpPr>
        <p:grpSpPr>
          <a:xfrm>
            <a:off x="5886322" y="3125970"/>
            <a:ext cx="311899" cy="339253"/>
            <a:chOff x="2104275" y="3806450"/>
            <a:chExt cx="442975" cy="481825"/>
          </a:xfrm>
        </p:grpSpPr>
        <p:sp>
          <p:nvSpPr>
            <p:cNvPr id="5343" name="Google Shape;5343;p10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10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5" name="Google Shape;5345;p101"/>
          <p:cNvGrpSpPr/>
          <p:nvPr/>
        </p:nvGrpSpPr>
        <p:grpSpPr>
          <a:xfrm>
            <a:off x="6309839" y="3125970"/>
            <a:ext cx="293416" cy="339253"/>
            <a:chOff x="2710875" y="3806450"/>
            <a:chExt cx="416725" cy="481825"/>
          </a:xfrm>
        </p:grpSpPr>
        <p:sp>
          <p:nvSpPr>
            <p:cNvPr id="5346" name="Google Shape;5346;p10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10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8" name="Google Shape;5348;p101"/>
          <p:cNvGrpSpPr/>
          <p:nvPr/>
        </p:nvGrpSpPr>
        <p:grpSpPr>
          <a:xfrm>
            <a:off x="6704883" y="3166412"/>
            <a:ext cx="339253" cy="258369"/>
            <a:chOff x="3271200" y="3863875"/>
            <a:chExt cx="481825" cy="366950"/>
          </a:xfrm>
        </p:grpSpPr>
        <p:sp>
          <p:nvSpPr>
            <p:cNvPr id="5349" name="Google Shape;5349;p10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10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1" name="Google Shape;5351;p101"/>
          <p:cNvGrpSpPr/>
          <p:nvPr/>
        </p:nvGrpSpPr>
        <p:grpSpPr>
          <a:xfrm>
            <a:off x="7140377" y="3126199"/>
            <a:ext cx="295528" cy="338795"/>
            <a:chOff x="3895050" y="3806775"/>
            <a:chExt cx="419725" cy="481175"/>
          </a:xfrm>
        </p:grpSpPr>
        <p:sp>
          <p:nvSpPr>
            <p:cNvPr id="5352" name="Google Shape;5352;p10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10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4" name="Google Shape;5354;p101"/>
          <p:cNvGrpSpPr/>
          <p:nvPr/>
        </p:nvGrpSpPr>
        <p:grpSpPr>
          <a:xfrm>
            <a:off x="7543659" y="3125979"/>
            <a:ext cx="336296" cy="339235"/>
            <a:chOff x="4464775" y="3806475"/>
            <a:chExt cx="477625" cy="481800"/>
          </a:xfrm>
        </p:grpSpPr>
        <p:sp>
          <p:nvSpPr>
            <p:cNvPr id="5355" name="Google Shape;5355;p10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10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7" name="Google Shape;5357;p10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8" name="Google Shape;5358;p10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9" name="Google Shape;5359;p10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10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1" name="Google Shape;5361;p101"/>
          <p:cNvGrpSpPr/>
          <p:nvPr/>
        </p:nvGrpSpPr>
        <p:grpSpPr>
          <a:xfrm>
            <a:off x="7967105" y="3125970"/>
            <a:ext cx="339253" cy="339253"/>
            <a:chOff x="5049725" y="3806450"/>
            <a:chExt cx="481825" cy="481825"/>
          </a:xfrm>
        </p:grpSpPr>
        <p:sp>
          <p:nvSpPr>
            <p:cNvPr id="5362" name="Google Shape;5362;p10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10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10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5" name="Google Shape;5365;p101"/>
          <p:cNvGrpSpPr/>
          <p:nvPr/>
        </p:nvGrpSpPr>
        <p:grpSpPr>
          <a:xfrm>
            <a:off x="1276714" y="3951798"/>
            <a:ext cx="339253" cy="339253"/>
            <a:chOff x="5651375" y="3806450"/>
            <a:chExt cx="481825" cy="481825"/>
          </a:xfrm>
        </p:grpSpPr>
        <p:sp>
          <p:nvSpPr>
            <p:cNvPr id="5366" name="Google Shape;5366;p10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10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10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10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0" name="Google Shape;5370;p101"/>
          <p:cNvGrpSpPr/>
          <p:nvPr/>
        </p:nvGrpSpPr>
        <p:grpSpPr>
          <a:xfrm>
            <a:off x="3153646" y="3953787"/>
            <a:ext cx="298503" cy="335275"/>
            <a:chOff x="6264300" y="3809300"/>
            <a:chExt cx="423950" cy="476175"/>
          </a:xfrm>
        </p:grpSpPr>
        <p:sp>
          <p:nvSpPr>
            <p:cNvPr id="5371" name="Google Shape;5371;p10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2" name="Google Shape;5372;p10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10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4" name="Google Shape;5374;p101"/>
          <p:cNvGrpSpPr/>
          <p:nvPr/>
        </p:nvGrpSpPr>
        <p:grpSpPr>
          <a:xfrm>
            <a:off x="5032267" y="3538881"/>
            <a:ext cx="340573" cy="339271"/>
            <a:chOff x="898875" y="4399275"/>
            <a:chExt cx="483700" cy="481850"/>
          </a:xfrm>
        </p:grpSpPr>
        <p:sp>
          <p:nvSpPr>
            <p:cNvPr id="5375" name="Google Shape;5375;p10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10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7" name="Google Shape;5377;p10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10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9" name="Google Shape;5379;p10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0" name="Google Shape;5380;p10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10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10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3" name="Google Shape;5383;p101"/>
          <p:cNvGrpSpPr/>
          <p:nvPr/>
        </p:nvGrpSpPr>
        <p:grpSpPr>
          <a:xfrm>
            <a:off x="5466000" y="3554133"/>
            <a:ext cx="339253" cy="308765"/>
            <a:chOff x="1492675" y="4420975"/>
            <a:chExt cx="481825" cy="438525"/>
          </a:xfrm>
        </p:grpSpPr>
        <p:sp>
          <p:nvSpPr>
            <p:cNvPr id="5384" name="Google Shape;5384;p10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10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10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7" name="Google Shape;5387;p10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10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9" name="Google Shape;5389;p101"/>
          <p:cNvGrpSpPr/>
          <p:nvPr/>
        </p:nvGrpSpPr>
        <p:grpSpPr>
          <a:xfrm>
            <a:off x="5870982" y="3539558"/>
            <a:ext cx="342580" cy="337915"/>
            <a:chOff x="2084100" y="4400250"/>
            <a:chExt cx="486550" cy="479925"/>
          </a:xfrm>
        </p:grpSpPr>
        <p:sp>
          <p:nvSpPr>
            <p:cNvPr id="5390" name="Google Shape;5390;p10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10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10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10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10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5" name="Google Shape;5395;p10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6" name="Google Shape;5396;p101"/>
          <p:cNvGrpSpPr/>
          <p:nvPr/>
        </p:nvGrpSpPr>
        <p:grpSpPr>
          <a:xfrm>
            <a:off x="6307462" y="3538907"/>
            <a:ext cx="298169" cy="339218"/>
            <a:chOff x="2707950" y="4399325"/>
            <a:chExt cx="423475" cy="481775"/>
          </a:xfrm>
        </p:grpSpPr>
        <p:sp>
          <p:nvSpPr>
            <p:cNvPr id="5397" name="Google Shape;5397;p10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10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9" name="Google Shape;5399;p10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10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10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10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10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4" name="Google Shape;5404;p10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5" name="Google Shape;5405;p10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10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10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8" name="Google Shape;5408;p10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9" name="Google Shape;5409;p101"/>
          <p:cNvGrpSpPr/>
          <p:nvPr/>
        </p:nvGrpSpPr>
        <p:grpSpPr>
          <a:xfrm>
            <a:off x="6736981" y="3538881"/>
            <a:ext cx="275057" cy="339271"/>
            <a:chOff x="3330525" y="4399275"/>
            <a:chExt cx="390650" cy="481850"/>
          </a:xfrm>
        </p:grpSpPr>
        <p:sp>
          <p:nvSpPr>
            <p:cNvPr id="5410" name="Google Shape;5410;p10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10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10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10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10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10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10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7" name="Google Shape;5417;p101"/>
          <p:cNvGrpSpPr/>
          <p:nvPr/>
        </p:nvGrpSpPr>
        <p:grpSpPr>
          <a:xfrm>
            <a:off x="7161510" y="3538890"/>
            <a:ext cx="253265" cy="339253"/>
            <a:chOff x="3938800" y="4399275"/>
            <a:chExt cx="359700" cy="481825"/>
          </a:xfrm>
        </p:grpSpPr>
        <p:sp>
          <p:nvSpPr>
            <p:cNvPr id="5418" name="Google Shape;5418;p10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10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10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10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2" name="Google Shape;5422;p10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3" name="Google Shape;5423;p101"/>
          <p:cNvGrpSpPr/>
          <p:nvPr/>
        </p:nvGrpSpPr>
        <p:grpSpPr>
          <a:xfrm>
            <a:off x="7632288" y="3538890"/>
            <a:ext cx="159039" cy="339253"/>
            <a:chOff x="4584850" y="4399275"/>
            <a:chExt cx="225875" cy="481825"/>
          </a:xfrm>
        </p:grpSpPr>
        <p:sp>
          <p:nvSpPr>
            <p:cNvPr id="5424" name="Google Shape;5424;p10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10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26" name="Google Shape;5426;p10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27" name="Google Shape;5427;p101"/>
          <p:cNvGrpSpPr/>
          <p:nvPr/>
        </p:nvGrpSpPr>
        <p:grpSpPr>
          <a:xfrm>
            <a:off x="817316" y="3951795"/>
            <a:ext cx="339253" cy="339253"/>
            <a:chOff x="5642550" y="4399275"/>
            <a:chExt cx="481825" cy="481825"/>
          </a:xfrm>
        </p:grpSpPr>
        <p:sp>
          <p:nvSpPr>
            <p:cNvPr id="5428" name="Google Shape;5428;p10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10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0" name="Google Shape;5430;p101"/>
          <p:cNvGrpSpPr/>
          <p:nvPr/>
        </p:nvGrpSpPr>
        <p:grpSpPr>
          <a:xfrm>
            <a:off x="2670186" y="3963703"/>
            <a:ext cx="363316" cy="315437"/>
            <a:chOff x="6218300" y="4416175"/>
            <a:chExt cx="516000" cy="448000"/>
          </a:xfrm>
        </p:grpSpPr>
        <p:sp>
          <p:nvSpPr>
            <p:cNvPr id="5431" name="Google Shape;5431;p10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10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3" name="Google Shape;5433;p10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4" name="Google Shape;5434;p101"/>
          <p:cNvGrpSpPr/>
          <p:nvPr/>
        </p:nvGrpSpPr>
        <p:grpSpPr>
          <a:xfrm>
            <a:off x="5870391" y="3951792"/>
            <a:ext cx="339253" cy="339253"/>
            <a:chOff x="899850" y="4992125"/>
            <a:chExt cx="481825" cy="481825"/>
          </a:xfrm>
        </p:grpSpPr>
        <p:sp>
          <p:nvSpPr>
            <p:cNvPr id="5435" name="Google Shape;5435;p10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10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10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8" name="Google Shape;5438;p101"/>
          <p:cNvGrpSpPr/>
          <p:nvPr/>
        </p:nvGrpSpPr>
        <p:grpSpPr>
          <a:xfrm>
            <a:off x="5410993" y="3951792"/>
            <a:ext cx="339253" cy="339253"/>
            <a:chOff x="1492675" y="4992125"/>
            <a:chExt cx="481825" cy="481825"/>
          </a:xfrm>
        </p:grpSpPr>
        <p:sp>
          <p:nvSpPr>
            <p:cNvPr id="5439" name="Google Shape;5439;p10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0" name="Google Shape;5440;p10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1" name="Google Shape;5441;p101"/>
          <p:cNvGrpSpPr/>
          <p:nvPr/>
        </p:nvGrpSpPr>
        <p:grpSpPr>
          <a:xfrm>
            <a:off x="4951595" y="3951792"/>
            <a:ext cx="339253" cy="339253"/>
            <a:chOff x="2085525" y="4992125"/>
            <a:chExt cx="481825" cy="481825"/>
          </a:xfrm>
        </p:grpSpPr>
        <p:sp>
          <p:nvSpPr>
            <p:cNvPr id="5442" name="Google Shape;5442;p10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3" name="Google Shape;5443;p10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4" name="Google Shape;5444;p101"/>
          <p:cNvGrpSpPr/>
          <p:nvPr/>
        </p:nvGrpSpPr>
        <p:grpSpPr>
          <a:xfrm>
            <a:off x="6789344" y="3951792"/>
            <a:ext cx="339253" cy="339253"/>
            <a:chOff x="2678350" y="4992125"/>
            <a:chExt cx="481825" cy="481825"/>
          </a:xfrm>
        </p:grpSpPr>
        <p:sp>
          <p:nvSpPr>
            <p:cNvPr id="5445" name="Google Shape;5445;p10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6" name="Google Shape;5446;p10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7" name="Google Shape;5447;p10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8" name="Google Shape;5448;p101"/>
          <p:cNvGrpSpPr/>
          <p:nvPr/>
        </p:nvGrpSpPr>
        <p:grpSpPr>
          <a:xfrm>
            <a:off x="4492198" y="3951792"/>
            <a:ext cx="339253" cy="339253"/>
            <a:chOff x="3271200" y="4992125"/>
            <a:chExt cx="481825" cy="481825"/>
          </a:xfrm>
        </p:grpSpPr>
        <p:sp>
          <p:nvSpPr>
            <p:cNvPr id="5449" name="Google Shape;5449;p10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10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1" name="Google Shape;5451;p10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2" name="Google Shape;5452;p101"/>
          <p:cNvGrpSpPr/>
          <p:nvPr/>
        </p:nvGrpSpPr>
        <p:grpSpPr>
          <a:xfrm>
            <a:off x="6329788" y="3952813"/>
            <a:ext cx="339411" cy="337211"/>
            <a:chOff x="5049575" y="4993600"/>
            <a:chExt cx="482050" cy="478925"/>
          </a:xfrm>
        </p:grpSpPr>
        <p:sp>
          <p:nvSpPr>
            <p:cNvPr id="5453" name="Google Shape;5453;p10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4" name="Google Shape;5454;p10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5" name="Google Shape;5455;p10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10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57" name="Google Shape;5457;p10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58" name="Google Shape;5458;p10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459" name="Google Shape;5459;p101"/>
          <p:cNvGrpSpPr/>
          <p:nvPr/>
        </p:nvGrpSpPr>
        <p:grpSpPr>
          <a:xfrm>
            <a:off x="7248742" y="3975375"/>
            <a:ext cx="195300" cy="343772"/>
            <a:chOff x="3999225" y="4364775"/>
            <a:chExt cx="195300" cy="343772"/>
          </a:xfrm>
        </p:grpSpPr>
        <p:grpSp>
          <p:nvGrpSpPr>
            <p:cNvPr id="5460" name="Google Shape;5460;p101"/>
            <p:cNvGrpSpPr/>
            <p:nvPr/>
          </p:nvGrpSpPr>
          <p:grpSpPr>
            <a:xfrm>
              <a:off x="4048568" y="4562577"/>
              <a:ext cx="97317" cy="145970"/>
              <a:chOff x="1529575" y="2222650"/>
              <a:chExt cx="203125" cy="304675"/>
            </a:xfrm>
          </p:grpSpPr>
          <p:sp>
            <p:nvSpPr>
              <p:cNvPr id="5461" name="Google Shape;5461;p10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0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101"/>
            <p:cNvGrpSpPr/>
            <p:nvPr/>
          </p:nvGrpSpPr>
          <p:grpSpPr>
            <a:xfrm>
              <a:off x="3999225" y="4364775"/>
              <a:ext cx="195300" cy="195300"/>
              <a:chOff x="3999225" y="4364775"/>
              <a:chExt cx="195300" cy="195300"/>
            </a:xfrm>
          </p:grpSpPr>
          <p:sp>
            <p:nvSpPr>
              <p:cNvPr id="5464" name="Google Shape;5464;p10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0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6" name="Google Shape;5466;p101"/>
          <p:cNvGrpSpPr/>
          <p:nvPr/>
        </p:nvGrpSpPr>
        <p:grpSpPr>
          <a:xfrm>
            <a:off x="7564186" y="3991627"/>
            <a:ext cx="277088" cy="259611"/>
            <a:chOff x="4335888" y="4398114"/>
            <a:chExt cx="277088" cy="259611"/>
          </a:xfrm>
        </p:grpSpPr>
        <p:grpSp>
          <p:nvGrpSpPr>
            <p:cNvPr id="5467" name="Google Shape;5467;p101"/>
            <p:cNvGrpSpPr/>
            <p:nvPr/>
          </p:nvGrpSpPr>
          <p:grpSpPr>
            <a:xfrm>
              <a:off x="4335888" y="4462425"/>
              <a:ext cx="195300" cy="195300"/>
              <a:chOff x="4335888" y="4462425"/>
              <a:chExt cx="195300" cy="195300"/>
            </a:xfrm>
          </p:grpSpPr>
          <p:sp>
            <p:nvSpPr>
              <p:cNvPr id="5468" name="Google Shape;5468;p10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0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101"/>
            <p:cNvGrpSpPr/>
            <p:nvPr/>
          </p:nvGrpSpPr>
          <p:grpSpPr>
            <a:xfrm>
              <a:off x="4509813" y="4398114"/>
              <a:ext cx="103162" cy="103198"/>
              <a:chOff x="2277975" y="2021700"/>
              <a:chExt cx="215325" cy="215400"/>
            </a:xfrm>
          </p:grpSpPr>
          <p:sp>
            <p:nvSpPr>
              <p:cNvPr id="5471" name="Google Shape;5471;p10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0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3" name="Google Shape;5473;p101"/>
          <p:cNvGrpSpPr/>
          <p:nvPr/>
        </p:nvGrpSpPr>
        <p:grpSpPr>
          <a:xfrm>
            <a:off x="7961419" y="4049613"/>
            <a:ext cx="392275" cy="195300"/>
            <a:chOff x="4752588" y="4440200"/>
            <a:chExt cx="392275" cy="195300"/>
          </a:xfrm>
        </p:grpSpPr>
        <p:grpSp>
          <p:nvGrpSpPr>
            <p:cNvPr id="5474" name="Google Shape;5474;p101"/>
            <p:cNvGrpSpPr/>
            <p:nvPr/>
          </p:nvGrpSpPr>
          <p:grpSpPr>
            <a:xfrm>
              <a:off x="4950384" y="4469728"/>
              <a:ext cx="194479" cy="136244"/>
              <a:chOff x="3163375" y="2175125"/>
              <a:chExt cx="405925" cy="284375"/>
            </a:xfrm>
          </p:grpSpPr>
          <p:sp>
            <p:nvSpPr>
              <p:cNvPr id="5475" name="Google Shape;5475;p10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0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0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101"/>
            <p:cNvGrpSpPr/>
            <p:nvPr/>
          </p:nvGrpSpPr>
          <p:grpSpPr>
            <a:xfrm>
              <a:off x="4752588" y="4440200"/>
              <a:ext cx="195300" cy="195300"/>
              <a:chOff x="4335888" y="4462425"/>
              <a:chExt cx="195300" cy="195300"/>
            </a:xfrm>
          </p:grpSpPr>
          <p:sp>
            <p:nvSpPr>
              <p:cNvPr id="5479" name="Google Shape;5479;p10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0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84" name="Shape 5484"/>
        <p:cNvGrpSpPr/>
        <p:nvPr/>
      </p:nvGrpSpPr>
      <p:grpSpPr>
        <a:xfrm>
          <a:off x="0" y="0"/>
          <a:ext cx="0" cy="0"/>
          <a:chOff x="0" y="0"/>
          <a:chExt cx="0" cy="0"/>
        </a:xfrm>
      </p:grpSpPr>
      <p:grpSp>
        <p:nvGrpSpPr>
          <p:cNvPr id="5485" name="Google Shape;5485;p102"/>
          <p:cNvGrpSpPr/>
          <p:nvPr/>
        </p:nvGrpSpPr>
        <p:grpSpPr>
          <a:xfrm>
            <a:off x="856199" y="1311179"/>
            <a:ext cx="322099" cy="370529"/>
            <a:chOff x="-42971725" y="3217825"/>
            <a:chExt cx="275675" cy="317125"/>
          </a:xfrm>
        </p:grpSpPr>
        <p:sp>
          <p:nvSpPr>
            <p:cNvPr id="5486" name="Google Shape;5486;p10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0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0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102"/>
          <p:cNvGrpSpPr/>
          <p:nvPr/>
        </p:nvGrpSpPr>
        <p:grpSpPr>
          <a:xfrm>
            <a:off x="828113" y="1779835"/>
            <a:ext cx="378270" cy="337551"/>
            <a:chOff x="-42996150" y="3612600"/>
            <a:chExt cx="323750" cy="288900"/>
          </a:xfrm>
        </p:grpSpPr>
        <p:sp>
          <p:nvSpPr>
            <p:cNvPr id="5490" name="Google Shape;5490;p10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0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0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102"/>
          <p:cNvGrpSpPr/>
          <p:nvPr/>
        </p:nvGrpSpPr>
        <p:grpSpPr>
          <a:xfrm>
            <a:off x="830874" y="2189205"/>
            <a:ext cx="372749" cy="370909"/>
            <a:chOff x="-42994575" y="3950300"/>
            <a:chExt cx="319025" cy="317450"/>
          </a:xfrm>
        </p:grpSpPr>
        <p:sp>
          <p:nvSpPr>
            <p:cNvPr id="5494" name="Google Shape;5494;p10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0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0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102"/>
          <p:cNvGrpSpPr/>
          <p:nvPr/>
        </p:nvGrpSpPr>
        <p:grpSpPr>
          <a:xfrm>
            <a:off x="2984269" y="1336037"/>
            <a:ext cx="371785" cy="370879"/>
            <a:chOff x="-41111350" y="3239100"/>
            <a:chExt cx="318200" cy="317425"/>
          </a:xfrm>
        </p:grpSpPr>
        <p:sp>
          <p:nvSpPr>
            <p:cNvPr id="5498" name="Google Shape;5498;p10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0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0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0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102"/>
          <p:cNvGrpSpPr/>
          <p:nvPr/>
        </p:nvGrpSpPr>
        <p:grpSpPr>
          <a:xfrm>
            <a:off x="2980588" y="1771568"/>
            <a:ext cx="379146" cy="370967"/>
            <a:chOff x="-41117650" y="3605525"/>
            <a:chExt cx="324500" cy="317500"/>
          </a:xfrm>
        </p:grpSpPr>
        <p:sp>
          <p:nvSpPr>
            <p:cNvPr id="5503" name="Google Shape;5503;p10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0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0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6" name="Google Shape;5506;p10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7" name="Google Shape;5507;p102"/>
          <p:cNvGrpSpPr/>
          <p:nvPr/>
        </p:nvGrpSpPr>
        <p:grpSpPr>
          <a:xfrm>
            <a:off x="1806843" y="2663092"/>
            <a:ext cx="216271" cy="371814"/>
            <a:chOff x="-39205300" y="3220175"/>
            <a:chExt cx="185100" cy="318225"/>
          </a:xfrm>
        </p:grpSpPr>
        <p:sp>
          <p:nvSpPr>
            <p:cNvPr id="5508" name="Google Shape;5508;p10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0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102"/>
          <p:cNvGrpSpPr/>
          <p:nvPr/>
        </p:nvGrpSpPr>
        <p:grpSpPr>
          <a:xfrm>
            <a:off x="1772370" y="3123163"/>
            <a:ext cx="300016" cy="369273"/>
            <a:chOff x="-39248625" y="3588600"/>
            <a:chExt cx="256775" cy="316050"/>
          </a:xfrm>
        </p:grpSpPr>
        <p:sp>
          <p:nvSpPr>
            <p:cNvPr id="5511" name="Google Shape;5511;p10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0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3" name="Google Shape;5513;p10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0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102"/>
          <p:cNvGrpSpPr/>
          <p:nvPr/>
        </p:nvGrpSpPr>
        <p:grpSpPr>
          <a:xfrm>
            <a:off x="1223084" y="1311179"/>
            <a:ext cx="429504" cy="370879"/>
            <a:chOff x="-42651700" y="3217825"/>
            <a:chExt cx="367600" cy="317425"/>
          </a:xfrm>
        </p:grpSpPr>
        <p:sp>
          <p:nvSpPr>
            <p:cNvPr id="5516" name="Google Shape;5516;p10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0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0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0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102"/>
          <p:cNvGrpSpPr/>
          <p:nvPr/>
        </p:nvGrpSpPr>
        <p:grpSpPr>
          <a:xfrm>
            <a:off x="1258516" y="1750829"/>
            <a:ext cx="358640" cy="363226"/>
            <a:chOff x="-42617300" y="3587775"/>
            <a:chExt cx="306950" cy="310875"/>
          </a:xfrm>
        </p:grpSpPr>
        <p:sp>
          <p:nvSpPr>
            <p:cNvPr id="5521" name="Google Shape;5521;p10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0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3" name="Google Shape;5523;p10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4" name="Google Shape;5524;p102"/>
          <p:cNvGrpSpPr/>
          <p:nvPr/>
        </p:nvGrpSpPr>
        <p:grpSpPr>
          <a:xfrm>
            <a:off x="3430343" y="1335569"/>
            <a:ext cx="376926" cy="370324"/>
            <a:chOff x="-40748275" y="3238700"/>
            <a:chExt cx="322600" cy="316950"/>
          </a:xfrm>
        </p:grpSpPr>
        <p:sp>
          <p:nvSpPr>
            <p:cNvPr id="5525" name="Google Shape;5525;p10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0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0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0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0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0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102"/>
          <p:cNvGrpSpPr/>
          <p:nvPr/>
        </p:nvGrpSpPr>
        <p:grpSpPr>
          <a:xfrm>
            <a:off x="3432899" y="1803553"/>
            <a:ext cx="371814" cy="338690"/>
            <a:chOff x="-40745125" y="3632900"/>
            <a:chExt cx="318225" cy="289875"/>
          </a:xfrm>
        </p:grpSpPr>
        <p:sp>
          <p:nvSpPr>
            <p:cNvPr id="5532" name="Google Shape;5532;p10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0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0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0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0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0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0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102"/>
          <p:cNvGrpSpPr/>
          <p:nvPr/>
        </p:nvGrpSpPr>
        <p:grpSpPr>
          <a:xfrm>
            <a:off x="3437047" y="2214764"/>
            <a:ext cx="363518" cy="370178"/>
            <a:chOff x="-40742750" y="3972175"/>
            <a:chExt cx="311125" cy="316825"/>
          </a:xfrm>
        </p:grpSpPr>
        <p:sp>
          <p:nvSpPr>
            <p:cNvPr id="5540" name="Google Shape;5540;p10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0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102"/>
          <p:cNvGrpSpPr/>
          <p:nvPr/>
        </p:nvGrpSpPr>
        <p:grpSpPr>
          <a:xfrm>
            <a:off x="2219708" y="2664932"/>
            <a:ext cx="266892" cy="369974"/>
            <a:chOff x="-38860325" y="3221750"/>
            <a:chExt cx="228425" cy="316650"/>
          </a:xfrm>
        </p:grpSpPr>
        <p:sp>
          <p:nvSpPr>
            <p:cNvPr id="5543" name="Google Shape;5543;p10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0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0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0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102"/>
          <p:cNvGrpSpPr/>
          <p:nvPr/>
        </p:nvGrpSpPr>
        <p:grpSpPr>
          <a:xfrm>
            <a:off x="2170515" y="3126989"/>
            <a:ext cx="380081" cy="367111"/>
            <a:chOff x="-38905225" y="3591875"/>
            <a:chExt cx="325300" cy="314200"/>
          </a:xfrm>
        </p:grpSpPr>
        <p:sp>
          <p:nvSpPr>
            <p:cNvPr id="5548" name="Google Shape;5548;p10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0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0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10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2" name="Google Shape;5552;p102"/>
          <p:cNvGrpSpPr/>
          <p:nvPr/>
        </p:nvGrpSpPr>
        <p:grpSpPr>
          <a:xfrm>
            <a:off x="3977265" y="3112069"/>
            <a:ext cx="290815" cy="369740"/>
            <a:chOff x="-37370925" y="3579105"/>
            <a:chExt cx="248900" cy="316450"/>
          </a:xfrm>
        </p:grpSpPr>
        <p:sp>
          <p:nvSpPr>
            <p:cNvPr id="5553" name="Google Shape;5553;p10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0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5" name="Google Shape;5555;p10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0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102"/>
          <p:cNvGrpSpPr/>
          <p:nvPr/>
        </p:nvGrpSpPr>
        <p:grpSpPr>
          <a:xfrm>
            <a:off x="1670640" y="2190140"/>
            <a:ext cx="371814" cy="369974"/>
            <a:chOff x="-42259725" y="3951100"/>
            <a:chExt cx="318225" cy="316650"/>
          </a:xfrm>
        </p:grpSpPr>
        <p:sp>
          <p:nvSpPr>
            <p:cNvPr id="5558" name="Google Shape;5558;p10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0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102"/>
          <p:cNvGrpSpPr/>
          <p:nvPr/>
        </p:nvGrpSpPr>
        <p:grpSpPr>
          <a:xfrm>
            <a:off x="3869002" y="1369161"/>
            <a:ext cx="370879" cy="337755"/>
            <a:chOff x="-40378075" y="3267450"/>
            <a:chExt cx="317425" cy="289075"/>
          </a:xfrm>
        </p:grpSpPr>
        <p:sp>
          <p:nvSpPr>
            <p:cNvPr id="5561" name="Google Shape;5561;p10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0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0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0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102"/>
          <p:cNvGrpSpPr/>
          <p:nvPr/>
        </p:nvGrpSpPr>
        <p:grpSpPr>
          <a:xfrm>
            <a:off x="3872668" y="1770429"/>
            <a:ext cx="363548" cy="369974"/>
            <a:chOff x="-40372575" y="3604550"/>
            <a:chExt cx="311150" cy="316650"/>
          </a:xfrm>
        </p:grpSpPr>
        <p:sp>
          <p:nvSpPr>
            <p:cNvPr id="5566" name="Google Shape;5566;p10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0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0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9" name="Google Shape;5569;p10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0" name="Google Shape;5570;p102"/>
          <p:cNvGrpSpPr/>
          <p:nvPr/>
        </p:nvGrpSpPr>
        <p:grpSpPr>
          <a:xfrm>
            <a:off x="2596617" y="2663092"/>
            <a:ext cx="399038" cy="372165"/>
            <a:chOff x="-38542250" y="3220175"/>
            <a:chExt cx="341525" cy="318525"/>
          </a:xfrm>
        </p:grpSpPr>
        <p:sp>
          <p:nvSpPr>
            <p:cNvPr id="5571" name="Google Shape;5571;p10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0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0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102"/>
          <p:cNvGrpSpPr/>
          <p:nvPr/>
        </p:nvGrpSpPr>
        <p:grpSpPr>
          <a:xfrm>
            <a:off x="2618549" y="3122462"/>
            <a:ext cx="369974" cy="369068"/>
            <a:chOff x="-38537400" y="3588000"/>
            <a:chExt cx="316650" cy="315875"/>
          </a:xfrm>
        </p:grpSpPr>
        <p:sp>
          <p:nvSpPr>
            <p:cNvPr id="5575" name="Google Shape;5575;p10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0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0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0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102"/>
          <p:cNvGrpSpPr/>
          <p:nvPr/>
        </p:nvGrpSpPr>
        <p:grpSpPr>
          <a:xfrm>
            <a:off x="2617629" y="3579991"/>
            <a:ext cx="371814" cy="369974"/>
            <a:chOff x="-38538975" y="3954250"/>
            <a:chExt cx="318225" cy="316650"/>
          </a:xfrm>
        </p:grpSpPr>
        <p:sp>
          <p:nvSpPr>
            <p:cNvPr id="5580" name="Google Shape;5580;p10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0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102"/>
          <p:cNvGrpSpPr/>
          <p:nvPr/>
        </p:nvGrpSpPr>
        <p:grpSpPr>
          <a:xfrm>
            <a:off x="3934941" y="3574918"/>
            <a:ext cx="375465" cy="371814"/>
            <a:chOff x="-37385100" y="3949908"/>
            <a:chExt cx="321350" cy="318225"/>
          </a:xfrm>
        </p:grpSpPr>
        <p:sp>
          <p:nvSpPr>
            <p:cNvPr id="5583" name="Google Shape;5583;p10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0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102"/>
          <p:cNvGrpSpPr/>
          <p:nvPr/>
        </p:nvGrpSpPr>
        <p:grpSpPr>
          <a:xfrm>
            <a:off x="2110600" y="1310478"/>
            <a:ext cx="370909" cy="370675"/>
            <a:chOff x="-41895050" y="3217225"/>
            <a:chExt cx="317450" cy="317250"/>
          </a:xfrm>
        </p:grpSpPr>
        <p:sp>
          <p:nvSpPr>
            <p:cNvPr id="5586" name="Google Shape;5586;p10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0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0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0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0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102"/>
          <p:cNvGrpSpPr/>
          <p:nvPr/>
        </p:nvGrpSpPr>
        <p:grpSpPr>
          <a:xfrm>
            <a:off x="2110148" y="1747412"/>
            <a:ext cx="371814" cy="369974"/>
            <a:chOff x="-41893475" y="3584850"/>
            <a:chExt cx="318225" cy="316650"/>
          </a:xfrm>
        </p:grpSpPr>
        <p:sp>
          <p:nvSpPr>
            <p:cNvPr id="5592" name="Google Shape;5592;p10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0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0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0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6" name="Google Shape;5596;p10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0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8" name="Google Shape;5598;p102"/>
          <p:cNvGrpSpPr/>
          <p:nvPr/>
        </p:nvGrpSpPr>
        <p:grpSpPr>
          <a:xfrm>
            <a:off x="880176" y="3142704"/>
            <a:ext cx="337522" cy="370909"/>
            <a:chOff x="-39998250" y="3605325"/>
            <a:chExt cx="288875" cy="317450"/>
          </a:xfrm>
        </p:grpSpPr>
        <p:sp>
          <p:nvSpPr>
            <p:cNvPr id="5599" name="Google Shape;5599;p10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0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102"/>
          <p:cNvGrpSpPr/>
          <p:nvPr/>
        </p:nvGrpSpPr>
        <p:grpSpPr>
          <a:xfrm>
            <a:off x="863950" y="3601168"/>
            <a:ext cx="369974" cy="369945"/>
            <a:chOff x="-40011050" y="3972375"/>
            <a:chExt cx="316650" cy="316625"/>
          </a:xfrm>
        </p:grpSpPr>
        <p:sp>
          <p:nvSpPr>
            <p:cNvPr id="5602" name="Google Shape;5602;p10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0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102"/>
          <p:cNvGrpSpPr/>
          <p:nvPr/>
        </p:nvGrpSpPr>
        <p:grpSpPr>
          <a:xfrm>
            <a:off x="3095881" y="2665867"/>
            <a:ext cx="266921" cy="369039"/>
            <a:chOff x="-38129425" y="3222550"/>
            <a:chExt cx="228450" cy="315850"/>
          </a:xfrm>
        </p:grpSpPr>
        <p:sp>
          <p:nvSpPr>
            <p:cNvPr id="5605" name="Google Shape;5605;p10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0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102"/>
          <p:cNvGrpSpPr/>
          <p:nvPr/>
        </p:nvGrpSpPr>
        <p:grpSpPr>
          <a:xfrm>
            <a:off x="3050850" y="3122462"/>
            <a:ext cx="371785" cy="369974"/>
            <a:chOff x="-38172725" y="3588000"/>
            <a:chExt cx="318200" cy="316650"/>
          </a:xfrm>
        </p:grpSpPr>
        <p:sp>
          <p:nvSpPr>
            <p:cNvPr id="5608" name="Google Shape;5608;p10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0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0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0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0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0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0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0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102"/>
          <p:cNvGrpSpPr/>
          <p:nvPr/>
        </p:nvGrpSpPr>
        <p:grpSpPr>
          <a:xfrm>
            <a:off x="3126752" y="3580897"/>
            <a:ext cx="219981" cy="369974"/>
            <a:chOff x="-38109725" y="3955025"/>
            <a:chExt cx="188275" cy="316650"/>
          </a:xfrm>
        </p:grpSpPr>
        <p:sp>
          <p:nvSpPr>
            <p:cNvPr id="5617" name="Google Shape;5617;p10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0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9" name="Google Shape;5619;p10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0" name="Google Shape;5620;p102"/>
          <p:cNvGrpSpPr/>
          <p:nvPr/>
        </p:nvGrpSpPr>
        <p:grpSpPr>
          <a:xfrm>
            <a:off x="2542151" y="1312318"/>
            <a:ext cx="373654" cy="369068"/>
            <a:chOff x="-41530375" y="3218800"/>
            <a:chExt cx="319800" cy="315875"/>
          </a:xfrm>
        </p:grpSpPr>
        <p:sp>
          <p:nvSpPr>
            <p:cNvPr id="5621" name="Google Shape;5621;p10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0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102"/>
          <p:cNvGrpSpPr/>
          <p:nvPr/>
        </p:nvGrpSpPr>
        <p:grpSpPr>
          <a:xfrm>
            <a:off x="2544444" y="1827476"/>
            <a:ext cx="369068" cy="289004"/>
            <a:chOff x="-41526450" y="3653375"/>
            <a:chExt cx="315875" cy="247350"/>
          </a:xfrm>
        </p:grpSpPr>
        <p:sp>
          <p:nvSpPr>
            <p:cNvPr id="5624" name="Google Shape;5624;p10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0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102"/>
          <p:cNvGrpSpPr/>
          <p:nvPr/>
        </p:nvGrpSpPr>
        <p:grpSpPr>
          <a:xfrm>
            <a:off x="2545831" y="2190140"/>
            <a:ext cx="366293" cy="369974"/>
            <a:chOff x="-41526450" y="3951100"/>
            <a:chExt cx="313500" cy="316650"/>
          </a:xfrm>
        </p:grpSpPr>
        <p:sp>
          <p:nvSpPr>
            <p:cNvPr id="5627" name="Google Shape;5627;p10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0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0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102"/>
          <p:cNvGrpSpPr/>
          <p:nvPr/>
        </p:nvGrpSpPr>
        <p:grpSpPr>
          <a:xfrm>
            <a:off x="1311086" y="2684269"/>
            <a:ext cx="339595" cy="371814"/>
            <a:chOff x="-39625900" y="3238300"/>
            <a:chExt cx="290650" cy="318225"/>
          </a:xfrm>
        </p:grpSpPr>
        <p:sp>
          <p:nvSpPr>
            <p:cNvPr id="5631" name="Google Shape;5631;p10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0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3" name="Google Shape;5633;p10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4" name="Google Shape;5634;p102"/>
          <p:cNvGrpSpPr/>
          <p:nvPr/>
        </p:nvGrpSpPr>
        <p:grpSpPr>
          <a:xfrm>
            <a:off x="1305137" y="3600730"/>
            <a:ext cx="366293" cy="370441"/>
            <a:chOff x="-39647175" y="3972000"/>
            <a:chExt cx="313500" cy="317050"/>
          </a:xfrm>
        </p:grpSpPr>
        <p:sp>
          <p:nvSpPr>
            <p:cNvPr id="5635" name="Google Shape;5635;p10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0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0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102"/>
          <p:cNvGrpSpPr/>
          <p:nvPr/>
        </p:nvGrpSpPr>
        <p:grpSpPr>
          <a:xfrm>
            <a:off x="3474265" y="2664728"/>
            <a:ext cx="375495" cy="370879"/>
            <a:chOff x="-37808850" y="3221575"/>
            <a:chExt cx="321375" cy="317425"/>
          </a:xfrm>
        </p:grpSpPr>
        <p:sp>
          <p:nvSpPr>
            <p:cNvPr id="5639" name="Google Shape;5639;p10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0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102"/>
          <p:cNvGrpSpPr/>
          <p:nvPr/>
        </p:nvGrpSpPr>
        <p:grpSpPr>
          <a:xfrm>
            <a:off x="3483038" y="3186759"/>
            <a:ext cx="372749" cy="241158"/>
            <a:chOff x="-37806500" y="3643030"/>
            <a:chExt cx="319025" cy="206400"/>
          </a:xfrm>
        </p:grpSpPr>
        <p:sp>
          <p:nvSpPr>
            <p:cNvPr id="5642" name="Google Shape;5642;p10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0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102"/>
          <p:cNvGrpSpPr/>
          <p:nvPr/>
        </p:nvGrpSpPr>
        <p:grpSpPr>
          <a:xfrm>
            <a:off x="3485346" y="3579056"/>
            <a:ext cx="368134" cy="371814"/>
            <a:chOff x="-37804925" y="3953450"/>
            <a:chExt cx="315075" cy="318225"/>
          </a:xfrm>
        </p:grpSpPr>
        <p:sp>
          <p:nvSpPr>
            <p:cNvPr id="5645" name="Google Shape;5645;p10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0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0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10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9" name="Google Shape;5649;p102"/>
          <p:cNvGrpSpPr/>
          <p:nvPr/>
        </p:nvGrpSpPr>
        <p:grpSpPr>
          <a:xfrm>
            <a:off x="4840364" y="1328538"/>
            <a:ext cx="355663" cy="308725"/>
            <a:chOff x="-28462125" y="3199700"/>
            <a:chExt cx="298550" cy="259150"/>
          </a:xfrm>
        </p:grpSpPr>
        <p:sp>
          <p:nvSpPr>
            <p:cNvPr id="5650" name="Google Shape;5650;p10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0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0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102"/>
          <p:cNvGrpSpPr/>
          <p:nvPr/>
        </p:nvGrpSpPr>
        <p:grpSpPr>
          <a:xfrm>
            <a:off x="4841317" y="1763228"/>
            <a:ext cx="353757" cy="352833"/>
            <a:chOff x="-28461325" y="3545475"/>
            <a:chExt cx="296950" cy="296175"/>
          </a:xfrm>
        </p:grpSpPr>
        <p:sp>
          <p:nvSpPr>
            <p:cNvPr id="5654" name="Google Shape;5654;p10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0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0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0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0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0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102"/>
          <p:cNvGrpSpPr/>
          <p:nvPr/>
        </p:nvGrpSpPr>
        <p:grpSpPr>
          <a:xfrm>
            <a:off x="4837550" y="2213272"/>
            <a:ext cx="361292" cy="352803"/>
            <a:chOff x="-28463700" y="3914875"/>
            <a:chExt cx="303275" cy="296150"/>
          </a:xfrm>
        </p:grpSpPr>
        <p:sp>
          <p:nvSpPr>
            <p:cNvPr id="5661" name="Google Shape;5661;p10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0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102"/>
          <p:cNvGrpSpPr/>
          <p:nvPr/>
        </p:nvGrpSpPr>
        <p:grpSpPr>
          <a:xfrm>
            <a:off x="7072335" y="1369355"/>
            <a:ext cx="351880" cy="227092"/>
            <a:chOff x="-26573400" y="3224125"/>
            <a:chExt cx="295375" cy="190625"/>
          </a:xfrm>
        </p:grpSpPr>
        <p:sp>
          <p:nvSpPr>
            <p:cNvPr id="5664" name="Google Shape;5664;p10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0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102"/>
          <p:cNvGrpSpPr/>
          <p:nvPr/>
        </p:nvGrpSpPr>
        <p:grpSpPr>
          <a:xfrm>
            <a:off x="7072335" y="1763690"/>
            <a:ext cx="351880" cy="351910"/>
            <a:chOff x="-26573400" y="3546250"/>
            <a:chExt cx="295375" cy="295400"/>
          </a:xfrm>
        </p:grpSpPr>
        <p:sp>
          <p:nvSpPr>
            <p:cNvPr id="5667" name="Google Shape;5667;p10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0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0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0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0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102"/>
          <p:cNvGrpSpPr/>
          <p:nvPr/>
        </p:nvGrpSpPr>
        <p:grpSpPr>
          <a:xfrm>
            <a:off x="7060615" y="2213599"/>
            <a:ext cx="375319" cy="352148"/>
            <a:chOff x="-26583625" y="3917025"/>
            <a:chExt cx="315050" cy="295600"/>
          </a:xfrm>
        </p:grpSpPr>
        <p:sp>
          <p:nvSpPr>
            <p:cNvPr id="5673" name="Google Shape;5673;p10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0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0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0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7" name="Google Shape;5677;p10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8" name="Google Shape;5678;p102"/>
          <p:cNvGrpSpPr/>
          <p:nvPr/>
        </p:nvGrpSpPr>
        <p:grpSpPr>
          <a:xfrm>
            <a:off x="5759130" y="3172629"/>
            <a:ext cx="289039" cy="352833"/>
            <a:chOff x="-24694925" y="3518700"/>
            <a:chExt cx="242625" cy="296175"/>
          </a:xfrm>
        </p:grpSpPr>
        <p:sp>
          <p:nvSpPr>
            <p:cNvPr id="5679" name="Google Shape;5679;p10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0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0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0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102"/>
          <p:cNvGrpSpPr/>
          <p:nvPr/>
        </p:nvGrpSpPr>
        <p:grpSpPr>
          <a:xfrm>
            <a:off x="5758668" y="3622657"/>
            <a:ext cx="289962" cy="352833"/>
            <a:chOff x="-24709100" y="3888875"/>
            <a:chExt cx="243400" cy="296175"/>
          </a:xfrm>
        </p:grpSpPr>
        <p:sp>
          <p:nvSpPr>
            <p:cNvPr id="5684" name="Google Shape;5684;p10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0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0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102"/>
          <p:cNvGrpSpPr/>
          <p:nvPr/>
        </p:nvGrpSpPr>
        <p:grpSpPr>
          <a:xfrm>
            <a:off x="7958668" y="2695320"/>
            <a:ext cx="356556" cy="349557"/>
            <a:chOff x="-22863675" y="3131775"/>
            <a:chExt cx="299300" cy="293425"/>
          </a:xfrm>
        </p:grpSpPr>
        <p:sp>
          <p:nvSpPr>
            <p:cNvPr id="5688" name="Google Shape;5688;p10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0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0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102"/>
          <p:cNvGrpSpPr/>
          <p:nvPr/>
        </p:nvGrpSpPr>
        <p:grpSpPr>
          <a:xfrm>
            <a:off x="5301532" y="1306499"/>
            <a:ext cx="310602" cy="352803"/>
            <a:chOff x="-28069875" y="3175300"/>
            <a:chExt cx="260725" cy="296150"/>
          </a:xfrm>
        </p:grpSpPr>
        <p:sp>
          <p:nvSpPr>
            <p:cNvPr id="5692" name="Google Shape;5692;p10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0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0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0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0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0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0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0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0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1" name="Google Shape;5701;p10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2" name="Google Shape;5702;p102"/>
          <p:cNvGrpSpPr/>
          <p:nvPr/>
        </p:nvGrpSpPr>
        <p:grpSpPr>
          <a:xfrm>
            <a:off x="5342810" y="2213733"/>
            <a:ext cx="228045" cy="351880"/>
            <a:chOff x="-28032075" y="3916450"/>
            <a:chExt cx="191425" cy="295375"/>
          </a:xfrm>
        </p:grpSpPr>
        <p:sp>
          <p:nvSpPr>
            <p:cNvPr id="5703" name="Google Shape;5703;p10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0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0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102"/>
          <p:cNvGrpSpPr/>
          <p:nvPr/>
        </p:nvGrpSpPr>
        <p:grpSpPr>
          <a:xfrm>
            <a:off x="7508157" y="1306484"/>
            <a:ext cx="352833" cy="352833"/>
            <a:chOff x="-26201650" y="3176075"/>
            <a:chExt cx="296175" cy="296175"/>
          </a:xfrm>
        </p:grpSpPr>
        <p:sp>
          <p:nvSpPr>
            <p:cNvPr id="5707" name="Google Shape;5707;p10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0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102"/>
          <p:cNvGrpSpPr/>
          <p:nvPr/>
        </p:nvGrpSpPr>
        <p:grpSpPr>
          <a:xfrm>
            <a:off x="7507680" y="1763705"/>
            <a:ext cx="353786" cy="351880"/>
            <a:chOff x="-26204800" y="3547050"/>
            <a:chExt cx="296975" cy="295375"/>
          </a:xfrm>
        </p:grpSpPr>
        <p:sp>
          <p:nvSpPr>
            <p:cNvPr id="5710" name="Google Shape;5710;p10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0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2" name="Google Shape;5712;p10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3" name="Google Shape;5713;p102"/>
          <p:cNvGrpSpPr/>
          <p:nvPr/>
        </p:nvGrpSpPr>
        <p:grpSpPr>
          <a:xfrm>
            <a:off x="6178935" y="2693683"/>
            <a:ext cx="345328" cy="352833"/>
            <a:chOff x="-24353875" y="3147725"/>
            <a:chExt cx="289875" cy="296175"/>
          </a:xfrm>
        </p:grpSpPr>
        <p:sp>
          <p:nvSpPr>
            <p:cNvPr id="5714" name="Google Shape;5714;p10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0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102"/>
          <p:cNvGrpSpPr/>
          <p:nvPr/>
        </p:nvGrpSpPr>
        <p:grpSpPr>
          <a:xfrm>
            <a:off x="6186917" y="3173090"/>
            <a:ext cx="329365" cy="351910"/>
            <a:chOff x="-24344425" y="3519475"/>
            <a:chExt cx="276475" cy="295400"/>
          </a:xfrm>
        </p:grpSpPr>
        <p:sp>
          <p:nvSpPr>
            <p:cNvPr id="5717" name="Google Shape;5717;p10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0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102"/>
          <p:cNvGrpSpPr/>
          <p:nvPr/>
        </p:nvGrpSpPr>
        <p:grpSpPr>
          <a:xfrm>
            <a:off x="6176597" y="3625010"/>
            <a:ext cx="350004" cy="348128"/>
            <a:chOff x="-24353075" y="3891250"/>
            <a:chExt cx="293800" cy="292225"/>
          </a:xfrm>
        </p:grpSpPr>
        <p:sp>
          <p:nvSpPr>
            <p:cNvPr id="5720" name="Google Shape;5720;p10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0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102"/>
          <p:cNvGrpSpPr/>
          <p:nvPr/>
        </p:nvGrpSpPr>
        <p:grpSpPr>
          <a:xfrm>
            <a:off x="7960068" y="3173313"/>
            <a:ext cx="353757" cy="351463"/>
            <a:chOff x="-22845575" y="3504075"/>
            <a:chExt cx="296950" cy="295025"/>
          </a:xfrm>
        </p:grpSpPr>
        <p:sp>
          <p:nvSpPr>
            <p:cNvPr id="5723" name="Google Shape;5723;p10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0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102"/>
          <p:cNvGrpSpPr/>
          <p:nvPr/>
        </p:nvGrpSpPr>
        <p:grpSpPr>
          <a:xfrm>
            <a:off x="5753249" y="1306961"/>
            <a:ext cx="299344" cy="351880"/>
            <a:chOff x="-27691025" y="3175300"/>
            <a:chExt cx="251275" cy="295375"/>
          </a:xfrm>
        </p:grpSpPr>
        <p:sp>
          <p:nvSpPr>
            <p:cNvPr id="5726" name="Google Shape;5726;p10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0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0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0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102"/>
          <p:cNvGrpSpPr/>
          <p:nvPr/>
        </p:nvGrpSpPr>
        <p:grpSpPr>
          <a:xfrm>
            <a:off x="5725566" y="1825637"/>
            <a:ext cx="354710" cy="228015"/>
            <a:chOff x="-27721750" y="3598250"/>
            <a:chExt cx="297750" cy="191400"/>
          </a:xfrm>
        </p:grpSpPr>
        <p:sp>
          <p:nvSpPr>
            <p:cNvPr id="5731" name="Google Shape;5731;p10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0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102"/>
          <p:cNvGrpSpPr/>
          <p:nvPr/>
        </p:nvGrpSpPr>
        <p:grpSpPr>
          <a:xfrm>
            <a:off x="5726966" y="2219183"/>
            <a:ext cx="351910" cy="340980"/>
            <a:chOff x="-27719400" y="3925600"/>
            <a:chExt cx="295400" cy="286225"/>
          </a:xfrm>
        </p:grpSpPr>
        <p:sp>
          <p:nvSpPr>
            <p:cNvPr id="5734" name="Google Shape;5734;p10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0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102"/>
          <p:cNvGrpSpPr/>
          <p:nvPr/>
        </p:nvGrpSpPr>
        <p:grpSpPr>
          <a:xfrm>
            <a:off x="7948238" y="1306023"/>
            <a:ext cx="353757" cy="353757"/>
            <a:chOff x="-25834600" y="3176875"/>
            <a:chExt cx="296950" cy="296950"/>
          </a:xfrm>
        </p:grpSpPr>
        <p:sp>
          <p:nvSpPr>
            <p:cNvPr id="5737" name="Google Shape;5737;p10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0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0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0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0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102"/>
          <p:cNvGrpSpPr/>
          <p:nvPr/>
        </p:nvGrpSpPr>
        <p:grpSpPr>
          <a:xfrm>
            <a:off x="7948238" y="1774024"/>
            <a:ext cx="353757" cy="331241"/>
            <a:chOff x="-25834600" y="3564375"/>
            <a:chExt cx="296950" cy="278050"/>
          </a:xfrm>
        </p:grpSpPr>
        <p:sp>
          <p:nvSpPr>
            <p:cNvPr id="5743" name="Google Shape;5743;p10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0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0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0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0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0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0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0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102"/>
          <p:cNvGrpSpPr/>
          <p:nvPr/>
        </p:nvGrpSpPr>
        <p:grpSpPr>
          <a:xfrm>
            <a:off x="7946362" y="2213376"/>
            <a:ext cx="357509" cy="352595"/>
            <a:chOff x="-25834600" y="3915850"/>
            <a:chExt cx="300100" cy="295975"/>
          </a:xfrm>
        </p:grpSpPr>
        <p:sp>
          <p:nvSpPr>
            <p:cNvPr id="5752" name="Google Shape;5752;p10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0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0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102"/>
          <p:cNvGrpSpPr/>
          <p:nvPr/>
        </p:nvGrpSpPr>
        <p:grpSpPr>
          <a:xfrm>
            <a:off x="6681790" y="2694606"/>
            <a:ext cx="228968" cy="350987"/>
            <a:chOff x="-23930925" y="3149300"/>
            <a:chExt cx="192200" cy="294625"/>
          </a:xfrm>
        </p:grpSpPr>
        <p:sp>
          <p:nvSpPr>
            <p:cNvPr id="5756" name="Google Shape;5756;p10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0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0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0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102"/>
          <p:cNvGrpSpPr/>
          <p:nvPr/>
        </p:nvGrpSpPr>
        <p:grpSpPr>
          <a:xfrm>
            <a:off x="6638620" y="3173090"/>
            <a:ext cx="315307" cy="351910"/>
            <a:chOff x="-23962425" y="3519475"/>
            <a:chExt cx="264675" cy="295400"/>
          </a:xfrm>
        </p:grpSpPr>
        <p:sp>
          <p:nvSpPr>
            <p:cNvPr id="5761" name="Google Shape;5761;p10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0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3" name="Google Shape;5763;p10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4" name="Google Shape;5764;p102"/>
          <p:cNvGrpSpPr/>
          <p:nvPr/>
        </p:nvGrpSpPr>
        <p:grpSpPr>
          <a:xfrm>
            <a:off x="8017295" y="3623134"/>
            <a:ext cx="239302" cy="351880"/>
            <a:chOff x="-22788075" y="3904625"/>
            <a:chExt cx="200875" cy="295375"/>
          </a:xfrm>
        </p:grpSpPr>
        <p:sp>
          <p:nvSpPr>
            <p:cNvPr id="5765" name="Google Shape;5765;p10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0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0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0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102"/>
          <p:cNvGrpSpPr/>
          <p:nvPr/>
        </p:nvGrpSpPr>
        <p:grpSpPr>
          <a:xfrm>
            <a:off x="6172593" y="1306499"/>
            <a:ext cx="354710" cy="352803"/>
            <a:chOff x="-27351575" y="3175300"/>
            <a:chExt cx="297750" cy="296150"/>
          </a:xfrm>
        </p:grpSpPr>
        <p:sp>
          <p:nvSpPr>
            <p:cNvPr id="5770" name="Google Shape;5770;p10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0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0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0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102"/>
          <p:cNvGrpSpPr/>
          <p:nvPr/>
        </p:nvGrpSpPr>
        <p:grpSpPr>
          <a:xfrm>
            <a:off x="6218402" y="1758809"/>
            <a:ext cx="269293" cy="353072"/>
            <a:chOff x="-27313750" y="3545275"/>
            <a:chExt cx="226050" cy="296375"/>
          </a:xfrm>
        </p:grpSpPr>
        <p:sp>
          <p:nvSpPr>
            <p:cNvPr id="5775" name="Google Shape;5775;p10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0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0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102"/>
          <p:cNvGrpSpPr/>
          <p:nvPr/>
        </p:nvGrpSpPr>
        <p:grpSpPr>
          <a:xfrm>
            <a:off x="6172593" y="2211380"/>
            <a:ext cx="354710" cy="356586"/>
            <a:chOff x="-27351575" y="3915650"/>
            <a:chExt cx="297750" cy="299325"/>
          </a:xfrm>
        </p:grpSpPr>
        <p:sp>
          <p:nvSpPr>
            <p:cNvPr id="5779" name="Google Shape;5779;p10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0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102"/>
          <p:cNvGrpSpPr/>
          <p:nvPr/>
        </p:nvGrpSpPr>
        <p:grpSpPr>
          <a:xfrm>
            <a:off x="4860084" y="2693579"/>
            <a:ext cx="319060" cy="353042"/>
            <a:chOff x="-25445525" y="3175900"/>
            <a:chExt cx="267825" cy="296350"/>
          </a:xfrm>
        </p:grpSpPr>
        <p:sp>
          <p:nvSpPr>
            <p:cNvPr id="5782" name="Google Shape;5782;p10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0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0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102"/>
          <p:cNvGrpSpPr/>
          <p:nvPr/>
        </p:nvGrpSpPr>
        <p:grpSpPr>
          <a:xfrm>
            <a:off x="4841797" y="3183902"/>
            <a:ext cx="355633" cy="330288"/>
            <a:chOff x="-25465200" y="3565175"/>
            <a:chExt cx="298525" cy="277250"/>
          </a:xfrm>
        </p:grpSpPr>
        <p:sp>
          <p:nvSpPr>
            <p:cNvPr id="5786" name="Google Shape;5786;p10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0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102"/>
          <p:cNvGrpSpPr/>
          <p:nvPr/>
        </p:nvGrpSpPr>
        <p:grpSpPr>
          <a:xfrm>
            <a:off x="4841336" y="3623432"/>
            <a:ext cx="356556" cy="351285"/>
            <a:chOff x="-25465200" y="3916150"/>
            <a:chExt cx="299300" cy="294875"/>
          </a:xfrm>
        </p:grpSpPr>
        <p:sp>
          <p:nvSpPr>
            <p:cNvPr id="5789" name="Google Shape;5789;p10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0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102"/>
          <p:cNvGrpSpPr/>
          <p:nvPr/>
        </p:nvGrpSpPr>
        <p:grpSpPr>
          <a:xfrm>
            <a:off x="7068775" y="2693698"/>
            <a:ext cx="351880" cy="352803"/>
            <a:chOff x="-23615075" y="3148525"/>
            <a:chExt cx="295375" cy="296150"/>
          </a:xfrm>
        </p:grpSpPr>
        <p:sp>
          <p:nvSpPr>
            <p:cNvPr id="5792" name="Google Shape;5792;p10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0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0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0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6" name="Google Shape;5796;p10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7" name="Google Shape;5797;p102"/>
          <p:cNvGrpSpPr/>
          <p:nvPr/>
        </p:nvGrpSpPr>
        <p:grpSpPr>
          <a:xfrm>
            <a:off x="7068299" y="3632977"/>
            <a:ext cx="352833" cy="332194"/>
            <a:chOff x="-23615075" y="3906200"/>
            <a:chExt cx="296175" cy="278850"/>
          </a:xfrm>
        </p:grpSpPr>
        <p:sp>
          <p:nvSpPr>
            <p:cNvPr id="5798" name="Google Shape;5798;p10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0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0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1" name="Google Shape;5801;p10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2" name="Google Shape;5802;p102"/>
          <p:cNvGrpSpPr/>
          <p:nvPr/>
        </p:nvGrpSpPr>
        <p:grpSpPr>
          <a:xfrm>
            <a:off x="6617268" y="1306618"/>
            <a:ext cx="353757" cy="352565"/>
            <a:chOff x="-26980600" y="3175500"/>
            <a:chExt cx="296950" cy="295950"/>
          </a:xfrm>
        </p:grpSpPr>
        <p:sp>
          <p:nvSpPr>
            <p:cNvPr id="5803" name="Google Shape;5803;p10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0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0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6" name="Google Shape;5806;p10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7" name="Google Shape;5807;p102"/>
          <p:cNvGrpSpPr/>
          <p:nvPr/>
        </p:nvGrpSpPr>
        <p:grpSpPr>
          <a:xfrm>
            <a:off x="6617744" y="2245154"/>
            <a:ext cx="352803" cy="289039"/>
            <a:chOff x="-26981375" y="3951875"/>
            <a:chExt cx="296150" cy="242625"/>
          </a:xfrm>
        </p:grpSpPr>
        <p:sp>
          <p:nvSpPr>
            <p:cNvPr id="5808" name="Google Shape;5808;p10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0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0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102"/>
          <p:cNvGrpSpPr/>
          <p:nvPr/>
        </p:nvGrpSpPr>
        <p:grpSpPr>
          <a:xfrm>
            <a:off x="5282787" y="2692745"/>
            <a:ext cx="351910" cy="354710"/>
            <a:chOff x="-25094250" y="3176075"/>
            <a:chExt cx="295400" cy="297750"/>
          </a:xfrm>
        </p:grpSpPr>
        <p:sp>
          <p:nvSpPr>
            <p:cNvPr id="5812" name="Google Shape;5812;p10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0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0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102"/>
          <p:cNvGrpSpPr/>
          <p:nvPr/>
        </p:nvGrpSpPr>
        <p:grpSpPr>
          <a:xfrm>
            <a:off x="5282787" y="3173106"/>
            <a:ext cx="351910" cy="351880"/>
            <a:chOff x="-25094250" y="3547050"/>
            <a:chExt cx="295400" cy="295375"/>
          </a:xfrm>
        </p:grpSpPr>
        <p:sp>
          <p:nvSpPr>
            <p:cNvPr id="5816" name="Google Shape;5816;p10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0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0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0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0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1" name="Google Shape;5821;p10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2" name="Google Shape;5822;p102"/>
          <p:cNvGrpSpPr/>
          <p:nvPr/>
        </p:nvGrpSpPr>
        <p:grpSpPr>
          <a:xfrm>
            <a:off x="7514864" y="2693698"/>
            <a:ext cx="352803" cy="352803"/>
            <a:chOff x="-23245675" y="3148525"/>
            <a:chExt cx="296150" cy="296150"/>
          </a:xfrm>
        </p:grpSpPr>
        <p:sp>
          <p:nvSpPr>
            <p:cNvPr id="5823" name="Google Shape;5823;p10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0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0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6" name="Google Shape;5826;p10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102"/>
          <p:cNvGrpSpPr/>
          <p:nvPr/>
        </p:nvGrpSpPr>
        <p:grpSpPr>
          <a:xfrm>
            <a:off x="7515325" y="3622672"/>
            <a:ext cx="351880" cy="352803"/>
            <a:chOff x="-23244900" y="3888100"/>
            <a:chExt cx="295375" cy="296150"/>
          </a:xfrm>
        </p:grpSpPr>
        <p:sp>
          <p:nvSpPr>
            <p:cNvPr id="5828" name="Google Shape;5828;p10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0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0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0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0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0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0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0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0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0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0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9" name="Google Shape;5839;p10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0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41" name="Google Shape;5841;p10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45" name="Shape 5845"/>
        <p:cNvGrpSpPr/>
        <p:nvPr/>
      </p:nvGrpSpPr>
      <p:grpSpPr>
        <a:xfrm>
          <a:off x="0" y="0"/>
          <a:ext cx="0" cy="0"/>
          <a:chOff x="0" y="0"/>
          <a:chExt cx="0" cy="0"/>
        </a:xfrm>
      </p:grpSpPr>
      <p:sp>
        <p:nvSpPr>
          <p:cNvPr id="5846" name="Google Shape;5846;p10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7" name="Google Shape;5847;p103"/>
          <p:cNvGrpSpPr/>
          <p:nvPr/>
        </p:nvGrpSpPr>
        <p:grpSpPr>
          <a:xfrm>
            <a:off x="832654" y="1819647"/>
            <a:ext cx="367261" cy="367261"/>
            <a:chOff x="-65145700" y="3727425"/>
            <a:chExt cx="317425" cy="317425"/>
          </a:xfrm>
        </p:grpSpPr>
        <p:sp>
          <p:nvSpPr>
            <p:cNvPr id="5848" name="Google Shape;5848;p10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0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103"/>
          <p:cNvGrpSpPr/>
          <p:nvPr/>
        </p:nvGrpSpPr>
        <p:grpSpPr>
          <a:xfrm>
            <a:off x="835851" y="2248561"/>
            <a:ext cx="360868" cy="367261"/>
            <a:chOff x="-65144125" y="4094450"/>
            <a:chExt cx="311900" cy="317425"/>
          </a:xfrm>
        </p:grpSpPr>
        <p:sp>
          <p:nvSpPr>
            <p:cNvPr id="5851" name="Google Shape;5851;p10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0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0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10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103"/>
          <p:cNvGrpSpPr/>
          <p:nvPr/>
        </p:nvGrpSpPr>
        <p:grpSpPr>
          <a:xfrm>
            <a:off x="3039420" y="1819256"/>
            <a:ext cx="370645" cy="368042"/>
            <a:chOff x="-63250675" y="3744075"/>
            <a:chExt cx="320350" cy="318100"/>
          </a:xfrm>
        </p:grpSpPr>
        <p:sp>
          <p:nvSpPr>
            <p:cNvPr id="5856" name="Google Shape;5856;p10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0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0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103"/>
          <p:cNvGrpSpPr/>
          <p:nvPr/>
        </p:nvGrpSpPr>
        <p:grpSpPr>
          <a:xfrm>
            <a:off x="3041112" y="2248561"/>
            <a:ext cx="367261" cy="367261"/>
            <a:chOff x="-63250675" y="4110200"/>
            <a:chExt cx="317425" cy="317425"/>
          </a:xfrm>
        </p:grpSpPr>
        <p:sp>
          <p:nvSpPr>
            <p:cNvPr id="5860" name="Google Shape;5860;p10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0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0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0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0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0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0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0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0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103"/>
          <p:cNvGrpSpPr/>
          <p:nvPr/>
        </p:nvGrpSpPr>
        <p:grpSpPr>
          <a:xfrm>
            <a:off x="1720159" y="2745656"/>
            <a:ext cx="359075" cy="358844"/>
            <a:chOff x="-61351725" y="3372400"/>
            <a:chExt cx="310350" cy="310150"/>
          </a:xfrm>
        </p:grpSpPr>
        <p:sp>
          <p:nvSpPr>
            <p:cNvPr id="5870" name="Google Shape;5870;p10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0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0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103"/>
          <p:cNvGrpSpPr/>
          <p:nvPr/>
        </p:nvGrpSpPr>
        <p:grpSpPr>
          <a:xfrm>
            <a:off x="1716514" y="3208713"/>
            <a:ext cx="366364" cy="333534"/>
            <a:chOff x="-61354875" y="3751050"/>
            <a:chExt cx="316650" cy="288275"/>
          </a:xfrm>
        </p:grpSpPr>
        <p:sp>
          <p:nvSpPr>
            <p:cNvPr id="5874" name="Google Shape;5874;p10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0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0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103"/>
          <p:cNvGrpSpPr/>
          <p:nvPr/>
        </p:nvGrpSpPr>
        <p:grpSpPr>
          <a:xfrm>
            <a:off x="1716514" y="3650352"/>
            <a:ext cx="366364" cy="367290"/>
            <a:chOff x="-61354875" y="4101525"/>
            <a:chExt cx="316650" cy="317450"/>
          </a:xfrm>
        </p:grpSpPr>
        <p:sp>
          <p:nvSpPr>
            <p:cNvPr id="5878" name="Google Shape;5878;p10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0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103"/>
          <p:cNvGrpSpPr/>
          <p:nvPr/>
        </p:nvGrpSpPr>
        <p:grpSpPr>
          <a:xfrm>
            <a:off x="3932949" y="2742228"/>
            <a:ext cx="368157" cy="365699"/>
            <a:chOff x="-59470075" y="3308975"/>
            <a:chExt cx="318200" cy="316075"/>
          </a:xfrm>
        </p:grpSpPr>
        <p:sp>
          <p:nvSpPr>
            <p:cNvPr id="5881" name="Google Shape;5881;p10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0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0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0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0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0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0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0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0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103"/>
          <p:cNvGrpSpPr/>
          <p:nvPr/>
        </p:nvGrpSpPr>
        <p:grpSpPr>
          <a:xfrm>
            <a:off x="1278379" y="1377933"/>
            <a:ext cx="367261" cy="364686"/>
            <a:chOff x="-64781025" y="3361050"/>
            <a:chExt cx="317425" cy="315200"/>
          </a:xfrm>
        </p:grpSpPr>
        <p:sp>
          <p:nvSpPr>
            <p:cNvPr id="5891" name="Google Shape;5891;p10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0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0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0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5" name="Google Shape;5895;p10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0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0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8" name="Google Shape;5898;p103"/>
          <p:cNvGrpSpPr/>
          <p:nvPr/>
        </p:nvGrpSpPr>
        <p:grpSpPr>
          <a:xfrm>
            <a:off x="3482779" y="1819372"/>
            <a:ext cx="382765" cy="367810"/>
            <a:chOff x="-62890750" y="3747425"/>
            <a:chExt cx="330825" cy="317900"/>
          </a:xfrm>
        </p:grpSpPr>
        <p:sp>
          <p:nvSpPr>
            <p:cNvPr id="5899" name="Google Shape;5899;p10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0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0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0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0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0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0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0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0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0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0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0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0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0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103"/>
          <p:cNvGrpSpPr/>
          <p:nvPr/>
        </p:nvGrpSpPr>
        <p:grpSpPr>
          <a:xfrm>
            <a:off x="3490531" y="2249009"/>
            <a:ext cx="367261" cy="366364"/>
            <a:chOff x="-62884425" y="4111775"/>
            <a:chExt cx="317425" cy="316650"/>
          </a:xfrm>
        </p:grpSpPr>
        <p:sp>
          <p:nvSpPr>
            <p:cNvPr id="5914" name="Google Shape;5914;p10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0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103"/>
          <p:cNvGrpSpPr/>
          <p:nvPr/>
        </p:nvGrpSpPr>
        <p:grpSpPr>
          <a:xfrm>
            <a:off x="2163165" y="2745078"/>
            <a:ext cx="365438" cy="360001"/>
            <a:chOff x="-60991775" y="3376900"/>
            <a:chExt cx="315850" cy="311150"/>
          </a:xfrm>
        </p:grpSpPr>
        <p:sp>
          <p:nvSpPr>
            <p:cNvPr id="5917" name="Google Shape;5917;p10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0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0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103"/>
          <p:cNvGrpSpPr/>
          <p:nvPr/>
        </p:nvGrpSpPr>
        <p:grpSpPr>
          <a:xfrm>
            <a:off x="2162702" y="3195942"/>
            <a:ext cx="366364" cy="359075"/>
            <a:chOff x="-60988625" y="3740800"/>
            <a:chExt cx="316650" cy="310350"/>
          </a:xfrm>
        </p:grpSpPr>
        <p:sp>
          <p:nvSpPr>
            <p:cNvPr id="5921" name="Google Shape;5921;p10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0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0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103"/>
          <p:cNvGrpSpPr/>
          <p:nvPr/>
        </p:nvGrpSpPr>
        <p:grpSpPr>
          <a:xfrm>
            <a:off x="2162702" y="3651393"/>
            <a:ext cx="366364" cy="365207"/>
            <a:chOff x="-60987850" y="4100950"/>
            <a:chExt cx="316650" cy="315650"/>
          </a:xfrm>
        </p:grpSpPr>
        <p:sp>
          <p:nvSpPr>
            <p:cNvPr id="5925" name="Google Shape;5925;p10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0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0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0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0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103"/>
          <p:cNvGrpSpPr/>
          <p:nvPr/>
        </p:nvGrpSpPr>
        <p:grpSpPr>
          <a:xfrm>
            <a:off x="3932486" y="3196853"/>
            <a:ext cx="369083" cy="357253"/>
            <a:chOff x="-59447250" y="3706150"/>
            <a:chExt cx="319000" cy="308775"/>
          </a:xfrm>
        </p:grpSpPr>
        <p:sp>
          <p:nvSpPr>
            <p:cNvPr id="5931" name="Google Shape;5931;p10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0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0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0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103"/>
          <p:cNvGrpSpPr/>
          <p:nvPr/>
        </p:nvGrpSpPr>
        <p:grpSpPr>
          <a:xfrm>
            <a:off x="1721214" y="1378164"/>
            <a:ext cx="368186" cy="364224"/>
            <a:chOff x="-64406125" y="3362225"/>
            <a:chExt cx="318225" cy="314800"/>
          </a:xfrm>
        </p:grpSpPr>
        <p:sp>
          <p:nvSpPr>
            <p:cNvPr id="5936" name="Google Shape;5936;p10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0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8" name="Google Shape;5938;p10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9" name="Google Shape;5939;p103"/>
          <p:cNvGrpSpPr/>
          <p:nvPr/>
        </p:nvGrpSpPr>
        <p:grpSpPr>
          <a:xfrm>
            <a:off x="1721677" y="2249009"/>
            <a:ext cx="367261" cy="366364"/>
            <a:chOff x="-64410850" y="4094450"/>
            <a:chExt cx="317425" cy="316650"/>
          </a:xfrm>
        </p:grpSpPr>
        <p:sp>
          <p:nvSpPr>
            <p:cNvPr id="5940" name="Google Shape;5940;p10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0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0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3" name="Google Shape;5943;p10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4" name="Google Shape;5944;p103"/>
          <p:cNvGrpSpPr/>
          <p:nvPr/>
        </p:nvGrpSpPr>
        <p:grpSpPr>
          <a:xfrm>
            <a:off x="3943225" y="1819083"/>
            <a:ext cx="365467" cy="368389"/>
            <a:chOff x="-62516625" y="3743175"/>
            <a:chExt cx="315875" cy="318400"/>
          </a:xfrm>
        </p:grpSpPr>
        <p:sp>
          <p:nvSpPr>
            <p:cNvPr id="5945" name="Google Shape;5945;p10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0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103"/>
          <p:cNvGrpSpPr/>
          <p:nvPr/>
        </p:nvGrpSpPr>
        <p:grpSpPr>
          <a:xfrm>
            <a:off x="3950065" y="2269054"/>
            <a:ext cx="351786" cy="326274"/>
            <a:chOff x="-62511900" y="4129100"/>
            <a:chExt cx="304050" cy="282000"/>
          </a:xfrm>
        </p:grpSpPr>
        <p:sp>
          <p:nvSpPr>
            <p:cNvPr id="5948" name="Google Shape;5948;p10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0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0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0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0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103"/>
          <p:cNvGrpSpPr/>
          <p:nvPr/>
        </p:nvGrpSpPr>
        <p:grpSpPr>
          <a:xfrm>
            <a:off x="2628187" y="2741448"/>
            <a:ext cx="310770" cy="367261"/>
            <a:chOff x="-60597975" y="3367475"/>
            <a:chExt cx="268600" cy="317425"/>
          </a:xfrm>
        </p:grpSpPr>
        <p:sp>
          <p:nvSpPr>
            <p:cNvPr id="5954" name="Google Shape;5954;p10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0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0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0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0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9" name="Google Shape;5959;p10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0" name="Google Shape;5960;p103"/>
          <p:cNvGrpSpPr/>
          <p:nvPr/>
        </p:nvGrpSpPr>
        <p:grpSpPr>
          <a:xfrm>
            <a:off x="2600390" y="3702764"/>
            <a:ext cx="366364" cy="262465"/>
            <a:chOff x="-60621600" y="4145650"/>
            <a:chExt cx="316650" cy="226850"/>
          </a:xfrm>
        </p:grpSpPr>
        <p:sp>
          <p:nvSpPr>
            <p:cNvPr id="5961" name="Google Shape;5961;p10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0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0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103"/>
          <p:cNvGrpSpPr/>
          <p:nvPr/>
        </p:nvGrpSpPr>
        <p:grpSpPr>
          <a:xfrm>
            <a:off x="3937042" y="3651263"/>
            <a:ext cx="359972" cy="365467"/>
            <a:chOff x="-59400775" y="4084200"/>
            <a:chExt cx="311125" cy="315875"/>
          </a:xfrm>
        </p:grpSpPr>
        <p:sp>
          <p:nvSpPr>
            <p:cNvPr id="5965" name="Google Shape;5965;p10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0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0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0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0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0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103"/>
          <p:cNvGrpSpPr/>
          <p:nvPr/>
        </p:nvGrpSpPr>
        <p:grpSpPr>
          <a:xfrm>
            <a:off x="2161136" y="1377094"/>
            <a:ext cx="365438" cy="366364"/>
            <a:chOff x="-64044600" y="3360375"/>
            <a:chExt cx="315850" cy="316650"/>
          </a:xfrm>
        </p:grpSpPr>
        <p:sp>
          <p:nvSpPr>
            <p:cNvPr id="5972" name="Google Shape;5972;p10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0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0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103"/>
          <p:cNvGrpSpPr/>
          <p:nvPr/>
        </p:nvGrpSpPr>
        <p:grpSpPr>
          <a:xfrm>
            <a:off x="2187559" y="1819647"/>
            <a:ext cx="312592" cy="367261"/>
            <a:chOff x="-64022550" y="3727425"/>
            <a:chExt cx="270175" cy="317425"/>
          </a:xfrm>
        </p:grpSpPr>
        <p:sp>
          <p:nvSpPr>
            <p:cNvPr id="5976" name="Google Shape;5976;p10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0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0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103"/>
          <p:cNvGrpSpPr/>
          <p:nvPr/>
        </p:nvGrpSpPr>
        <p:grpSpPr>
          <a:xfrm>
            <a:off x="2211697" y="2248547"/>
            <a:ext cx="264317" cy="367290"/>
            <a:chOff x="-64001300" y="4093650"/>
            <a:chExt cx="228450" cy="317450"/>
          </a:xfrm>
        </p:grpSpPr>
        <p:sp>
          <p:nvSpPr>
            <p:cNvPr id="5980" name="Google Shape;5980;p10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0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0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0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103"/>
          <p:cNvGrpSpPr/>
          <p:nvPr/>
        </p:nvGrpSpPr>
        <p:grpSpPr>
          <a:xfrm>
            <a:off x="830701" y="2741838"/>
            <a:ext cx="359972" cy="366480"/>
            <a:chOff x="-62148800" y="3377700"/>
            <a:chExt cx="311125" cy="316750"/>
          </a:xfrm>
        </p:grpSpPr>
        <p:sp>
          <p:nvSpPr>
            <p:cNvPr id="5985" name="Google Shape;5985;p10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0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03"/>
          <p:cNvGrpSpPr/>
          <p:nvPr/>
        </p:nvGrpSpPr>
        <p:grpSpPr>
          <a:xfrm>
            <a:off x="826608" y="3191835"/>
            <a:ext cx="368157" cy="367290"/>
            <a:chOff x="-62154300" y="3743950"/>
            <a:chExt cx="318200" cy="317450"/>
          </a:xfrm>
        </p:grpSpPr>
        <p:sp>
          <p:nvSpPr>
            <p:cNvPr id="5988" name="Google Shape;5988;p10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0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103"/>
          <p:cNvGrpSpPr/>
          <p:nvPr/>
        </p:nvGrpSpPr>
        <p:grpSpPr>
          <a:xfrm>
            <a:off x="826594" y="3650815"/>
            <a:ext cx="368186" cy="366364"/>
            <a:chOff x="-62151950" y="4111775"/>
            <a:chExt cx="318225" cy="316650"/>
          </a:xfrm>
        </p:grpSpPr>
        <p:sp>
          <p:nvSpPr>
            <p:cNvPr id="5991" name="Google Shape;5991;p10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0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0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0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103"/>
          <p:cNvGrpSpPr/>
          <p:nvPr/>
        </p:nvGrpSpPr>
        <p:grpSpPr>
          <a:xfrm>
            <a:off x="3045218" y="2741361"/>
            <a:ext cx="368157" cy="367434"/>
            <a:chOff x="-60254550" y="3367325"/>
            <a:chExt cx="318200" cy="317575"/>
          </a:xfrm>
        </p:grpSpPr>
        <p:sp>
          <p:nvSpPr>
            <p:cNvPr id="5996" name="Google Shape;5996;p10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0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0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0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103"/>
          <p:cNvGrpSpPr/>
          <p:nvPr/>
        </p:nvGrpSpPr>
        <p:grpSpPr>
          <a:xfrm>
            <a:off x="3046115" y="3192355"/>
            <a:ext cx="366364" cy="366248"/>
            <a:chOff x="-60255350" y="3733825"/>
            <a:chExt cx="316650" cy="316550"/>
          </a:xfrm>
        </p:grpSpPr>
        <p:sp>
          <p:nvSpPr>
            <p:cNvPr id="6001" name="Google Shape;6001;p10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0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0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0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0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0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0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103"/>
          <p:cNvGrpSpPr/>
          <p:nvPr/>
        </p:nvGrpSpPr>
        <p:grpSpPr>
          <a:xfrm>
            <a:off x="3073912" y="3651263"/>
            <a:ext cx="310770" cy="365467"/>
            <a:chOff x="-60232500" y="4101525"/>
            <a:chExt cx="268600" cy="315875"/>
          </a:xfrm>
        </p:grpSpPr>
        <p:sp>
          <p:nvSpPr>
            <p:cNvPr id="6009" name="Google Shape;6009;p10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0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10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2" name="Google Shape;6012;p103"/>
          <p:cNvGrpSpPr/>
          <p:nvPr/>
        </p:nvGrpSpPr>
        <p:grpSpPr>
          <a:xfrm>
            <a:off x="2606912" y="1377094"/>
            <a:ext cx="368186" cy="366364"/>
            <a:chOff x="-63679950" y="3360375"/>
            <a:chExt cx="318225" cy="316650"/>
          </a:xfrm>
        </p:grpSpPr>
        <p:sp>
          <p:nvSpPr>
            <p:cNvPr id="6013" name="Google Shape;6013;p10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0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0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0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7" name="Google Shape;6017;p10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8" name="Google Shape;6018;p103"/>
          <p:cNvGrpSpPr/>
          <p:nvPr/>
        </p:nvGrpSpPr>
        <p:grpSpPr>
          <a:xfrm>
            <a:off x="2605539" y="2248431"/>
            <a:ext cx="370934" cy="367521"/>
            <a:chOff x="-63679950" y="4093450"/>
            <a:chExt cx="320600" cy="317650"/>
          </a:xfrm>
        </p:grpSpPr>
        <p:sp>
          <p:nvSpPr>
            <p:cNvPr id="6019" name="Google Shape;6019;p10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0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0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103"/>
          <p:cNvGrpSpPr/>
          <p:nvPr/>
        </p:nvGrpSpPr>
        <p:grpSpPr>
          <a:xfrm>
            <a:off x="1265656" y="2741433"/>
            <a:ext cx="366364" cy="367290"/>
            <a:chOff x="-61784125" y="3377700"/>
            <a:chExt cx="316650" cy="317450"/>
          </a:xfrm>
        </p:grpSpPr>
        <p:sp>
          <p:nvSpPr>
            <p:cNvPr id="6023" name="Google Shape;6023;p10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0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0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0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0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0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0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103"/>
          <p:cNvGrpSpPr/>
          <p:nvPr/>
        </p:nvGrpSpPr>
        <p:grpSpPr>
          <a:xfrm>
            <a:off x="1265656" y="3191835"/>
            <a:ext cx="366364" cy="367290"/>
            <a:chOff x="-61783350" y="3743950"/>
            <a:chExt cx="316650" cy="317450"/>
          </a:xfrm>
        </p:grpSpPr>
        <p:sp>
          <p:nvSpPr>
            <p:cNvPr id="6031" name="Google Shape;6031;p10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0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10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0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0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6" name="Google Shape;6036;p103"/>
          <p:cNvGrpSpPr/>
          <p:nvPr/>
        </p:nvGrpSpPr>
        <p:grpSpPr>
          <a:xfrm>
            <a:off x="3487080" y="3651668"/>
            <a:ext cx="369112" cy="364657"/>
            <a:chOff x="-59869425" y="4102225"/>
            <a:chExt cx="319025" cy="315175"/>
          </a:xfrm>
        </p:grpSpPr>
        <p:sp>
          <p:nvSpPr>
            <p:cNvPr id="6037" name="Google Shape;6037;p10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0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0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0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103"/>
          <p:cNvGrpSpPr/>
          <p:nvPr/>
        </p:nvGrpSpPr>
        <p:grpSpPr>
          <a:xfrm>
            <a:off x="2605883" y="4120490"/>
            <a:ext cx="366364" cy="365467"/>
            <a:chOff x="-59029025" y="3711650"/>
            <a:chExt cx="316650" cy="315875"/>
          </a:xfrm>
        </p:grpSpPr>
        <p:sp>
          <p:nvSpPr>
            <p:cNvPr id="6042" name="Google Shape;6042;p10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0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0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0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0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0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0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103"/>
          <p:cNvGrpSpPr/>
          <p:nvPr/>
        </p:nvGrpSpPr>
        <p:grpSpPr>
          <a:xfrm>
            <a:off x="4841373" y="1398014"/>
            <a:ext cx="351940" cy="348188"/>
            <a:chOff x="581525" y="3254850"/>
            <a:chExt cx="297750" cy="294575"/>
          </a:xfrm>
        </p:grpSpPr>
        <p:sp>
          <p:nvSpPr>
            <p:cNvPr id="6050" name="Google Shape;6050;p10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0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0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103"/>
          <p:cNvGrpSpPr/>
          <p:nvPr/>
        </p:nvGrpSpPr>
        <p:grpSpPr>
          <a:xfrm>
            <a:off x="4840442" y="1836950"/>
            <a:ext cx="353802" cy="351497"/>
            <a:chOff x="580725" y="3617925"/>
            <a:chExt cx="299325" cy="297375"/>
          </a:xfrm>
        </p:grpSpPr>
        <p:sp>
          <p:nvSpPr>
            <p:cNvPr id="6054" name="Google Shape;6054;p10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0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0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0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0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103"/>
          <p:cNvGrpSpPr/>
          <p:nvPr/>
        </p:nvGrpSpPr>
        <p:grpSpPr>
          <a:xfrm>
            <a:off x="4842304" y="2284140"/>
            <a:ext cx="350079" cy="350079"/>
            <a:chOff x="583100" y="3982600"/>
            <a:chExt cx="296175" cy="296175"/>
          </a:xfrm>
        </p:grpSpPr>
        <p:sp>
          <p:nvSpPr>
            <p:cNvPr id="6060" name="Google Shape;6060;p10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0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0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0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0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0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0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103"/>
          <p:cNvGrpSpPr/>
          <p:nvPr/>
        </p:nvGrpSpPr>
        <p:grpSpPr>
          <a:xfrm>
            <a:off x="7074918" y="1397764"/>
            <a:ext cx="307231" cy="348690"/>
            <a:chOff x="2423775" y="3226875"/>
            <a:chExt cx="259925" cy="295000"/>
          </a:xfrm>
        </p:grpSpPr>
        <p:sp>
          <p:nvSpPr>
            <p:cNvPr id="6068" name="Google Shape;6068;p10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0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0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103"/>
          <p:cNvGrpSpPr/>
          <p:nvPr/>
        </p:nvGrpSpPr>
        <p:grpSpPr>
          <a:xfrm>
            <a:off x="7052106" y="1839049"/>
            <a:ext cx="352857" cy="347301"/>
            <a:chOff x="2404875" y="3592725"/>
            <a:chExt cx="298525" cy="293825"/>
          </a:xfrm>
        </p:grpSpPr>
        <p:sp>
          <p:nvSpPr>
            <p:cNvPr id="6072" name="Google Shape;6072;p10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0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0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103"/>
          <p:cNvGrpSpPr/>
          <p:nvPr/>
        </p:nvGrpSpPr>
        <p:grpSpPr>
          <a:xfrm>
            <a:off x="7053036" y="2284614"/>
            <a:ext cx="350995" cy="349133"/>
            <a:chOff x="2404875" y="3955825"/>
            <a:chExt cx="296950" cy="295375"/>
          </a:xfrm>
        </p:grpSpPr>
        <p:sp>
          <p:nvSpPr>
            <p:cNvPr id="6076" name="Google Shape;6076;p10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0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0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0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103"/>
          <p:cNvGrpSpPr/>
          <p:nvPr/>
        </p:nvGrpSpPr>
        <p:grpSpPr>
          <a:xfrm>
            <a:off x="5747016" y="2748808"/>
            <a:ext cx="349163" cy="350079"/>
            <a:chOff x="4263650" y="3235150"/>
            <a:chExt cx="295400" cy="296175"/>
          </a:xfrm>
        </p:grpSpPr>
        <p:sp>
          <p:nvSpPr>
            <p:cNvPr id="6081" name="Google Shape;6081;p10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0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0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0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0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103"/>
          <p:cNvGrpSpPr/>
          <p:nvPr/>
        </p:nvGrpSpPr>
        <p:grpSpPr>
          <a:xfrm>
            <a:off x="5744696" y="3207969"/>
            <a:ext cx="353802" cy="327739"/>
            <a:chOff x="4266025" y="3609275"/>
            <a:chExt cx="299325" cy="277275"/>
          </a:xfrm>
        </p:grpSpPr>
        <p:sp>
          <p:nvSpPr>
            <p:cNvPr id="6087" name="Google Shape;6087;p10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0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103"/>
          <p:cNvGrpSpPr/>
          <p:nvPr/>
        </p:nvGrpSpPr>
        <p:grpSpPr>
          <a:xfrm>
            <a:off x="5745154" y="3673356"/>
            <a:ext cx="352886" cy="349133"/>
            <a:chOff x="4263650" y="3963700"/>
            <a:chExt cx="298550" cy="295375"/>
          </a:xfrm>
        </p:grpSpPr>
        <p:sp>
          <p:nvSpPr>
            <p:cNvPr id="6090" name="Google Shape;6090;p10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0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0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0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0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0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0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103"/>
          <p:cNvGrpSpPr/>
          <p:nvPr/>
        </p:nvGrpSpPr>
        <p:grpSpPr>
          <a:xfrm>
            <a:off x="8023491" y="2748809"/>
            <a:ext cx="226264" cy="350079"/>
            <a:chOff x="6164975" y="3211525"/>
            <a:chExt cx="191425" cy="296175"/>
          </a:xfrm>
        </p:grpSpPr>
        <p:sp>
          <p:nvSpPr>
            <p:cNvPr id="6098" name="Google Shape;6098;p10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0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0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0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0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0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0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103"/>
          <p:cNvGrpSpPr/>
          <p:nvPr/>
        </p:nvGrpSpPr>
        <p:grpSpPr>
          <a:xfrm>
            <a:off x="5285528" y="1397084"/>
            <a:ext cx="352886" cy="350049"/>
            <a:chOff x="946175" y="3253275"/>
            <a:chExt cx="298550" cy="296150"/>
          </a:xfrm>
        </p:grpSpPr>
        <p:sp>
          <p:nvSpPr>
            <p:cNvPr id="6106" name="Google Shape;6106;p10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0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0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0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0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103"/>
          <p:cNvGrpSpPr/>
          <p:nvPr/>
        </p:nvGrpSpPr>
        <p:grpSpPr>
          <a:xfrm>
            <a:off x="5286459" y="1839048"/>
            <a:ext cx="351024" cy="347301"/>
            <a:chOff x="946175" y="3619500"/>
            <a:chExt cx="296975" cy="293825"/>
          </a:xfrm>
        </p:grpSpPr>
        <p:sp>
          <p:nvSpPr>
            <p:cNvPr id="6112" name="Google Shape;6112;p10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0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0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0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0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0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103"/>
          <p:cNvGrpSpPr/>
          <p:nvPr/>
        </p:nvGrpSpPr>
        <p:grpSpPr>
          <a:xfrm>
            <a:off x="5286001" y="2283682"/>
            <a:ext cx="351940" cy="350995"/>
            <a:chOff x="944600" y="3981825"/>
            <a:chExt cx="297750" cy="296950"/>
          </a:xfrm>
        </p:grpSpPr>
        <p:sp>
          <p:nvSpPr>
            <p:cNvPr id="6119" name="Google Shape;6119;p10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0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0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0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103"/>
          <p:cNvGrpSpPr/>
          <p:nvPr/>
        </p:nvGrpSpPr>
        <p:grpSpPr>
          <a:xfrm>
            <a:off x="7502937" y="1397542"/>
            <a:ext cx="350079" cy="349133"/>
            <a:chOff x="2768750" y="3227275"/>
            <a:chExt cx="296175" cy="295375"/>
          </a:xfrm>
        </p:grpSpPr>
        <p:sp>
          <p:nvSpPr>
            <p:cNvPr id="6124" name="Google Shape;6124;p10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0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0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0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0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0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0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0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103"/>
          <p:cNvGrpSpPr/>
          <p:nvPr/>
        </p:nvGrpSpPr>
        <p:grpSpPr>
          <a:xfrm>
            <a:off x="7523888" y="1838414"/>
            <a:ext cx="308177" cy="348572"/>
            <a:chOff x="2786075" y="3591800"/>
            <a:chExt cx="260725" cy="294900"/>
          </a:xfrm>
        </p:grpSpPr>
        <p:sp>
          <p:nvSpPr>
            <p:cNvPr id="6133" name="Google Shape;6133;p10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0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0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0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0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103"/>
          <p:cNvGrpSpPr/>
          <p:nvPr/>
        </p:nvGrpSpPr>
        <p:grpSpPr>
          <a:xfrm>
            <a:off x="7564387" y="2284141"/>
            <a:ext cx="227180" cy="350079"/>
            <a:chOff x="2819150" y="3955025"/>
            <a:chExt cx="192200" cy="296175"/>
          </a:xfrm>
        </p:grpSpPr>
        <p:sp>
          <p:nvSpPr>
            <p:cNvPr id="6139" name="Google Shape;6139;p10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0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0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0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103"/>
          <p:cNvGrpSpPr/>
          <p:nvPr/>
        </p:nvGrpSpPr>
        <p:grpSpPr>
          <a:xfrm>
            <a:off x="6188160" y="2749739"/>
            <a:ext cx="349133" cy="348217"/>
            <a:chOff x="4629125" y="3235150"/>
            <a:chExt cx="295375" cy="294600"/>
          </a:xfrm>
        </p:grpSpPr>
        <p:sp>
          <p:nvSpPr>
            <p:cNvPr id="6144" name="Google Shape;6144;p10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0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0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0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0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103"/>
          <p:cNvGrpSpPr/>
          <p:nvPr/>
        </p:nvGrpSpPr>
        <p:grpSpPr>
          <a:xfrm>
            <a:off x="6188145" y="3197272"/>
            <a:ext cx="349163" cy="349133"/>
            <a:chOff x="4628325" y="3599825"/>
            <a:chExt cx="295400" cy="295375"/>
          </a:xfrm>
        </p:grpSpPr>
        <p:sp>
          <p:nvSpPr>
            <p:cNvPr id="6150" name="Google Shape;6150;p10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0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0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0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0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0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0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0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0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0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0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0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103"/>
          <p:cNvGrpSpPr/>
          <p:nvPr/>
        </p:nvGrpSpPr>
        <p:grpSpPr>
          <a:xfrm>
            <a:off x="6209096" y="3672883"/>
            <a:ext cx="307261" cy="350079"/>
            <a:chOff x="4645650" y="3962900"/>
            <a:chExt cx="259950" cy="296175"/>
          </a:xfrm>
        </p:grpSpPr>
        <p:sp>
          <p:nvSpPr>
            <p:cNvPr id="6163" name="Google Shape;6163;p10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0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0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0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0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0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103"/>
          <p:cNvGrpSpPr/>
          <p:nvPr/>
        </p:nvGrpSpPr>
        <p:grpSpPr>
          <a:xfrm>
            <a:off x="7962056" y="3197745"/>
            <a:ext cx="349133" cy="348188"/>
            <a:chOff x="6143725" y="3582500"/>
            <a:chExt cx="295375" cy="294575"/>
          </a:xfrm>
        </p:grpSpPr>
        <p:sp>
          <p:nvSpPr>
            <p:cNvPr id="6170" name="Google Shape;6170;p10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0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0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0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0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0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0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103"/>
          <p:cNvGrpSpPr/>
          <p:nvPr/>
        </p:nvGrpSpPr>
        <p:grpSpPr>
          <a:xfrm>
            <a:off x="5730883" y="1397084"/>
            <a:ext cx="350995" cy="350049"/>
            <a:chOff x="1310075" y="3253275"/>
            <a:chExt cx="296950" cy="296150"/>
          </a:xfrm>
        </p:grpSpPr>
        <p:sp>
          <p:nvSpPr>
            <p:cNvPr id="6178" name="Google Shape;6178;p10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0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0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1" name="Google Shape;6181;p10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2" name="Google Shape;6182;p103"/>
          <p:cNvGrpSpPr/>
          <p:nvPr/>
        </p:nvGrpSpPr>
        <p:grpSpPr>
          <a:xfrm>
            <a:off x="5730410" y="2283343"/>
            <a:ext cx="351941" cy="351675"/>
            <a:chOff x="1310075" y="3980250"/>
            <a:chExt cx="297750" cy="297525"/>
          </a:xfrm>
        </p:grpSpPr>
        <p:sp>
          <p:nvSpPr>
            <p:cNvPr id="6183" name="Google Shape;6183;p10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0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0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0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103"/>
          <p:cNvGrpSpPr/>
          <p:nvPr/>
        </p:nvGrpSpPr>
        <p:grpSpPr>
          <a:xfrm>
            <a:off x="7995198" y="1397542"/>
            <a:ext cx="266305" cy="349133"/>
            <a:chOff x="3167275" y="3227275"/>
            <a:chExt cx="225300" cy="295375"/>
          </a:xfrm>
        </p:grpSpPr>
        <p:sp>
          <p:nvSpPr>
            <p:cNvPr id="6188" name="Google Shape;6188;p10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0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0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0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0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3" name="Google Shape;6193;p10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4" name="Google Shape;6194;p103"/>
          <p:cNvGrpSpPr/>
          <p:nvPr/>
        </p:nvGrpSpPr>
        <p:grpSpPr>
          <a:xfrm>
            <a:off x="7952380" y="2284599"/>
            <a:ext cx="351940" cy="349163"/>
            <a:chOff x="3133425" y="3955025"/>
            <a:chExt cx="297750" cy="295400"/>
          </a:xfrm>
        </p:grpSpPr>
        <p:sp>
          <p:nvSpPr>
            <p:cNvPr id="6195" name="Google Shape;6195;p10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0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0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103"/>
          <p:cNvGrpSpPr/>
          <p:nvPr/>
        </p:nvGrpSpPr>
        <p:grpSpPr>
          <a:xfrm>
            <a:off x="6632554" y="2748187"/>
            <a:ext cx="350079" cy="351320"/>
            <a:chOff x="4991425" y="3234750"/>
            <a:chExt cx="296175" cy="297225"/>
          </a:xfrm>
        </p:grpSpPr>
        <p:sp>
          <p:nvSpPr>
            <p:cNvPr id="6199" name="Google Shape;6199;p10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0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0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0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0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0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103"/>
          <p:cNvGrpSpPr/>
          <p:nvPr/>
        </p:nvGrpSpPr>
        <p:grpSpPr>
          <a:xfrm>
            <a:off x="6632554" y="3217750"/>
            <a:ext cx="350079" cy="308177"/>
            <a:chOff x="4991425" y="3617150"/>
            <a:chExt cx="296175" cy="260725"/>
          </a:xfrm>
        </p:grpSpPr>
        <p:sp>
          <p:nvSpPr>
            <p:cNvPr id="6206" name="Google Shape;6206;p10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0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0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0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0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0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0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103"/>
          <p:cNvGrpSpPr/>
          <p:nvPr/>
        </p:nvGrpSpPr>
        <p:grpSpPr>
          <a:xfrm>
            <a:off x="6709827" y="3673341"/>
            <a:ext cx="195532" cy="349163"/>
            <a:chOff x="5056800" y="3962900"/>
            <a:chExt cx="165425" cy="295400"/>
          </a:xfrm>
        </p:grpSpPr>
        <p:sp>
          <p:nvSpPr>
            <p:cNvPr id="6214" name="Google Shape;6214;p10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0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0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103"/>
          <p:cNvGrpSpPr/>
          <p:nvPr/>
        </p:nvGrpSpPr>
        <p:grpSpPr>
          <a:xfrm>
            <a:off x="7961125" y="3673357"/>
            <a:ext cx="350995" cy="349133"/>
            <a:chOff x="6168925" y="3936925"/>
            <a:chExt cx="296950" cy="295375"/>
          </a:xfrm>
        </p:grpSpPr>
        <p:sp>
          <p:nvSpPr>
            <p:cNvPr id="6218" name="Google Shape;6218;p10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0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0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0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0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0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103"/>
          <p:cNvGrpSpPr/>
          <p:nvPr/>
        </p:nvGrpSpPr>
        <p:grpSpPr>
          <a:xfrm>
            <a:off x="6174844" y="1390429"/>
            <a:ext cx="348188" cy="349133"/>
            <a:chOff x="1674750" y="3254050"/>
            <a:chExt cx="294575" cy="295375"/>
          </a:xfrm>
        </p:grpSpPr>
        <p:sp>
          <p:nvSpPr>
            <p:cNvPr id="6225" name="Google Shape;6225;p10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0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0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103"/>
          <p:cNvGrpSpPr/>
          <p:nvPr/>
        </p:nvGrpSpPr>
        <p:grpSpPr>
          <a:xfrm>
            <a:off x="6189239" y="1838132"/>
            <a:ext cx="319347" cy="349133"/>
            <a:chOff x="1687350" y="3618725"/>
            <a:chExt cx="270175" cy="295375"/>
          </a:xfrm>
        </p:grpSpPr>
        <p:sp>
          <p:nvSpPr>
            <p:cNvPr id="6229" name="Google Shape;6229;p10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0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0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103"/>
          <p:cNvGrpSpPr/>
          <p:nvPr/>
        </p:nvGrpSpPr>
        <p:grpSpPr>
          <a:xfrm>
            <a:off x="6172942" y="2284613"/>
            <a:ext cx="351940" cy="349133"/>
            <a:chOff x="1672375" y="3982600"/>
            <a:chExt cx="297750" cy="295375"/>
          </a:xfrm>
        </p:grpSpPr>
        <p:sp>
          <p:nvSpPr>
            <p:cNvPr id="6233" name="Google Shape;6233;p10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0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0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103"/>
          <p:cNvGrpSpPr/>
          <p:nvPr/>
        </p:nvGrpSpPr>
        <p:grpSpPr>
          <a:xfrm>
            <a:off x="4864934" y="2748808"/>
            <a:ext cx="350079" cy="350079"/>
            <a:chOff x="3497300" y="3227275"/>
            <a:chExt cx="296175" cy="296175"/>
          </a:xfrm>
        </p:grpSpPr>
        <p:sp>
          <p:nvSpPr>
            <p:cNvPr id="6237" name="Google Shape;6237;p10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0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0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0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0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0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0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0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103"/>
          <p:cNvGrpSpPr/>
          <p:nvPr/>
        </p:nvGrpSpPr>
        <p:grpSpPr>
          <a:xfrm>
            <a:off x="4865407" y="3198203"/>
            <a:ext cx="349133" cy="347272"/>
            <a:chOff x="3497300" y="3591950"/>
            <a:chExt cx="295375" cy="293800"/>
          </a:xfrm>
        </p:grpSpPr>
        <p:sp>
          <p:nvSpPr>
            <p:cNvPr id="6246" name="Google Shape;6246;p10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0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0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0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0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0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0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0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103"/>
          <p:cNvGrpSpPr/>
          <p:nvPr/>
        </p:nvGrpSpPr>
        <p:grpSpPr>
          <a:xfrm>
            <a:off x="4865407" y="3673341"/>
            <a:ext cx="349133" cy="349163"/>
            <a:chOff x="3497300" y="3955025"/>
            <a:chExt cx="295375" cy="295400"/>
          </a:xfrm>
        </p:grpSpPr>
        <p:sp>
          <p:nvSpPr>
            <p:cNvPr id="6255" name="Google Shape;6255;p10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0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0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103"/>
          <p:cNvGrpSpPr/>
          <p:nvPr/>
        </p:nvGrpSpPr>
        <p:grpSpPr>
          <a:xfrm>
            <a:off x="7089979" y="2749532"/>
            <a:ext cx="327739" cy="348631"/>
            <a:chOff x="5364750" y="3235150"/>
            <a:chExt cx="277275" cy="294950"/>
          </a:xfrm>
        </p:grpSpPr>
        <p:sp>
          <p:nvSpPr>
            <p:cNvPr id="6259" name="Google Shape;6259;p10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0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0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0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0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0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0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0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103"/>
          <p:cNvGrpSpPr/>
          <p:nvPr/>
        </p:nvGrpSpPr>
        <p:grpSpPr>
          <a:xfrm>
            <a:off x="7078337" y="3195868"/>
            <a:ext cx="351024" cy="351941"/>
            <a:chOff x="5355300" y="3598250"/>
            <a:chExt cx="296975" cy="297750"/>
          </a:xfrm>
        </p:grpSpPr>
        <p:sp>
          <p:nvSpPr>
            <p:cNvPr id="6268" name="Google Shape;6268;p10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0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0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0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0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0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0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0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103"/>
          <p:cNvGrpSpPr/>
          <p:nvPr/>
        </p:nvGrpSpPr>
        <p:grpSpPr>
          <a:xfrm>
            <a:off x="7082533" y="3734790"/>
            <a:ext cx="342632" cy="226264"/>
            <a:chOff x="5358450" y="4015675"/>
            <a:chExt cx="289875" cy="191425"/>
          </a:xfrm>
        </p:grpSpPr>
        <p:sp>
          <p:nvSpPr>
            <p:cNvPr id="6277" name="Google Shape;6277;p10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0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0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0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103"/>
          <p:cNvGrpSpPr/>
          <p:nvPr/>
        </p:nvGrpSpPr>
        <p:grpSpPr>
          <a:xfrm>
            <a:off x="6209015" y="4117322"/>
            <a:ext cx="351024" cy="325464"/>
            <a:chOff x="6543825" y="3202075"/>
            <a:chExt cx="296975" cy="275350"/>
          </a:xfrm>
        </p:grpSpPr>
        <p:sp>
          <p:nvSpPr>
            <p:cNvPr id="6282" name="Google Shape;6282;p10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0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0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0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0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0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0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103"/>
          <p:cNvGrpSpPr/>
          <p:nvPr/>
        </p:nvGrpSpPr>
        <p:grpSpPr>
          <a:xfrm>
            <a:off x="6615996" y="1397069"/>
            <a:ext cx="350079" cy="350079"/>
            <a:chOff x="2037825" y="3254050"/>
            <a:chExt cx="296175" cy="296175"/>
          </a:xfrm>
        </p:grpSpPr>
        <p:sp>
          <p:nvSpPr>
            <p:cNvPr id="6290" name="Google Shape;6290;p10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0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0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0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0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0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103"/>
          <p:cNvGrpSpPr/>
          <p:nvPr/>
        </p:nvGrpSpPr>
        <p:grpSpPr>
          <a:xfrm>
            <a:off x="6614135" y="1838236"/>
            <a:ext cx="353802" cy="348926"/>
            <a:chOff x="2034675" y="3617925"/>
            <a:chExt cx="299325" cy="295200"/>
          </a:xfrm>
        </p:grpSpPr>
        <p:sp>
          <p:nvSpPr>
            <p:cNvPr id="6297" name="Google Shape;6297;p10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0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0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0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0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103"/>
          <p:cNvGrpSpPr/>
          <p:nvPr/>
        </p:nvGrpSpPr>
        <p:grpSpPr>
          <a:xfrm>
            <a:off x="6615996" y="2284613"/>
            <a:ext cx="350079" cy="349133"/>
            <a:chOff x="2037825" y="3981825"/>
            <a:chExt cx="296175" cy="295375"/>
          </a:xfrm>
        </p:grpSpPr>
        <p:sp>
          <p:nvSpPr>
            <p:cNvPr id="6303" name="Google Shape;6303;p10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0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0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103"/>
          <p:cNvGrpSpPr/>
          <p:nvPr/>
        </p:nvGrpSpPr>
        <p:grpSpPr>
          <a:xfrm>
            <a:off x="5301014" y="2780929"/>
            <a:ext cx="350079" cy="285837"/>
            <a:chOff x="3860400" y="3254050"/>
            <a:chExt cx="296175" cy="241825"/>
          </a:xfrm>
        </p:grpSpPr>
        <p:sp>
          <p:nvSpPr>
            <p:cNvPr id="6307" name="Google Shape;6307;p10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0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0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0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0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0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0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103"/>
          <p:cNvGrpSpPr/>
          <p:nvPr/>
        </p:nvGrpSpPr>
        <p:grpSpPr>
          <a:xfrm>
            <a:off x="5300541" y="3196800"/>
            <a:ext cx="351024" cy="350079"/>
            <a:chOff x="3859600" y="3591950"/>
            <a:chExt cx="296975" cy="296175"/>
          </a:xfrm>
        </p:grpSpPr>
        <p:sp>
          <p:nvSpPr>
            <p:cNvPr id="6315" name="Google Shape;6315;p10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0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0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103"/>
          <p:cNvGrpSpPr/>
          <p:nvPr/>
        </p:nvGrpSpPr>
        <p:grpSpPr>
          <a:xfrm>
            <a:off x="5301014" y="3672883"/>
            <a:ext cx="350079" cy="350079"/>
            <a:chOff x="3860400" y="3955025"/>
            <a:chExt cx="296175" cy="296175"/>
          </a:xfrm>
        </p:grpSpPr>
        <p:sp>
          <p:nvSpPr>
            <p:cNvPr id="6319" name="Google Shape;6319;p10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0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0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0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0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103"/>
          <p:cNvGrpSpPr/>
          <p:nvPr/>
        </p:nvGrpSpPr>
        <p:grpSpPr>
          <a:xfrm>
            <a:off x="7516230" y="2749281"/>
            <a:ext cx="355664" cy="349133"/>
            <a:chOff x="5716825" y="3235950"/>
            <a:chExt cx="300900" cy="295375"/>
          </a:xfrm>
        </p:grpSpPr>
        <p:sp>
          <p:nvSpPr>
            <p:cNvPr id="6325" name="Google Shape;6325;p10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0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0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0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103"/>
          <p:cNvGrpSpPr/>
          <p:nvPr/>
        </p:nvGrpSpPr>
        <p:grpSpPr>
          <a:xfrm>
            <a:off x="7529261" y="3207969"/>
            <a:ext cx="329601" cy="327739"/>
            <a:chOff x="5727850" y="3609275"/>
            <a:chExt cx="278850" cy="277275"/>
          </a:xfrm>
        </p:grpSpPr>
        <p:sp>
          <p:nvSpPr>
            <p:cNvPr id="6330" name="Google Shape;6330;p10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0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0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0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0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103"/>
          <p:cNvGrpSpPr/>
          <p:nvPr/>
        </p:nvGrpSpPr>
        <p:grpSpPr>
          <a:xfrm>
            <a:off x="7540446" y="3673356"/>
            <a:ext cx="307231" cy="349133"/>
            <a:chOff x="5736525" y="3963700"/>
            <a:chExt cx="259925" cy="295375"/>
          </a:xfrm>
        </p:grpSpPr>
        <p:sp>
          <p:nvSpPr>
            <p:cNvPr id="6336" name="Google Shape;6336;p10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0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0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0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0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0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0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103"/>
          <p:cNvGrpSpPr/>
          <p:nvPr/>
        </p:nvGrpSpPr>
        <p:grpSpPr>
          <a:xfrm>
            <a:off x="6632026" y="4122683"/>
            <a:ext cx="351024" cy="350079"/>
            <a:chOff x="6553275" y="3604550"/>
            <a:chExt cx="296975" cy="296175"/>
          </a:xfrm>
        </p:grpSpPr>
        <p:sp>
          <p:nvSpPr>
            <p:cNvPr id="6344" name="Google Shape;6344;p10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0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0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0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0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0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0" name="Google Shape;6350;p10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51" name="Google Shape;6351;p10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55" name="Shape 6355"/>
        <p:cNvGrpSpPr/>
        <p:nvPr/>
      </p:nvGrpSpPr>
      <p:grpSpPr>
        <a:xfrm>
          <a:off x="0" y="0"/>
          <a:ext cx="0" cy="0"/>
          <a:chOff x="0" y="0"/>
          <a:chExt cx="0" cy="0"/>
        </a:xfrm>
      </p:grpSpPr>
      <p:grpSp>
        <p:nvGrpSpPr>
          <p:cNvPr id="6356" name="Google Shape;6356;p104"/>
          <p:cNvGrpSpPr/>
          <p:nvPr/>
        </p:nvGrpSpPr>
        <p:grpSpPr>
          <a:xfrm>
            <a:off x="859032" y="1380546"/>
            <a:ext cx="294401" cy="353645"/>
            <a:chOff x="-35814600" y="3202075"/>
            <a:chExt cx="242625" cy="291450"/>
          </a:xfrm>
        </p:grpSpPr>
        <p:sp>
          <p:nvSpPr>
            <p:cNvPr id="6357" name="Google Shape;6357;p10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0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0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0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0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0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0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104"/>
          <p:cNvGrpSpPr/>
          <p:nvPr/>
        </p:nvGrpSpPr>
        <p:grpSpPr>
          <a:xfrm>
            <a:off x="829410" y="1821466"/>
            <a:ext cx="353645" cy="353888"/>
            <a:chOff x="-35839800" y="3561025"/>
            <a:chExt cx="291450" cy="291650"/>
          </a:xfrm>
        </p:grpSpPr>
        <p:sp>
          <p:nvSpPr>
            <p:cNvPr id="6365" name="Google Shape;6365;p10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0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0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0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0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0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0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10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104"/>
          <p:cNvGrpSpPr/>
          <p:nvPr/>
        </p:nvGrpSpPr>
        <p:grpSpPr>
          <a:xfrm>
            <a:off x="3066955" y="1380546"/>
            <a:ext cx="353645" cy="353645"/>
            <a:chOff x="-34003850" y="3227275"/>
            <a:chExt cx="291450" cy="291450"/>
          </a:xfrm>
        </p:grpSpPr>
        <p:sp>
          <p:nvSpPr>
            <p:cNvPr id="6374" name="Google Shape;6374;p10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0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0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0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0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104"/>
          <p:cNvGrpSpPr/>
          <p:nvPr/>
        </p:nvGrpSpPr>
        <p:grpSpPr>
          <a:xfrm>
            <a:off x="3066485" y="1821238"/>
            <a:ext cx="354586" cy="354343"/>
            <a:chOff x="-34004625" y="3585850"/>
            <a:chExt cx="292225" cy="292025"/>
          </a:xfrm>
        </p:grpSpPr>
        <p:sp>
          <p:nvSpPr>
            <p:cNvPr id="6380" name="Google Shape;6380;p10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0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0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0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0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104"/>
          <p:cNvGrpSpPr/>
          <p:nvPr/>
        </p:nvGrpSpPr>
        <p:grpSpPr>
          <a:xfrm>
            <a:off x="3066000" y="2256439"/>
            <a:ext cx="355557" cy="354616"/>
            <a:chOff x="-34005425" y="3945575"/>
            <a:chExt cx="293025" cy="292250"/>
          </a:xfrm>
        </p:grpSpPr>
        <p:sp>
          <p:nvSpPr>
            <p:cNvPr id="6386" name="Google Shape;6386;p10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0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0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104"/>
          <p:cNvGrpSpPr/>
          <p:nvPr/>
        </p:nvGrpSpPr>
        <p:grpSpPr>
          <a:xfrm>
            <a:off x="1713099" y="2729615"/>
            <a:ext cx="358408" cy="355557"/>
            <a:chOff x="-32174975" y="3192625"/>
            <a:chExt cx="295375" cy="293025"/>
          </a:xfrm>
        </p:grpSpPr>
        <p:sp>
          <p:nvSpPr>
            <p:cNvPr id="6390" name="Google Shape;6390;p10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0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0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0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10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0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6" name="Google Shape;6396;p104"/>
          <p:cNvGrpSpPr/>
          <p:nvPr/>
        </p:nvGrpSpPr>
        <p:grpSpPr>
          <a:xfrm>
            <a:off x="3952249" y="2730570"/>
            <a:ext cx="354586" cy="353645"/>
            <a:chOff x="-30345325" y="3184750"/>
            <a:chExt cx="292225" cy="291450"/>
          </a:xfrm>
        </p:grpSpPr>
        <p:sp>
          <p:nvSpPr>
            <p:cNvPr id="6397" name="Google Shape;6397;p10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0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0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0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0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104"/>
          <p:cNvGrpSpPr/>
          <p:nvPr/>
        </p:nvGrpSpPr>
        <p:grpSpPr>
          <a:xfrm>
            <a:off x="1277001" y="1380546"/>
            <a:ext cx="353645" cy="353645"/>
            <a:chOff x="-35481425" y="3202075"/>
            <a:chExt cx="291450" cy="291450"/>
          </a:xfrm>
        </p:grpSpPr>
        <p:sp>
          <p:nvSpPr>
            <p:cNvPr id="6403" name="Google Shape;6403;p10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0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0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0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0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0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0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104"/>
          <p:cNvGrpSpPr/>
          <p:nvPr/>
        </p:nvGrpSpPr>
        <p:grpSpPr>
          <a:xfrm>
            <a:off x="1276531" y="1822072"/>
            <a:ext cx="354586" cy="352675"/>
            <a:chOff x="-35482200" y="3561225"/>
            <a:chExt cx="292225" cy="290650"/>
          </a:xfrm>
        </p:grpSpPr>
        <p:sp>
          <p:nvSpPr>
            <p:cNvPr id="6411" name="Google Shape;6411;p10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0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0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104"/>
          <p:cNvGrpSpPr/>
          <p:nvPr/>
        </p:nvGrpSpPr>
        <p:grpSpPr>
          <a:xfrm>
            <a:off x="1277001" y="2256940"/>
            <a:ext cx="353645" cy="353615"/>
            <a:chOff x="-35481425" y="3919600"/>
            <a:chExt cx="291450" cy="291425"/>
          </a:xfrm>
        </p:grpSpPr>
        <p:sp>
          <p:nvSpPr>
            <p:cNvPr id="6415" name="Google Shape;6415;p10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0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0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0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0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0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0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0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104"/>
          <p:cNvGrpSpPr/>
          <p:nvPr/>
        </p:nvGrpSpPr>
        <p:grpSpPr>
          <a:xfrm>
            <a:off x="3512636" y="1381031"/>
            <a:ext cx="357468" cy="352675"/>
            <a:chOff x="-33645475" y="3228075"/>
            <a:chExt cx="294600" cy="290650"/>
          </a:xfrm>
        </p:grpSpPr>
        <p:sp>
          <p:nvSpPr>
            <p:cNvPr id="6424" name="Google Shape;6424;p10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0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0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0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0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0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0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104"/>
          <p:cNvGrpSpPr/>
          <p:nvPr/>
        </p:nvGrpSpPr>
        <p:grpSpPr>
          <a:xfrm>
            <a:off x="3513606" y="1821116"/>
            <a:ext cx="355526" cy="354586"/>
            <a:chOff x="-33646250" y="3586425"/>
            <a:chExt cx="293000" cy="292225"/>
          </a:xfrm>
        </p:grpSpPr>
        <p:sp>
          <p:nvSpPr>
            <p:cNvPr id="6432" name="Google Shape;6432;p10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0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104"/>
          <p:cNvGrpSpPr/>
          <p:nvPr/>
        </p:nvGrpSpPr>
        <p:grpSpPr>
          <a:xfrm>
            <a:off x="3514076" y="2255969"/>
            <a:ext cx="354586" cy="355557"/>
            <a:chOff x="-33645475" y="3944800"/>
            <a:chExt cx="292225" cy="293025"/>
          </a:xfrm>
        </p:grpSpPr>
        <p:sp>
          <p:nvSpPr>
            <p:cNvPr id="6435" name="Google Shape;6435;p10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0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0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0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0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0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0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0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0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0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104"/>
          <p:cNvGrpSpPr/>
          <p:nvPr/>
        </p:nvGrpSpPr>
        <p:grpSpPr>
          <a:xfrm>
            <a:off x="2167295" y="2729706"/>
            <a:ext cx="352675" cy="355375"/>
            <a:chOff x="-31809525" y="3192625"/>
            <a:chExt cx="290650" cy="292875"/>
          </a:xfrm>
        </p:grpSpPr>
        <p:sp>
          <p:nvSpPr>
            <p:cNvPr id="6446" name="Google Shape;6446;p10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0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0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0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104"/>
          <p:cNvGrpSpPr/>
          <p:nvPr/>
        </p:nvGrpSpPr>
        <p:grpSpPr>
          <a:xfrm>
            <a:off x="2166810" y="3200258"/>
            <a:ext cx="353645" cy="355557"/>
            <a:chOff x="-31811100" y="3550975"/>
            <a:chExt cx="291450" cy="293025"/>
          </a:xfrm>
        </p:grpSpPr>
        <p:sp>
          <p:nvSpPr>
            <p:cNvPr id="6451" name="Google Shape;6451;p10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0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0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0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0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0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0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104"/>
          <p:cNvGrpSpPr/>
          <p:nvPr/>
        </p:nvGrpSpPr>
        <p:grpSpPr>
          <a:xfrm>
            <a:off x="2160606" y="3664562"/>
            <a:ext cx="366052" cy="356831"/>
            <a:chOff x="-31817400" y="3910025"/>
            <a:chExt cx="301675" cy="294075"/>
          </a:xfrm>
        </p:grpSpPr>
        <p:sp>
          <p:nvSpPr>
            <p:cNvPr id="6459" name="Google Shape;6459;p10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0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0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104"/>
          <p:cNvGrpSpPr/>
          <p:nvPr/>
        </p:nvGrpSpPr>
        <p:grpSpPr>
          <a:xfrm>
            <a:off x="3952234" y="3200743"/>
            <a:ext cx="354616" cy="354586"/>
            <a:chOff x="-30354000" y="3569100"/>
            <a:chExt cx="292250" cy="292225"/>
          </a:xfrm>
        </p:grpSpPr>
        <p:sp>
          <p:nvSpPr>
            <p:cNvPr id="6463" name="Google Shape;6463;p10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0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0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0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0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0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104"/>
          <p:cNvGrpSpPr/>
          <p:nvPr/>
        </p:nvGrpSpPr>
        <p:grpSpPr>
          <a:xfrm>
            <a:off x="1730812" y="1380546"/>
            <a:ext cx="342148" cy="353645"/>
            <a:chOff x="-35118325" y="3202075"/>
            <a:chExt cx="281975" cy="291450"/>
          </a:xfrm>
        </p:grpSpPr>
        <p:sp>
          <p:nvSpPr>
            <p:cNvPr id="6470" name="Google Shape;6470;p10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0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0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0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104"/>
          <p:cNvGrpSpPr/>
          <p:nvPr/>
        </p:nvGrpSpPr>
        <p:grpSpPr>
          <a:xfrm>
            <a:off x="1724593" y="1821799"/>
            <a:ext cx="354586" cy="353221"/>
            <a:chOff x="-35123050" y="3561225"/>
            <a:chExt cx="292225" cy="291100"/>
          </a:xfrm>
        </p:grpSpPr>
        <p:sp>
          <p:nvSpPr>
            <p:cNvPr id="6475" name="Google Shape;6475;p10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0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104"/>
          <p:cNvGrpSpPr/>
          <p:nvPr/>
        </p:nvGrpSpPr>
        <p:grpSpPr>
          <a:xfrm>
            <a:off x="1766652" y="2256940"/>
            <a:ext cx="270467" cy="353615"/>
            <a:chOff x="-35089175" y="3919600"/>
            <a:chExt cx="222900" cy="291425"/>
          </a:xfrm>
        </p:grpSpPr>
        <p:sp>
          <p:nvSpPr>
            <p:cNvPr id="6478" name="Google Shape;6478;p10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0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104"/>
          <p:cNvGrpSpPr/>
          <p:nvPr/>
        </p:nvGrpSpPr>
        <p:grpSpPr>
          <a:xfrm>
            <a:off x="3963648" y="1380303"/>
            <a:ext cx="336445" cy="354131"/>
            <a:chOff x="-33277650" y="3226875"/>
            <a:chExt cx="277275" cy="291850"/>
          </a:xfrm>
        </p:grpSpPr>
        <p:sp>
          <p:nvSpPr>
            <p:cNvPr id="6481" name="Google Shape;6481;p10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0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0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0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0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0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0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104"/>
          <p:cNvGrpSpPr/>
          <p:nvPr/>
        </p:nvGrpSpPr>
        <p:grpSpPr>
          <a:xfrm>
            <a:off x="3955048" y="1821587"/>
            <a:ext cx="353645" cy="353645"/>
            <a:chOff x="-33286325" y="3586425"/>
            <a:chExt cx="291450" cy="291450"/>
          </a:xfrm>
        </p:grpSpPr>
        <p:sp>
          <p:nvSpPr>
            <p:cNvPr id="6489" name="Google Shape;6489;p10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0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0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0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0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104"/>
          <p:cNvGrpSpPr/>
          <p:nvPr/>
        </p:nvGrpSpPr>
        <p:grpSpPr>
          <a:xfrm>
            <a:off x="3955048" y="2255969"/>
            <a:ext cx="353645" cy="355557"/>
            <a:chOff x="-33286325" y="3944800"/>
            <a:chExt cx="291450" cy="293025"/>
          </a:xfrm>
        </p:grpSpPr>
        <p:sp>
          <p:nvSpPr>
            <p:cNvPr id="6495" name="Google Shape;6495;p10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0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0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0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104"/>
          <p:cNvGrpSpPr/>
          <p:nvPr/>
        </p:nvGrpSpPr>
        <p:grpSpPr>
          <a:xfrm>
            <a:off x="2613445" y="2729129"/>
            <a:ext cx="353645" cy="356527"/>
            <a:chOff x="-31452725" y="3191825"/>
            <a:chExt cx="291450" cy="293825"/>
          </a:xfrm>
        </p:grpSpPr>
        <p:sp>
          <p:nvSpPr>
            <p:cNvPr id="6500" name="Google Shape;6500;p10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0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0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0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104"/>
          <p:cNvGrpSpPr/>
          <p:nvPr/>
        </p:nvGrpSpPr>
        <p:grpSpPr>
          <a:xfrm>
            <a:off x="2612975" y="3200744"/>
            <a:ext cx="354586" cy="354586"/>
            <a:chOff x="-31452725" y="3551775"/>
            <a:chExt cx="292225" cy="292225"/>
          </a:xfrm>
        </p:grpSpPr>
        <p:sp>
          <p:nvSpPr>
            <p:cNvPr id="6505" name="Google Shape;6505;p10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0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0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0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104"/>
          <p:cNvGrpSpPr/>
          <p:nvPr/>
        </p:nvGrpSpPr>
        <p:grpSpPr>
          <a:xfrm>
            <a:off x="2611534" y="3664729"/>
            <a:ext cx="357468" cy="356497"/>
            <a:chOff x="-31455100" y="3909350"/>
            <a:chExt cx="294600" cy="293800"/>
          </a:xfrm>
        </p:grpSpPr>
        <p:sp>
          <p:nvSpPr>
            <p:cNvPr id="6510" name="Google Shape;6510;p10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0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104"/>
          <p:cNvGrpSpPr/>
          <p:nvPr/>
        </p:nvGrpSpPr>
        <p:grpSpPr>
          <a:xfrm>
            <a:off x="3952719" y="3665684"/>
            <a:ext cx="353645" cy="354586"/>
            <a:chOff x="-30345325" y="3918800"/>
            <a:chExt cx="291450" cy="292225"/>
          </a:xfrm>
        </p:grpSpPr>
        <p:sp>
          <p:nvSpPr>
            <p:cNvPr id="6513" name="Google Shape;6513;p10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0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0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0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0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104"/>
          <p:cNvGrpSpPr/>
          <p:nvPr/>
        </p:nvGrpSpPr>
        <p:grpSpPr>
          <a:xfrm>
            <a:off x="2172184" y="1821587"/>
            <a:ext cx="353645" cy="353645"/>
            <a:chOff x="-34763900" y="3561225"/>
            <a:chExt cx="291450" cy="291450"/>
          </a:xfrm>
        </p:grpSpPr>
        <p:sp>
          <p:nvSpPr>
            <p:cNvPr id="6519" name="Google Shape;6519;p10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0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0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2" name="Google Shape;6522;p10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104"/>
          <p:cNvGrpSpPr/>
          <p:nvPr/>
        </p:nvGrpSpPr>
        <p:grpSpPr>
          <a:xfrm>
            <a:off x="827081" y="2730099"/>
            <a:ext cx="354586" cy="354586"/>
            <a:chOff x="-32927950" y="3227275"/>
            <a:chExt cx="292225" cy="292225"/>
          </a:xfrm>
        </p:grpSpPr>
        <p:sp>
          <p:nvSpPr>
            <p:cNvPr id="6524" name="Google Shape;6524;p10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0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0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0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0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104"/>
          <p:cNvGrpSpPr/>
          <p:nvPr/>
        </p:nvGrpSpPr>
        <p:grpSpPr>
          <a:xfrm>
            <a:off x="826596" y="3201213"/>
            <a:ext cx="355557" cy="353645"/>
            <a:chOff x="-32927950" y="3586425"/>
            <a:chExt cx="293025" cy="291450"/>
          </a:xfrm>
        </p:grpSpPr>
        <p:sp>
          <p:nvSpPr>
            <p:cNvPr id="6530" name="Google Shape;6530;p10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0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0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0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0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104"/>
          <p:cNvGrpSpPr/>
          <p:nvPr/>
        </p:nvGrpSpPr>
        <p:grpSpPr>
          <a:xfrm>
            <a:off x="827081" y="3665198"/>
            <a:ext cx="354586" cy="355557"/>
            <a:chOff x="-32927950" y="3944800"/>
            <a:chExt cx="292225" cy="293025"/>
          </a:xfrm>
        </p:grpSpPr>
        <p:sp>
          <p:nvSpPr>
            <p:cNvPr id="6536" name="Google Shape;6536;p10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0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0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0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0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0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0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0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0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104"/>
          <p:cNvGrpSpPr/>
          <p:nvPr/>
        </p:nvGrpSpPr>
        <p:grpSpPr>
          <a:xfrm>
            <a:off x="3055873" y="2730449"/>
            <a:ext cx="354586" cy="353888"/>
            <a:chOff x="-31094350" y="3194000"/>
            <a:chExt cx="292225" cy="291650"/>
          </a:xfrm>
        </p:grpSpPr>
        <p:sp>
          <p:nvSpPr>
            <p:cNvPr id="6546" name="Google Shape;6546;p10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0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0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0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0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0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0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0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104"/>
          <p:cNvGrpSpPr/>
          <p:nvPr/>
        </p:nvGrpSpPr>
        <p:grpSpPr>
          <a:xfrm>
            <a:off x="3056343" y="3200941"/>
            <a:ext cx="353645" cy="354191"/>
            <a:chOff x="-31093575" y="3552550"/>
            <a:chExt cx="291450" cy="291900"/>
          </a:xfrm>
        </p:grpSpPr>
        <p:sp>
          <p:nvSpPr>
            <p:cNvPr id="6555" name="Google Shape;6555;p10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0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0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0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104"/>
          <p:cNvGrpSpPr/>
          <p:nvPr/>
        </p:nvGrpSpPr>
        <p:grpSpPr>
          <a:xfrm>
            <a:off x="2182711" y="1380546"/>
            <a:ext cx="332593" cy="353645"/>
            <a:chOff x="-34755225" y="3202075"/>
            <a:chExt cx="274100" cy="291450"/>
          </a:xfrm>
        </p:grpSpPr>
        <p:sp>
          <p:nvSpPr>
            <p:cNvPr id="6560" name="Google Shape;6560;p10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0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0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0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0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0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0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104"/>
          <p:cNvGrpSpPr/>
          <p:nvPr/>
        </p:nvGrpSpPr>
        <p:grpSpPr>
          <a:xfrm>
            <a:off x="3056343" y="3666169"/>
            <a:ext cx="353645" cy="353615"/>
            <a:chOff x="-31093575" y="3911725"/>
            <a:chExt cx="291450" cy="291425"/>
          </a:xfrm>
        </p:grpSpPr>
        <p:sp>
          <p:nvSpPr>
            <p:cNvPr id="6568" name="Google Shape;6568;p10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0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104"/>
          <p:cNvGrpSpPr/>
          <p:nvPr/>
        </p:nvGrpSpPr>
        <p:grpSpPr>
          <a:xfrm>
            <a:off x="2165773" y="4123136"/>
            <a:ext cx="356497" cy="354586"/>
            <a:chOff x="-29946000" y="3183175"/>
            <a:chExt cx="293800" cy="292225"/>
          </a:xfrm>
        </p:grpSpPr>
        <p:sp>
          <p:nvSpPr>
            <p:cNvPr id="6571" name="Google Shape;6571;p10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0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0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0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0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0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104"/>
          <p:cNvGrpSpPr/>
          <p:nvPr/>
        </p:nvGrpSpPr>
        <p:grpSpPr>
          <a:xfrm>
            <a:off x="2610305" y="1380289"/>
            <a:ext cx="358408" cy="354161"/>
            <a:chOff x="-34408675" y="3202075"/>
            <a:chExt cx="295375" cy="291875"/>
          </a:xfrm>
        </p:grpSpPr>
        <p:sp>
          <p:nvSpPr>
            <p:cNvPr id="6578" name="Google Shape;6578;p10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0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0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0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104"/>
          <p:cNvGrpSpPr/>
          <p:nvPr/>
        </p:nvGrpSpPr>
        <p:grpSpPr>
          <a:xfrm>
            <a:off x="2612216" y="1820283"/>
            <a:ext cx="354586" cy="356254"/>
            <a:chOff x="-34405525" y="3558075"/>
            <a:chExt cx="292225" cy="293600"/>
          </a:xfrm>
        </p:grpSpPr>
        <p:sp>
          <p:nvSpPr>
            <p:cNvPr id="6583" name="Google Shape;6583;p10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0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0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104"/>
          <p:cNvGrpSpPr/>
          <p:nvPr/>
        </p:nvGrpSpPr>
        <p:grpSpPr>
          <a:xfrm>
            <a:off x="2611730" y="2256940"/>
            <a:ext cx="355557" cy="353615"/>
            <a:chOff x="-34406325" y="3919600"/>
            <a:chExt cx="293025" cy="291425"/>
          </a:xfrm>
        </p:grpSpPr>
        <p:sp>
          <p:nvSpPr>
            <p:cNvPr id="6587" name="Google Shape;6587;p10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0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0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0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0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0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0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104"/>
          <p:cNvGrpSpPr/>
          <p:nvPr/>
        </p:nvGrpSpPr>
        <p:grpSpPr>
          <a:xfrm>
            <a:off x="1275628" y="2736303"/>
            <a:ext cx="353645" cy="342179"/>
            <a:chOff x="-32568800" y="3232000"/>
            <a:chExt cx="291450" cy="282000"/>
          </a:xfrm>
        </p:grpSpPr>
        <p:sp>
          <p:nvSpPr>
            <p:cNvPr id="6595" name="Google Shape;6595;p10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0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04"/>
          <p:cNvGrpSpPr/>
          <p:nvPr/>
        </p:nvGrpSpPr>
        <p:grpSpPr>
          <a:xfrm>
            <a:off x="1275158" y="3201213"/>
            <a:ext cx="354586" cy="353645"/>
            <a:chOff x="-32569575" y="3586425"/>
            <a:chExt cx="292225" cy="291450"/>
          </a:xfrm>
        </p:grpSpPr>
        <p:sp>
          <p:nvSpPr>
            <p:cNvPr id="6598" name="Google Shape;6598;p10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0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104"/>
          <p:cNvGrpSpPr/>
          <p:nvPr/>
        </p:nvGrpSpPr>
        <p:grpSpPr>
          <a:xfrm>
            <a:off x="1266073" y="3665805"/>
            <a:ext cx="372756" cy="354343"/>
            <a:chOff x="-32576675" y="3944600"/>
            <a:chExt cx="307200" cy="292025"/>
          </a:xfrm>
        </p:grpSpPr>
        <p:sp>
          <p:nvSpPr>
            <p:cNvPr id="6601" name="Google Shape;6601;p10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0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104"/>
          <p:cNvGrpSpPr/>
          <p:nvPr/>
        </p:nvGrpSpPr>
        <p:grpSpPr>
          <a:xfrm>
            <a:off x="3511040" y="2730100"/>
            <a:ext cx="354586" cy="354586"/>
            <a:chOff x="-30735200" y="3192625"/>
            <a:chExt cx="292225" cy="292225"/>
          </a:xfrm>
        </p:grpSpPr>
        <p:sp>
          <p:nvSpPr>
            <p:cNvPr id="6604" name="Google Shape;6604;p10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0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0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0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0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0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0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104"/>
          <p:cNvGrpSpPr/>
          <p:nvPr/>
        </p:nvGrpSpPr>
        <p:grpSpPr>
          <a:xfrm>
            <a:off x="3511040" y="3201532"/>
            <a:ext cx="354586" cy="353008"/>
            <a:chOff x="-30735200" y="3552550"/>
            <a:chExt cx="292225" cy="290925"/>
          </a:xfrm>
        </p:grpSpPr>
        <p:sp>
          <p:nvSpPr>
            <p:cNvPr id="6612" name="Google Shape;6612;p10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0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104"/>
          <p:cNvGrpSpPr/>
          <p:nvPr/>
        </p:nvGrpSpPr>
        <p:grpSpPr>
          <a:xfrm>
            <a:off x="3511040" y="3666154"/>
            <a:ext cx="354586" cy="353645"/>
            <a:chOff x="-30735200" y="3910925"/>
            <a:chExt cx="292225" cy="291450"/>
          </a:xfrm>
        </p:grpSpPr>
        <p:sp>
          <p:nvSpPr>
            <p:cNvPr id="6615" name="Google Shape;6615;p10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0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7" name="Google Shape;6617;p10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8" name="Google Shape;6618;p104"/>
          <p:cNvGrpSpPr/>
          <p:nvPr/>
        </p:nvGrpSpPr>
        <p:grpSpPr>
          <a:xfrm>
            <a:off x="4864547" y="1375808"/>
            <a:ext cx="358971" cy="359224"/>
            <a:chOff x="-57956275" y="3197925"/>
            <a:chExt cx="319000" cy="319225"/>
          </a:xfrm>
        </p:grpSpPr>
        <p:sp>
          <p:nvSpPr>
            <p:cNvPr id="6619" name="Google Shape;6619;p10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0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0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0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0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0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0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104"/>
          <p:cNvGrpSpPr/>
          <p:nvPr/>
        </p:nvGrpSpPr>
        <p:grpSpPr>
          <a:xfrm>
            <a:off x="4886701" y="1832234"/>
            <a:ext cx="314662" cy="358971"/>
            <a:chOff x="-57940525" y="3590375"/>
            <a:chExt cx="279625" cy="319000"/>
          </a:xfrm>
        </p:grpSpPr>
        <p:sp>
          <p:nvSpPr>
            <p:cNvPr id="6627" name="Google Shape;6627;p10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0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0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0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0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104"/>
          <p:cNvGrpSpPr/>
          <p:nvPr/>
        </p:nvGrpSpPr>
        <p:grpSpPr>
          <a:xfrm>
            <a:off x="4857582" y="2273605"/>
            <a:ext cx="358099" cy="358999"/>
            <a:chOff x="-57959425" y="3982600"/>
            <a:chExt cx="318225" cy="319025"/>
          </a:xfrm>
        </p:grpSpPr>
        <p:sp>
          <p:nvSpPr>
            <p:cNvPr id="6633" name="Google Shape;6633;p10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0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0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0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104"/>
          <p:cNvGrpSpPr/>
          <p:nvPr/>
        </p:nvGrpSpPr>
        <p:grpSpPr>
          <a:xfrm>
            <a:off x="7057749" y="1376934"/>
            <a:ext cx="357226" cy="357226"/>
            <a:chOff x="-55987225" y="3198925"/>
            <a:chExt cx="317450" cy="317450"/>
          </a:xfrm>
        </p:grpSpPr>
        <p:sp>
          <p:nvSpPr>
            <p:cNvPr id="6638" name="Google Shape;6638;p10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0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0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0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104"/>
          <p:cNvGrpSpPr/>
          <p:nvPr/>
        </p:nvGrpSpPr>
        <p:grpSpPr>
          <a:xfrm>
            <a:off x="7057749" y="1832965"/>
            <a:ext cx="357226" cy="357367"/>
            <a:chOff x="-55987225" y="3591025"/>
            <a:chExt cx="317450" cy="317575"/>
          </a:xfrm>
        </p:grpSpPr>
        <p:sp>
          <p:nvSpPr>
            <p:cNvPr id="6643" name="Google Shape;6643;p10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0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0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0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0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104"/>
          <p:cNvGrpSpPr/>
          <p:nvPr/>
        </p:nvGrpSpPr>
        <p:grpSpPr>
          <a:xfrm>
            <a:off x="7071665" y="2273605"/>
            <a:ext cx="358999" cy="358999"/>
            <a:chOff x="-55988800" y="3982600"/>
            <a:chExt cx="319025" cy="319025"/>
          </a:xfrm>
        </p:grpSpPr>
        <p:sp>
          <p:nvSpPr>
            <p:cNvPr id="6649" name="Google Shape;6649;p10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0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0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0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0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104"/>
          <p:cNvGrpSpPr/>
          <p:nvPr/>
        </p:nvGrpSpPr>
        <p:grpSpPr>
          <a:xfrm>
            <a:off x="5730184" y="2731562"/>
            <a:ext cx="356326" cy="358971"/>
            <a:chOff x="-54026025" y="3192625"/>
            <a:chExt cx="316650" cy="319000"/>
          </a:xfrm>
        </p:grpSpPr>
        <p:sp>
          <p:nvSpPr>
            <p:cNvPr id="6655" name="Google Shape;6655;p10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0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0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0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0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0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0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0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104"/>
          <p:cNvGrpSpPr/>
          <p:nvPr/>
        </p:nvGrpSpPr>
        <p:grpSpPr>
          <a:xfrm>
            <a:off x="5750130" y="3202536"/>
            <a:ext cx="316434" cy="358099"/>
            <a:chOff x="-54007925" y="3584850"/>
            <a:chExt cx="281200" cy="318225"/>
          </a:xfrm>
        </p:grpSpPr>
        <p:sp>
          <p:nvSpPr>
            <p:cNvPr id="6664" name="Google Shape;6664;p10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0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0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0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0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0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104"/>
          <p:cNvGrpSpPr/>
          <p:nvPr/>
        </p:nvGrpSpPr>
        <p:grpSpPr>
          <a:xfrm>
            <a:off x="5750130" y="3664421"/>
            <a:ext cx="316434" cy="358914"/>
            <a:chOff x="-54007925" y="3975575"/>
            <a:chExt cx="281200" cy="318950"/>
          </a:xfrm>
        </p:grpSpPr>
        <p:sp>
          <p:nvSpPr>
            <p:cNvPr id="6671" name="Google Shape;6671;p10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0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0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0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104"/>
          <p:cNvGrpSpPr/>
          <p:nvPr/>
        </p:nvGrpSpPr>
        <p:grpSpPr>
          <a:xfrm>
            <a:off x="7984996" y="2748891"/>
            <a:ext cx="274770" cy="358492"/>
            <a:chOff x="-52005775" y="3208025"/>
            <a:chExt cx="244175" cy="318575"/>
          </a:xfrm>
        </p:grpSpPr>
        <p:sp>
          <p:nvSpPr>
            <p:cNvPr id="6676" name="Google Shape;6676;p10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0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0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0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0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0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0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0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0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0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0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104"/>
          <p:cNvGrpSpPr/>
          <p:nvPr/>
        </p:nvGrpSpPr>
        <p:grpSpPr>
          <a:xfrm>
            <a:off x="5291462" y="1376934"/>
            <a:ext cx="358099" cy="358099"/>
            <a:chOff x="-57568775" y="3198925"/>
            <a:chExt cx="318225" cy="318225"/>
          </a:xfrm>
        </p:grpSpPr>
        <p:sp>
          <p:nvSpPr>
            <p:cNvPr id="6688" name="Google Shape;6688;p10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0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0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0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0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0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104"/>
          <p:cNvGrpSpPr/>
          <p:nvPr/>
        </p:nvGrpSpPr>
        <p:grpSpPr>
          <a:xfrm>
            <a:off x="5313181" y="1832234"/>
            <a:ext cx="314662" cy="358099"/>
            <a:chOff x="-57549075" y="3590375"/>
            <a:chExt cx="279625" cy="318225"/>
          </a:xfrm>
        </p:grpSpPr>
        <p:sp>
          <p:nvSpPr>
            <p:cNvPr id="6695" name="Google Shape;6695;p10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0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0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0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104"/>
          <p:cNvGrpSpPr/>
          <p:nvPr/>
        </p:nvGrpSpPr>
        <p:grpSpPr>
          <a:xfrm>
            <a:off x="5305378" y="2273605"/>
            <a:ext cx="359871" cy="359871"/>
            <a:chOff x="-57570350" y="3982600"/>
            <a:chExt cx="319800" cy="319800"/>
          </a:xfrm>
        </p:grpSpPr>
        <p:sp>
          <p:nvSpPr>
            <p:cNvPr id="6700" name="Google Shape;6700;p10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0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0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0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104"/>
          <p:cNvGrpSpPr/>
          <p:nvPr/>
        </p:nvGrpSpPr>
        <p:grpSpPr>
          <a:xfrm>
            <a:off x="7520416" y="1376033"/>
            <a:ext cx="314662" cy="358999"/>
            <a:chOff x="-55576850" y="3198125"/>
            <a:chExt cx="279625" cy="319025"/>
          </a:xfrm>
        </p:grpSpPr>
        <p:sp>
          <p:nvSpPr>
            <p:cNvPr id="6705" name="Google Shape;6705;p10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0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0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0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104"/>
          <p:cNvGrpSpPr/>
          <p:nvPr/>
        </p:nvGrpSpPr>
        <p:grpSpPr>
          <a:xfrm>
            <a:off x="7497812" y="1832009"/>
            <a:ext cx="359871" cy="358324"/>
            <a:chOff x="-55596550" y="3590175"/>
            <a:chExt cx="319800" cy="318425"/>
          </a:xfrm>
        </p:grpSpPr>
        <p:sp>
          <p:nvSpPr>
            <p:cNvPr id="6710" name="Google Shape;6710;p10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0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0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0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104"/>
          <p:cNvGrpSpPr/>
          <p:nvPr/>
        </p:nvGrpSpPr>
        <p:grpSpPr>
          <a:xfrm>
            <a:off x="7513049" y="2273351"/>
            <a:ext cx="358999" cy="359252"/>
            <a:chOff x="-55595775" y="3982375"/>
            <a:chExt cx="319025" cy="319250"/>
          </a:xfrm>
        </p:grpSpPr>
        <p:sp>
          <p:nvSpPr>
            <p:cNvPr id="6715" name="Google Shape;6715;p10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0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0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0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0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0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104"/>
          <p:cNvGrpSpPr/>
          <p:nvPr/>
        </p:nvGrpSpPr>
        <p:grpSpPr>
          <a:xfrm>
            <a:off x="6170232" y="2731562"/>
            <a:ext cx="358999" cy="358099"/>
            <a:chOff x="-53635375" y="3192625"/>
            <a:chExt cx="319025" cy="318225"/>
          </a:xfrm>
        </p:grpSpPr>
        <p:sp>
          <p:nvSpPr>
            <p:cNvPr id="6722" name="Google Shape;6722;p10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0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0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104"/>
          <p:cNvGrpSpPr/>
          <p:nvPr/>
        </p:nvGrpSpPr>
        <p:grpSpPr>
          <a:xfrm>
            <a:off x="6192401" y="3202536"/>
            <a:ext cx="314662" cy="358999"/>
            <a:chOff x="-53615675" y="3584850"/>
            <a:chExt cx="279625" cy="319025"/>
          </a:xfrm>
        </p:grpSpPr>
        <p:sp>
          <p:nvSpPr>
            <p:cNvPr id="6726" name="Google Shape;6726;p10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0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0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104"/>
          <p:cNvGrpSpPr/>
          <p:nvPr/>
        </p:nvGrpSpPr>
        <p:grpSpPr>
          <a:xfrm>
            <a:off x="6170246" y="3665461"/>
            <a:ext cx="358971" cy="357874"/>
            <a:chOff x="-53634575" y="3976500"/>
            <a:chExt cx="319000" cy="318025"/>
          </a:xfrm>
        </p:grpSpPr>
        <p:sp>
          <p:nvSpPr>
            <p:cNvPr id="6730" name="Google Shape;6730;p10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0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0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0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0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0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0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0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104"/>
          <p:cNvGrpSpPr/>
          <p:nvPr/>
        </p:nvGrpSpPr>
        <p:grpSpPr>
          <a:xfrm>
            <a:off x="7965050" y="3208415"/>
            <a:ext cx="314662" cy="358436"/>
            <a:chOff x="-52023900" y="3590075"/>
            <a:chExt cx="279625" cy="318525"/>
          </a:xfrm>
        </p:grpSpPr>
        <p:sp>
          <p:nvSpPr>
            <p:cNvPr id="6739" name="Google Shape;6739;p10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0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0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0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0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0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0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104"/>
          <p:cNvGrpSpPr/>
          <p:nvPr/>
        </p:nvGrpSpPr>
        <p:grpSpPr>
          <a:xfrm>
            <a:off x="5728292" y="1376934"/>
            <a:ext cx="358971" cy="358971"/>
            <a:chOff x="-57173375" y="3198925"/>
            <a:chExt cx="319000" cy="319000"/>
          </a:xfrm>
        </p:grpSpPr>
        <p:sp>
          <p:nvSpPr>
            <p:cNvPr id="6747" name="Google Shape;6747;p10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0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0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0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104"/>
          <p:cNvGrpSpPr/>
          <p:nvPr/>
        </p:nvGrpSpPr>
        <p:grpSpPr>
          <a:xfrm>
            <a:off x="5729178" y="1854374"/>
            <a:ext cx="357198" cy="314690"/>
            <a:chOff x="-57176525" y="3610050"/>
            <a:chExt cx="317425" cy="279650"/>
          </a:xfrm>
        </p:grpSpPr>
        <p:sp>
          <p:nvSpPr>
            <p:cNvPr id="6752" name="Google Shape;6752;p10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0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0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0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0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104"/>
          <p:cNvGrpSpPr/>
          <p:nvPr/>
        </p:nvGrpSpPr>
        <p:grpSpPr>
          <a:xfrm>
            <a:off x="7939633" y="1376934"/>
            <a:ext cx="358099" cy="356326"/>
            <a:chOff x="-55202750" y="3198925"/>
            <a:chExt cx="318225" cy="316650"/>
          </a:xfrm>
        </p:grpSpPr>
        <p:sp>
          <p:nvSpPr>
            <p:cNvPr id="6758" name="Google Shape;6758;p10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0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104"/>
          <p:cNvGrpSpPr/>
          <p:nvPr/>
        </p:nvGrpSpPr>
        <p:grpSpPr>
          <a:xfrm>
            <a:off x="7950267" y="1832234"/>
            <a:ext cx="336830" cy="358099"/>
            <a:chOff x="-55194875" y="3590375"/>
            <a:chExt cx="299325" cy="318225"/>
          </a:xfrm>
        </p:grpSpPr>
        <p:sp>
          <p:nvSpPr>
            <p:cNvPr id="6761" name="Google Shape;6761;p10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0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0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0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0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104"/>
          <p:cNvGrpSpPr/>
          <p:nvPr/>
        </p:nvGrpSpPr>
        <p:grpSpPr>
          <a:xfrm>
            <a:off x="7954884" y="2274505"/>
            <a:ext cx="357198" cy="357198"/>
            <a:chOff x="-55203525" y="3983400"/>
            <a:chExt cx="317425" cy="317425"/>
          </a:xfrm>
        </p:grpSpPr>
        <p:sp>
          <p:nvSpPr>
            <p:cNvPr id="6767" name="Google Shape;6767;p10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0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0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104"/>
          <p:cNvGrpSpPr/>
          <p:nvPr/>
        </p:nvGrpSpPr>
        <p:grpSpPr>
          <a:xfrm>
            <a:off x="6621365" y="2731562"/>
            <a:ext cx="335930" cy="358971"/>
            <a:chOff x="-53232900" y="3192625"/>
            <a:chExt cx="298525" cy="319000"/>
          </a:xfrm>
        </p:grpSpPr>
        <p:sp>
          <p:nvSpPr>
            <p:cNvPr id="6771" name="Google Shape;6771;p10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0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0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0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0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0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0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0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104"/>
          <p:cNvGrpSpPr/>
          <p:nvPr/>
        </p:nvGrpSpPr>
        <p:grpSpPr>
          <a:xfrm>
            <a:off x="6610731" y="3202536"/>
            <a:ext cx="357198" cy="356326"/>
            <a:chOff x="-53242350" y="3584850"/>
            <a:chExt cx="317425" cy="316650"/>
          </a:xfrm>
        </p:grpSpPr>
        <p:sp>
          <p:nvSpPr>
            <p:cNvPr id="6780" name="Google Shape;6780;p10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0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0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0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0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104"/>
          <p:cNvGrpSpPr/>
          <p:nvPr/>
        </p:nvGrpSpPr>
        <p:grpSpPr>
          <a:xfrm>
            <a:off x="6631999" y="3665236"/>
            <a:ext cx="314662" cy="358999"/>
            <a:chOff x="-53224225" y="3976300"/>
            <a:chExt cx="279625" cy="319025"/>
          </a:xfrm>
        </p:grpSpPr>
        <p:sp>
          <p:nvSpPr>
            <p:cNvPr id="6786" name="Google Shape;6786;p10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0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0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0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0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0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0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104"/>
          <p:cNvGrpSpPr/>
          <p:nvPr/>
        </p:nvGrpSpPr>
        <p:grpSpPr>
          <a:xfrm>
            <a:off x="7942896" y="3672917"/>
            <a:ext cx="358971" cy="358408"/>
            <a:chOff x="-52043575" y="3983125"/>
            <a:chExt cx="319000" cy="318500"/>
          </a:xfrm>
        </p:grpSpPr>
        <p:sp>
          <p:nvSpPr>
            <p:cNvPr id="6794" name="Google Shape;6794;p10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0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0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0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0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0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0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0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0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104"/>
          <p:cNvGrpSpPr/>
          <p:nvPr/>
        </p:nvGrpSpPr>
        <p:grpSpPr>
          <a:xfrm>
            <a:off x="6196836" y="1376934"/>
            <a:ext cx="314662" cy="358971"/>
            <a:chOff x="-56766175" y="3198925"/>
            <a:chExt cx="279625" cy="319000"/>
          </a:xfrm>
        </p:grpSpPr>
        <p:sp>
          <p:nvSpPr>
            <p:cNvPr id="6804" name="Google Shape;6804;p10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0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0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0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0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0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0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104"/>
          <p:cNvGrpSpPr/>
          <p:nvPr/>
        </p:nvGrpSpPr>
        <p:grpSpPr>
          <a:xfrm>
            <a:off x="6195950" y="1832234"/>
            <a:ext cx="316434" cy="358099"/>
            <a:chOff x="-56766175" y="3590375"/>
            <a:chExt cx="281200" cy="318225"/>
          </a:xfrm>
        </p:grpSpPr>
        <p:sp>
          <p:nvSpPr>
            <p:cNvPr id="6812" name="Google Shape;6812;p10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0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0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0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104"/>
          <p:cNvGrpSpPr/>
          <p:nvPr/>
        </p:nvGrpSpPr>
        <p:grpSpPr>
          <a:xfrm>
            <a:off x="6232906" y="2273605"/>
            <a:ext cx="272126" cy="358099"/>
            <a:chOff x="-56747275" y="3982600"/>
            <a:chExt cx="241825" cy="318225"/>
          </a:xfrm>
        </p:grpSpPr>
        <p:sp>
          <p:nvSpPr>
            <p:cNvPr id="6817" name="Google Shape;6817;p10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0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0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0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0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0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0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104"/>
          <p:cNvGrpSpPr/>
          <p:nvPr/>
        </p:nvGrpSpPr>
        <p:grpSpPr>
          <a:xfrm>
            <a:off x="4840657" y="3215842"/>
            <a:ext cx="358999" cy="342991"/>
            <a:chOff x="-54812875" y="3596675"/>
            <a:chExt cx="319025" cy="304800"/>
          </a:xfrm>
        </p:grpSpPr>
        <p:sp>
          <p:nvSpPr>
            <p:cNvPr id="6825" name="Google Shape;6825;p10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0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0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0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0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0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0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10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0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104"/>
          <p:cNvGrpSpPr/>
          <p:nvPr/>
        </p:nvGrpSpPr>
        <p:grpSpPr>
          <a:xfrm>
            <a:off x="4862826" y="3672326"/>
            <a:ext cx="314662" cy="358099"/>
            <a:chOff x="-54793175" y="3982600"/>
            <a:chExt cx="279625" cy="318225"/>
          </a:xfrm>
        </p:grpSpPr>
        <p:sp>
          <p:nvSpPr>
            <p:cNvPr id="6835" name="Google Shape;6835;p10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0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0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0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0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0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0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104"/>
          <p:cNvGrpSpPr/>
          <p:nvPr/>
        </p:nvGrpSpPr>
        <p:grpSpPr>
          <a:xfrm>
            <a:off x="7074284" y="2731562"/>
            <a:ext cx="314662" cy="358099"/>
            <a:chOff x="-52832000" y="3192625"/>
            <a:chExt cx="279625" cy="318225"/>
          </a:xfrm>
        </p:grpSpPr>
        <p:sp>
          <p:nvSpPr>
            <p:cNvPr id="6843" name="Google Shape;6843;p10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0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0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0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0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0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0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0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104"/>
          <p:cNvGrpSpPr/>
          <p:nvPr/>
        </p:nvGrpSpPr>
        <p:grpSpPr>
          <a:xfrm>
            <a:off x="5760817" y="2272929"/>
            <a:ext cx="323524" cy="358774"/>
            <a:chOff x="-57162350" y="3982000"/>
            <a:chExt cx="287500" cy="318825"/>
          </a:xfrm>
        </p:grpSpPr>
        <p:sp>
          <p:nvSpPr>
            <p:cNvPr id="6852" name="Google Shape;6852;p10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0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0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0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0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0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0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0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104"/>
          <p:cNvGrpSpPr/>
          <p:nvPr/>
        </p:nvGrpSpPr>
        <p:grpSpPr>
          <a:xfrm>
            <a:off x="7052130" y="3203436"/>
            <a:ext cx="358971" cy="357198"/>
            <a:chOff x="-52851675" y="3585650"/>
            <a:chExt cx="319000" cy="317425"/>
          </a:xfrm>
        </p:grpSpPr>
        <p:sp>
          <p:nvSpPr>
            <p:cNvPr id="6861" name="Google Shape;6861;p10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0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0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0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0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0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104"/>
          <p:cNvGrpSpPr/>
          <p:nvPr/>
        </p:nvGrpSpPr>
        <p:grpSpPr>
          <a:xfrm>
            <a:off x="7074284" y="3665236"/>
            <a:ext cx="314662" cy="358999"/>
            <a:chOff x="-52832000" y="3976300"/>
            <a:chExt cx="279625" cy="319025"/>
          </a:xfrm>
        </p:grpSpPr>
        <p:sp>
          <p:nvSpPr>
            <p:cNvPr id="6868" name="Google Shape;6868;p10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0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0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0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0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104"/>
          <p:cNvGrpSpPr/>
          <p:nvPr/>
        </p:nvGrpSpPr>
        <p:grpSpPr>
          <a:xfrm>
            <a:off x="6191490" y="4119884"/>
            <a:ext cx="316434" cy="358099"/>
            <a:chOff x="-51633225" y="3198925"/>
            <a:chExt cx="281200" cy="318225"/>
          </a:xfrm>
        </p:grpSpPr>
        <p:sp>
          <p:nvSpPr>
            <p:cNvPr id="6874" name="Google Shape;6874;p10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0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0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0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0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0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0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104"/>
          <p:cNvGrpSpPr/>
          <p:nvPr/>
        </p:nvGrpSpPr>
        <p:grpSpPr>
          <a:xfrm>
            <a:off x="6610314" y="1377806"/>
            <a:ext cx="365188" cy="357226"/>
            <a:chOff x="-56396775" y="3199700"/>
            <a:chExt cx="324525" cy="317450"/>
          </a:xfrm>
        </p:grpSpPr>
        <p:sp>
          <p:nvSpPr>
            <p:cNvPr id="6882" name="Google Shape;6882;p10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0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0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0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0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0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104"/>
          <p:cNvGrpSpPr/>
          <p:nvPr/>
        </p:nvGrpSpPr>
        <p:grpSpPr>
          <a:xfrm>
            <a:off x="6613408" y="1843740"/>
            <a:ext cx="358999" cy="335958"/>
            <a:chOff x="-56394425" y="3600600"/>
            <a:chExt cx="319025" cy="298550"/>
          </a:xfrm>
        </p:grpSpPr>
        <p:sp>
          <p:nvSpPr>
            <p:cNvPr id="6889" name="Google Shape;6889;p10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0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0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104"/>
          <p:cNvGrpSpPr/>
          <p:nvPr/>
        </p:nvGrpSpPr>
        <p:grpSpPr>
          <a:xfrm>
            <a:off x="6644175" y="2274505"/>
            <a:ext cx="327068" cy="357198"/>
            <a:chOff x="-56379450" y="3983400"/>
            <a:chExt cx="290650" cy="317425"/>
          </a:xfrm>
        </p:grpSpPr>
        <p:sp>
          <p:nvSpPr>
            <p:cNvPr id="6893" name="Google Shape;6893;p10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0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0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0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0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0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0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0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104"/>
          <p:cNvGrpSpPr/>
          <p:nvPr/>
        </p:nvGrpSpPr>
        <p:grpSpPr>
          <a:xfrm>
            <a:off x="5307879" y="2738651"/>
            <a:ext cx="316434" cy="358971"/>
            <a:chOff x="-54401725" y="3198925"/>
            <a:chExt cx="281200" cy="319000"/>
          </a:xfrm>
        </p:grpSpPr>
        <p:sp>
          <p:nvSpPr>
            <p:cNvPr id="6902" name="Google Shape;6902;p10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0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0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0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0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0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0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0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0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0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0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104"/>
          <p:cNvGrpSpPr/>
          <p:nvPr/>
        </p:nvGrpSpPr>
        <p:grpSpPr>
          <a:xfrm>
            <a:off x="5308766" y="3208753"/>
            <a:ext cx="314662" cy="358099"/>
            <a:chOff x="-54401725" y="3590375"/>
            <a:chExt cx="279625" cy="318225"/>
          </a:xfrm>
        </p:grpSpPr>
        <p:sp>
          <p:nvSpPr>
            <p:cNvPr id="6914" name="Google Shape;6914;p10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0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0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0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0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0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104"/>
          <p:cNvGrpSpPr/>
          <p:nvPr/>
        </p:nvGrpSpPr>
        <p:grpSpPr>
          <a:xfrm>
            <a:off x="5306557" y="3672326"/>
            <a:ext cx="319079" cy="358099"/>
            <a:chOff x="-54403300" y="3982600"/>
            <a:chExt cx="283550" cy="318225"/>
          </a:xfrm>
        </p:grpSpPr>
        <p:sp>
          <p:nvSpPr>
            <p:cNvPr id="6921" name="Google Shape;6921;p10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0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0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0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0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104"/>
          <p:cNvGrpSpPr/>
          <p:nvPr/>
        </p:nvGrpSpPr>
        <p:grpSpPr>
          <a:xfrm>
            <a:off x="7493951" y="2733559"/>
            <a:ext cx="356298" cy="356973"/>
            <a:chOff x="-52458650" y="3194400"/>
            <a:chExt cx="316625" cy="317225"/>
          </a:xfrm>
        </p:grpSpPr>
        <p:sp>
          <p:nvSpPr>
            <p:cNvPr id="6927" name="Google Shape;6927;p10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0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0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0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0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0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0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0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104"/>
          <p:cNvGrpSpPr/>
          <p:nvPr/>
        </p:nvGrpSpPr>
        <p:grpSpPr>
          <a:xfrm>
            <a:off x="4862826" y="2738651"/>
            <a:ext cx="314662" cy="358971"/>
            <a:chOff x="-54793175" y="3198925"/>
            <a:chExt cx="279625" cy="319000"/>
          </a:xfrm>
        </p:grpSpPr>
        <p:sp>
          <p:nvSpPr>
            <p:cNvPr id="6936" name="Google Shape;6936;p10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0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0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0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0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0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0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104"/>
          <p:cNvGrpSpPr/>
          <p:nvPr/>
        </p:nvGrpSpPr>
        <p:grpSpPr>
          <a:xfrm>
            <a:off x="7503249" y="3202536"/>
            <a:ext cx="337703" cy="357845"/>
            <a:chOff x="-52450000" y="3584850"/>
            <a:chExt cx="300100" cy="318000"/>
          </a:xfrm>
        </p:grpSpPr>
        <p:sp>
          <p:nvSpPr>
            <p:cNvPr id="6944" name="Google Shape;6944;p10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0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0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0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0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0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0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104"/>
          <p:cNvGrpSpPr/>
          <p:nvPr/>
        </p:nvGrpSpPr>
        <p:grpSpPr>
          <a:xfrm>
            <a:off x="7514769" y="3667009"/>
            <a:ext cx="314662" cy="357226"/>
            <a:chOff x="-52440550" y="3977875"/>
            <a:chExt cx="279625" cy="317450"/>
          </a:xfrm>
        </p:grpSpPr>
        <p:sp>
          <p:nvSpPr>
            <p:cNvPr id="6952" name="Google Shape;6952;p10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0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0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0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0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0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0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0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104"/>
          <p:cNvGrpSpPr/>
          <p:nvPr/>
        </p:nvGrpSpPr>
        <p:grpSpPr>
          <a:xfrm>
            <a:off x="6626703" y="4123215"/>
            <a:ext cx="314662" cy="358999"/>
            <a:chOff x="-51623775" y="3584850"/>
            <a:chExt cx="279625" cy="319025"/>
          </a:xfrm>
        </p:grpSpPr>
        <p:sp>
          <p:nvSpPr>
            <p:cNvPr id="6961" name="Google Shape;6961;p10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0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0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0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0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0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0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0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0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0" name="Google Shape;6970;p10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971" name="Google Shape;6971;p10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75" name="Shape 6975"/>
        <p:cNvGrpSpPr/>
        <p:nvPr/>
      </p:nvGrpSpPr>
      <p:grpSpPr>
        <a:xfrm>
          <a:off x="0" y="0"/>
          <a:ext cx="0" cy="0"/>
          <a:chOff x="0" y="0"/>
          <a:chExt cx="0" cy="0"/>
        </a:xfrm>
      </p:grpSpPr>
      <p:grpSp>
        <p:nvGrpSpPr>
          <p:cNvPr id="6976" name="Google Shape;6976;p105"/>
          <p:cNvGrpSpPr/>
          <p:nvPr/>
        </p:nvGrpSpPr>
        <p:grpSpPr>
          <a:xfrm>
            <a:off x="866775" y="1386849"/>
            <a:ext cx="276003" cy="357300"/>
            <a:chOff x="-50469125" y="3183175"/>
            <a:chExt cx="233150" cy="301825"/>
          </a:xfrm>
        </p:grpSpPr>
        <p:sp>
          <p:nvSpPr>
            <p:cNvPr id="6977" name="Google Shape;6977;p10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0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0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105"/>
          <p:cNvGrpSpPr/>
          <p:nvPr/>
        </p:nvGrpSpPr>
        <p:grpSpPr>
          <a:xfrm>
            <a:off x="826674" y="1822251"/>
            <a:ext cx="356205" cy="355288"/>
            <a:chOff x="-50504575" y="3550975"/>
            <a:chExt cx="300900" cy="300125"/>
          </a:xfrm>
        </p:grpSpPr>
        <p:sp>
          <p:nvSpPr>
            <p:cNvPr id="6981" name="Google Shape;6981;p10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0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0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0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105"/>
          <p:cNvGrpSpPr/>
          <p:nvPr/>
        </p:nvGrpSpPr>
        <p:grpSpPr>
          <a:xfrm>
            <a:off x="826674" y="2260493"/>
            <a:ext cx="356205" cy="354341"/>
            <a:chOff x="-50503000" y="3921175"/>
            <a:chExt cx="300900" cy="299325"/>
          </a:xfrm>
        </p:grpSpPr>
        <p:sp>
          <p:nvSpPr>
            <p:cNvPr id="6986" name="Google Shape;6986;p10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0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0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0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0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105"/>
          <p:cNvGrpSpPr/>
          <p:nvPr/>
        </p:nvGrpSpPr>
        <p:grpSpPr>
          <a:xfrm>
            <a:off x="3030727" y="1406411"/>
            <a:ext cx="355258" cy="356205"/>
            <a:chOff x="-48630025" y="3199700"/>
            <a:chExt cx="300100" cy="300900"/>
          </a:xfrm>
        </p:grpSpPr>
        <p:sp>
          <p:nvSpPr>
            <p:cNvPr id="6992" name="Google Shape;6992;p10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0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0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105"/>
          <p:cNvGrpSpPr/>
          <p:nvPr/>
        </p:nvGrpSpPr>
        <p:grpSpPr>
          <a:xfrm>
            <a:off x="3030727" y="1843707"/>
            <a:ext cx="355258" cy="355258"/>
            <a:chOff x="-48630025" y="3569100"/>
            <a:chExt cx="300100" cy="300100"/>
          </a:xfrm>
        </p:grpSpPr>
        <p:sp>
          <p:nvSpPr>
            <p:cNvPr id="6996" name="Google Shape;6996;p10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0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0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0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0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0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0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0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0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0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105"/>
          <p:cNvGrpSpPr/>
          <p:nvPr/>
        </p:nvGrpSpPr>
        <p:grpSpPr>
          <a:xfrm>
            <a:off x="3031201" y="2281003"/>
            <a:ext cx="354311" cy="353394"/>
            <a:chOff x="-48629225" y="3938500"/>
            <a:chExt cx="299300" cy="298525"/>
          </a:xfrm>
        </p:grpSpPr>
        <p:sp>
          <p:nvSpPr>
            <p:cNvPr id="7007" name="Google Shape;7007;p10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0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0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0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105"/>
          <p:cNvGrpSpPr/>
          <p:nvPr/>
        </p:nvGrpSpPr>
        <p:grpSpPr>
          <a:xfrm>
            <a:off x="1766604" y="2752344"/>
            <a:ext cx="311458" cy="354341"/>
            <a:chOff x="-46762575" y="3200500"/>
            <a:chExt cx="263100" cy="299325"/>
          </a:xfrm>
        </p:grpSpPr>
        <p:sp>
          <p:nvSpPr>
            <p:cNvPr id="7012" name="Google Shape;7012;p10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0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0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0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0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105"/>
          <p:cNvGrpSpPr/>
          <p:nvPr/>
        </p:nvGrpSpPr>
        <p:grpSpPr>
          <a:xfrm>
            <a:off x="1744689" y="3211066"/>
            <a:ext cx="355288" cy="312375"/>
            <a:chOff x="-46779900" y="3588000"/>
            <a:chExt cx="300125" cy="263875"/>
          </a:xfrm>
        </p:grpSpPr>
        <p:sp>
          <p:nvSpPr>
            <p:cNvPr id="7018" name="Google Shape;7018;p10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0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0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0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105"/>
          <p:cNvGrpSpPr/>
          <p:nvPr/>
        </p:nvGrpSpPr>
        <p:grpSpPr>
          <a:xfrm>
            <a:off x="1745162" y="3625988"/>
            <a:ext cx="354341" cy="353394"/>
            <a:chOff x="-46779100" y="3938500"/>
            <a:chExt cx="299325" cy="298525"/>
          </a:xfrm>
        </p:grpSpPr>
        <p:sp>
          <p:nvSpPr>
            <p:cNvPr id="7023" name="Google Shape;7023;p10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0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105"/>
          <p:cNvGrpSpPr/>
          <p:nvPr/>
        </p:nvGrpSpPr>
        <p:grpSpPr>
          <a:xfrm>
            <a:off x="3952900" y="2758855"/>
            <a:ext cx="355258" cy="355288"/>
            <a:chOff x="-44924250" y="3206000"/>
            <a:chExt cx="300100" cy="300125"/>
          </a:xfrm>
        </p:grpSpPr>
        <p:sp>
          <p:nvSpPr>
            <p:cNvPr id="7026" name="Google Shape;7026;p10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0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0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0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0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105"/>
          <p:cNvGrpSpPr/>
          <p:nvPr/>
        </p:nvGrpSpPr>
        <p:grpSpPr>
          <a:xfrm>
            <a:off x="1267386" y="1386849"/>
            <a:ext cx="355258" cy="355258"/>
            <a:chOff x="-50134375" y="3183175"/>
            <a:chExt cx="300100" cy="300100"/>
          </a:xfrm>
        </p:grpSpPr>
        <p:sp>
          <p:nvSpPr>
            <p:cNvPr id="7032" name="Google Shape;7032;p10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0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0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0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0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0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0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0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0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0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105"/>
          <p:cNvGrpSpPr/>
          <p:nvPr/>
        </p:nvGrpSpPr>
        <p:grpSpPr>
          <a:xfrm>
            <a:off x="1267386" y="1822251"/>
            <a:ext cx="355258" cy="355288"/>
            <a:chOff x="-50134375" y="3550975"/>
            <a:chExt cx="300100" cy="300125"/>
          </a:xfrm>
        </p:grpSpPr>
        <p:sp>
          <p:nvSpPr>
            <p:cNvPr id="7043" name="Google Shape;7043;p10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0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105"/>
          <p:cNvGrpSpPr/>
          <p:nvPr/>
        </p:nvGrpSpPr>
        <p:grpSpPr>
          <a:xfrm>
            <a:off x="1267386" y="2259783"/>
            <a:ext cx="355258" cy="355051"/>
            <a:chOff x="-50134375" y="3920575"/>
            <a:chExt cx="300100" cy="299925"/>
          </a:xfrm>
        </p:grpSpPr>
        <p:sp>
          <p:nvSpPr>
            <p:cNvPr id="7046" name="Google Shape;7046;p10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0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0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105"/>
          <p:cNvGrpSpPr/>
          <p:nvPr/>
        </p:nvGrpSpPr>
        <p:grpSpPr>
          <a:xfrm>
            <a:off x="3478110" y="1407358"/>
            <a:ext cx="357123" cy="355258"/>
            <a:chOff x="-48262200" y="3200500"/>
            <a:chExt cx="301675" cy="300100"/>
          </a:xfrm>
        </p:grpSpPr>
        <p:sp>
          <p:nvSpPr>
            <p:cNvPr id="7050" name="Google Shape;7050;p10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0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0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0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0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0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0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0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0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105"/>
          <p:cNvGrpSpPr/>
          <p:nvPr/>
        </p:nvGrpSpPr>
        <p:grpSpPr>
          <a:xfrm>
            <a:off x="3507483" y="1844447"/>
            <a:ext cx="298377" cy="354519"/>
            <a:chOff x="-48233050" y="3569725"/>
            <a:chExt cx="252050" cy="299475"/>
          </a:xfrm>
        </p:grpSpPr>
        <p:sp>
          <p:nvSpPr>
            <p:cNvPr id="7060" name="Google Shape;7060;p10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0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0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105"/>
          <p:cNvGrpSpPr/>
          <p:nvPr/>
        </p:nvGrpSpPr>
        <p:grpSpPr>
          <a:xfrm>
            <a:off x="3531248" y="2278191"/>
            <a:ext cx="250847" cy="358070"/>
            <a:chOff x="-48216525" y="3936125"/>
            <a:chExt cx="211900" cy="302475"/>
          </a:xfrm>
        </p:grpSpPr>
        <p:sp>
          <p:nvSpPr>
            <p:cNvPr id="7064" name="Google Shape;7064;p10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0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0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0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105"/>
          <p:cNvGrpSpPr/>
          <p:nvPr/>
        </p:nvGrpSpPr>
        <p:grpSpPr>
          <a:xfrm>
            <a:off x="2186966" y="2753261"/>
            <a:ext cx="355258" cy="355288"/>
            <a:chOff x="-46410500" y="3201275"/>
            <a:chExt cx="300100" cy="300125"/>
          </a:xfrm>
        </p:grpSpPr>
        <p:sp>
          <p:nvSpPr>
            <p:cNvPr id="7069" name="Google Shape;7069;p10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0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0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0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0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105"/>
          <p:cNvGrpSpPr/>
          <p:nvPr/>
        </p:nvGrpSpPr>
        <p:grpSpPr>
          <a:xfrm>
            <a:off x="2186966" y="3188692"/>
            <a:ext cx="355258" cy="356205"/>
            <a:chOff x="-46409700" y="3569100"/>
            <a:chExt cx="300100" cy="300900"/>
          </a:xfrm>
        </p:grpSpPr>
        <p:sp>
          <p:nvSpPr>
            <p:cNvPr id="7075" name="Google Shape;7075;p10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0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0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0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0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105"/>
          <p:cNvGrpSpPr/>
          <p:nvPr/>
        </p:nvGrpSpPr>
        <p:grpSpPr>
          <a:xfrm>
            <a:off x="2174847" y="3624124"/>
            <a:ext cx="379497" cy="358070"/>
            <a:chOff x="-46422300" y="3936925"/>
            <a:chExt cx="320575" cy="302475"/>
          </a:xfrm>
        </p:grpSpPr>
        <p:sp>
          <p:nvSpPr>
            <p:cNvPr id="7081" name="Google Shape;7081;p10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0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105"/>
          <p:cNvGrpSpPr/>
          <p:nvPr/>
        </p:nvGrpSpPr>
        <p:grpSpPr>
          <a:xfrm>
            <a:off x="3952426" y="3178452"/>
            <a:ext cx="356205" cy="355258"/>
            <a:chOff x="-44914800" y="3560450"/>
            <a:chExt cx="300900" cy="300100"/>
          </a:xfrm>
        </p:grpSpPr>
        <p:sp>
          <p:nvSpPr>
            <p:cNvPr id="7084" name="Google Shape;7084;p10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0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0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0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0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105"/>
          <p:cNvGrpSpPr/>
          <p:nvPr/>
        </p:nvGrpSpPr>
        <p:grpSpPr>
          <a:xfrm>
            <a:off x="1707478" y="1387086"/>
            <a:ext cx="354311" cy="354104"/>
            <a:chOff x="-49764975" y="3183375"/>
            <a:chExt cx="299300" cy="299125"/>
          </a:xfrm>
        </p:grpSpPr>
        <p:sp>
          <p:nvSpPr>
            <p:cNvPr id="7090" name="Google Shape;7090;p10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0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0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0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0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0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0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0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0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105"/>
          <p:cNvGrpSpPr/>
          <p:nvPr/>
        </p:nvGrpSpPr>
        <p:grpSpPr>
          <a:xfrm>
            <a:off x="1707478" y="1822547"/>
            <a:ext cx="354311" cy="355909"/>
            <a:chOff x="-49764975" y="3551225"/>
            <a:chExt cx="299300" cy="300650"/>
          </a:xfrm>
        </p:grpSpPr>
        <p:sp>
          <p:nvSpPr>
            <p:cNvPr id="7100" name="Google Shape;7100;p10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0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0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0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0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0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0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0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0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0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0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105"/>
          <p:cNvGrpSpPr/>
          <p:nvPr/>
        </p:nvGrpSpPr>
        <p:grpSpPr>
          <a:xfrm>
            <a:off x="1705140" y="2259310"/>
            <a:ext cx="358987" cy="355525"/>
            <a:chOff x="-49766550" y="3920175"/>
            <a:chExt cx="303250" cy="300325"/>
          </a:xfrm>
        </p:grpSpPr>
        <p:sp>
          <p:nvSpPr>
            <p:cNvPr id="7112" name="Google Shape;7112;p10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0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0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0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105"/>
          <p:cNvGrpSpPr/>
          <p:nvPr/>
        </p:nvGrpSpPr>
        <p:grpSpPr>
          <a:xfrm>
            <a:off x="3920671" y="1407358"/>
            <a:ext cx="357123" cy="354341"/>
            <a:chOff x="-47892800" y="3200500"/>
            <a:chExt cx="301675" cy="299325"/>
          </a:xfrm>
        </p:grpSpPr>
        <p:sp>
          <p:nvSpPr>
            <p:cNvPr id="7117" name="Google Shape;7117;p10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0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0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0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0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0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105"/>
          <p:cNvGrpSpPr/>
          <p:nvPr/>
        </p:nvGrpSpPr>
        <p:grpSpPr>
          <a:xfrm>
            <a:off x="3984537" y="1843707"/>
            <a:ext cx="229391" cy="355258"/>
            <a:chOff x="-47839250" y="3569100"/>
            <a:chExt cx="193775" cy="300100"/>
          </a:xfrm>
        </p:grpSpPr>
        <p:sp>
          <p:nvSpPr>
            <p:cNvPr id="7124" name="Google Shape;7124;p10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0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0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0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0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0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105"/>
          <p:cNvGrpSpPr/>
          <p:nvPr/>
        </p:nvGrpSpPr>
        <p:grpSpPr>
          <a:xfrm>
            <a:off x="3921603" y="2280056"/>
            <a:ext cx="355258" cy="356205"/>
            <a:chOff x="-47892800" y="3937700"/>
            <a:chExt cx="300100" cy="300900"/>
          </a:xfrm>
        </p:grpSpPr>
        <p:sp>
          <p:nvSpPr>
            <p:cNvPr id="7131" name="Google Shape;7131;p10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0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0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0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0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0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0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0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105"/>
          <p:cNvGrpSpPr/>
          <p:nvPr/>
        </p:nvGrpSpPr>
        <p:grpSpPr>
          <a:xfrm>
            <a:off x="2626898" y="2773770"/>
            <a:ext cx="355258" cy="311458"/>
            <a:chOff x="-46042675" y="3218600"/>
            <a:chExt cx="300100" cy="263100"/>
          </a:xfrm>
        </p:grpSpPr>
        <p:sp>
          <p:nvSpPr>
            <p:cNvPr id="7140" name="Google Shape;7140;p10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0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0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0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0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0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05"/>
          <p:cNvGrpSpPr/>
          <p:nvPr/>
        </p:nvGrpSpPr>
        <p:grpSpPr>
          <a:xfrm>
            <a:off x="2626898" y="3188219"/>
            <a:ext cx="355258" cy="323118"/>
            <a:chOff x="-46042675" y="3568700"/>
            <a:chExt cx="300100" cy="272950"/>
          </a:xfrm>
        </p:grpSpPr>
        <p:sp>
          <p:nvSpPr>
            <p:cNvPr id="7147" name="Google Shape;7147;p10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0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0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0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105"/>
          <p:cNvGrpSpPr/>
          <p:nvPr/>
        </p:nvGrpSpPr>
        <p:grpSpPr>
          <a:xfrm>
            <a:off x="2668849" y="3625189"/>
            <a:ext cx="271357" cy="356057"/>
            <a:chOff x="-46007225" y="3937825"/>
            <a:chExt cx="229225" cy="300775"/>
          </a:xfrm>
        </p:grpSpPr>
        <p:sp>
          <p:nvSpPr>
            <p:cNvPr id="7152" name="Google Shape;7152;p10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0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0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0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0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0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0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0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0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0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105"/>
          <p:cNvGrpSpPr/>
          <p:nvPr/>
        </p:nvGrpSpPr>
        <p:grpSpPr>
          <a:xfrm>
            <a:off x="3974341" y="3615275"/>
            <a:ext cx="312375" cy="357596"/>
            <a:chOff x="-44895900" y="3929450"/>
            <a:chExt cx="263875" cy="302075"/>
          </a:xfrm>
        </p:grpSpPr>
        <p:sp>
          <p:nvSpPr>
            <p:cNvPr id="7163" name="Google Shape;7163;p10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0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0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0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0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0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105"/>
          <p:cNvGrpSpPr/>
          <p:nvPr/>
        </p:nvGrpSpPr>
        <p:grpSpPr>
          <a:xfrm>
            <a:off x="2148160" y="1398036"/>
            <a:ext cx="356205" cy="332885"/>
            <a:chOff x="-49397175" y="3192625"/>
            <a:chExt cx="300900" cy="281200"/>
          </a:xfrm>
        </p:grpSpPr>
        <p:sp>
          <p:nvSpPr>
            <p:cNvPr id="7170" name="Google Shape;7170;p10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0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0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0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0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0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0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105"/>
          <p:cNvGrpSpPr/>
          <p:nvPr/>
        </p:nvGrpSpPr>
        <p:grpSpPr>
          <a:xfrm>
            <a:off x="2174263" y="1822251"/>
            <a:ext cx="304000" cy="356205"/>
            <a:chOff x="-49375900" y="3550975"/>
            <a:chExt cx="256800" cy="300900"/>
          </a:xfrm>
        </p:grpSpPr>
        <p:sp>
          <p:nvSpPr>
            <p:cNvPr id="7178" name="Google Shape;7178;p10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0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0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0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0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0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0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0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0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0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0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105"/>
          <p:cNvGrpSpPr/>
          <p:nvPr/>
        </p:nvGrpSpPr>
        <p:grpSpPr>
          <a:xfrm>
            <a:off x="2169616" y="2259546"/>
            <a:ext cx="313293" cy="356205"/>
            <a:chOff x="-49378250" y="3920375"/>
            <a:chExt cx="264650" cy="300900"/>
          </a:xfrm>
        </p:grpSpPr>
        <p:sp>
          <p:nvSpPr>
            <p:cNvPr id="7190" name="Google Shape;7190;p10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0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0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0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0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0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0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105"/>
          <p:cNvGrpSpPr/>
          <p:nvPr/>
        </p:nvGrpSpPr>
        <p:grpSpPr>
          <a:xfrm>
            <a:off x="888604" y="2752344"/>
            <a:ext cx="312375" cy="357123"/>
            <a:chOff x="-47505300" y="3200500"/>
            <a:chExt cx="263875" cy="301675"/>
          </a:xfrm>
        </p:grpSpPr>
        <p:sp>
          <p:nvSpPr>
            <p:cNvPr id="7198" name="Google Shape;7198;p10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0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0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0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0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0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0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0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0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0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0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0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0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105"/>
          <p:cNvGrpSpPr/>
          <p:nvPr/>
        </p:nvGrpSpPr>
        <p:grpSpPr>
          <a:xfrm>
            <a:off x="866704" y="3188692"/>
            <a:ext cx="356176" cy="355051"/>
            <a:chOff x="-47524975" y="3569100"/>
            <a:chExt cx="300875" cy="299925"/>
          </a:xfrm>
        </p:grpSpPr>
        <p:sp>
          <p:nvSpPr>
            <p:cNvPr id="7212" name="Google Shape;7212;p10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0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0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0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0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105"/>
          <p:cNvGrpSpPr/>
          <p:nvPr/>
        </p:nvGrpSpPr>
        <p:grpSpPr>
          <a:xfrm>
            <a:off x="867162" y="3667954"/>
            <a:ext cx="355258" cy="270410"/>
            <a:chOff x="-47523400" y="3973950"/>
            <a:chExt cx="300100" cy="228425"/>
          </a:xfrm>
        </p:grpSpPr>
        <p:sp>
          <p:nvSpPr>
            <p:cNvPr id="7218" name="Google Shape;7218;p10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0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0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0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0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105"/>
          <p:cNvGrpSpPr/>
          <p:nvPr/>
        </p:nvGrpSpPr>
        <p:grpSpPr>
          <a:xfrm>
            <a:off x="3072283" y="2750953"/>
            <a:ext cx="354341" cy="357596"/>
            <a:chOff x="-45673275" y="3199325"/>
            <a:chExt cx="299325" cy="302075"/>
          </a:xfrm>
        </p:grpSpPr>
        <p:sp>
          <p:nvSpPr>
            <p:cNvPr id="7224" name="Google Shape;7224;p10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0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0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105"/>
          <p:cNvGrpSpPr/>
          <p:nvPr/>
        </p:nvGrpSpPr>
        <p:grpSpPr>
          <a:xfrm>
            <a:off x="3071351" y="3209202"/>
            <a:ext cx="356205" cy="314240"/>
            <a:chOff x="-45674075" y="3586425"/>
            <a:chExt cx="300900" cy="265450"/>
          </a:xfrm>
        </p:grpSpPr>
        <p:sp>
          <p:nvSpPr>
            <p:cNvPr id="7228" name="Google Shape;7228;p10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0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105"/>
          <p:cNvGrpSpPr/>
          <p:nvPr/>
        </p:nvGrpSpPr>
        <p:grpSpPr>
          <a:xfrm>
            <a:off x="3072283" y="3625041"/>
            <a:ext cx="354341" cy="356205"/>
            <a:chOff x="-45673275" y="3937700"/>
            <a:chExt cx="299325" cy="300900"/>
          </a:xfrm>
        </p:grpSpPr>
        <p:sp>
          <p:nvSpPr>
            <p:cNvPr id="7231" name="Google Shape;7231;p10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0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0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0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0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0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105"/>
          <p:cNvGrpSpPr/>
          <p:nvPr/>
        </p:nvGrpSpPr>
        <p:grpSpPr>
          <a:xfrm>
            <a:off x="2186449" y="4117825"/>
            <a:ext cx="356205" cy="356205"/>
            <a:chOff x="-44512325" y="3176075"/>
            <a:chExt cx="300900" cy="300900"/>
          </a:xfrm>
        </p:grpSpPr>
        <p:sp>
          <p:nvSpPr>
            <p:cNvPr id="7238" name="Google Shape;7238;p10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0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0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105"/>
          <p:cNvGrpSpPr/>
          <p:nvPr/>
        </p:nvGrpSpPr>
        <p:grpSpPr>
          <a:xfrm>
            <a:off x="2589789" y="1386849"/>
            <a:ext cx="354341" cy="354341"/>
            <a:chOff x="-49027775" y="3183175"/>
            <a:chExt cx="299325" cy="299325"/>
          </a:xfrm>
        </p:grpSpPr>
        <p:sp>
          <p:nvSpPr>
            <p:cNvPr id="7242" name="Google Shape;7242;p10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0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0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0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105"/>
          <p:cNvGrpSpPr/>
          <p:nvPr/>
        </p:nvGrpSpPr>
        <p:grpSpPr>
          <a:xfrm>
            <a:off x="2589330" y="1822251"/>
            <a:ext cx="355258" cy="357152"/>
            <a:chOff x="-49027775" y="3550975"/>
            <a:chExt cx="300100" cy="301700"/>
          </a:xfrm>
        </p:grpSpPr>
        <p:sp>
          <p:nvSpPr>
            <p:cNvPr id="7247" name="Google Shape;7247;p10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0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0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0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0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0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0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0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0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0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105"/>
          <p:cNvGrpSpPr/>
          <p:nvPr/>
        </p:nvGrpSpPr>
        <p:grpSpPr>
          <a:xfrm>
            <a:off x="2587406" y="2259310"/>
            <a:ext cx="359106" cy="355525"/>
            <a:chOff x="-49031025" y="3920175"/>
            <a:chExt cx="303350" cy="300325"/>
          </a:xfrm>
        </p:grpSpPr>
        <p:sp>
          <p:nvSpPr>
            <p:cNvPr id="7258" name="Google Shape;7258;p10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0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0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0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0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0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105"/>
          <p:cNvGrpSpPr/>
          <p:nvPr/>
        </p:nvGrpSpPr>
        <p:grpSpPr>
          <a:xfrm>
            <a:off x="1303511" y="2752344"/>
            <a:ext cx="356176" cy="354341"/>
            <a:chOff x="-47155575" y="3200500"/>
            <a:chExt cx="300875" cy="299325"/>
          </a:xfrm>
        </p:grpSpPr>
        <p:sp>
          <p:nvSpPr>
            <p:cNvPr id="7265" name="Google Shape;7265;p10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0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0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0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0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0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105"/>
          <p:cNvGrpSpPr/>
          <p:nvPr/>
        </p:nvGrpSpPr>
        <p:grpSpPr>
          <a:xfrm>
            <a:off x="1303970" y="3188692"/>
            <a:ext cx="355258" cy="355258"/>
            <a:chOff x="-47154800" y="3569100"/>
            <a:chExt cx="300100" cy="300100"/>
          </a:xfrm>
        </p:grpSpPr>
        <p:sp>
          <p:nvSpPr>
            <p:cNvPr id="7272" name="Google Shape;7272;p10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0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0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0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0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0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105"/>
          <p:cNvGrpSpPr/>
          <p:nvPr/>
        </p:nvGrpSpPr>
        <p:grpSpPr>
          <a:xfrm>
            <a:off x="1304443" y="3626905"/>
            <a:ext cx="354311" cy="353423"/>
            <a:chOff x="-47154000" y="3939275"/>
            <a:chExt cx="299300" cy="298550"/>
          </a:xfrm>
        </p:grpSpPr>
        <p:sp>
          <p:nvSpPr>
            <p:cNvPr id="7279" name="Google Shape;7279;p10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0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0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0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105"/>
          <p:cNvGrpSpPr/>
          <p:nvPr/>
        </p:nvGrpSpPr>
        <p:grpSpPr>
          <a:xfrm>
            <a:off x="3529733" y="2752344"/>
            <a:ext cx="312375" cy="354341"/>
            <a:chOff x="-45286550" y="3200500"/>
            <a:chExt cx="263875" cy="299325"/>
          </a:xfrm>
        </p:grpSpPr>
        <p:sp>
          <p:nvSpPr>
            <p:cNvPr id="7284" name="Google Shape;7284;p10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0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0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105"/>
          <p:cNvGrpSpPr/>
          <p:nvPr/>
        </p:nvGrpSpPr>
        <p:grpSpPr>
          <a:xfrm>
            <a:off x="3529733" y="3189639"/>
            <a:ext cx="312375" cy="354311"/>
            <a:chOff x="-45286550" y="3569900"/>
            <a:chExt cx="263875" cy="299300"/>
          </a:xfrm>
        </p:grpSpPr>
        <p:sp>
          <p:nvSpPr>
            <p:cNvPr id="7288" name="Google Shape;7288;p10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0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0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0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0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0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105"/>
          <p:cNvGrpSpPr/>
          <p:nvPr/>
        </p:nvGrpSpPr>
        <p:grpSpPr>
          <a:xfrm>
            <a:off x="3540920" y="3625988"/>
            <a:ext cx="290001" cy="355258"/>
            <a:chOff x="-45277900" y="3938500"/>
            <a:chExt cx="244975" cy="300100"/>
          </a:xfrm>
        </p:grpSpPr>
        <p:sp>
          <p:nvSpPr>
            <p:cNvPr id="7295" name="Google Shape;7295;p10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0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0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0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105"/>
          <p:cNvGrpSpPr/>
          <p:nvPr/>
        </p:nvGrpSpPr>
        <p:grpSpPr>
          <a:xfrm>
            <a:off x="2626869" y="4095090"/>
            <a:ext cx="355258" cy="355258"/>
            <a:chOff x="-44502875" y="3576975"/>
            <a:chExt cx="300100" cy="300100"/>
          </a:xfrm>
        </p:grpSpPr>
        <p:sp>
          <p:nvSpPr>
            <p:cNvPr id="7300" name="Google Shape;7300;p10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0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0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105"/>
          <p:cNvGrpSpPr/>
          <p:nvPr/>
        </p:nvGrpSpPr>
        <p:grpSpPr>
          <a:xfrm>
            <a:off x="4835456" y="1828361"/>
            <a:ext cx="356196" cy="354670"/>
            <a:chOff x="-13946200" y="3647075"/>
            <a:chExt cx="353650" cy="352100"/>
          </a:xfrm>
        </p:grpSpPr>
        <p:sp>
          <p:nvSpPr>
            <p:cNvPr id="7304" name="Google Shape;7304;p10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0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0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0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0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0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105"/>
          <p:cNvGrpSpPr/>
          <p:nvPr/>
        </p:nvGrpSpPr>
        <p:grpSpPr>
          <a:xfrm>
            <a:off x="6618849" y="1387844"/>
            <a:ext cx="357002" cy="354267"/>
            <a:chOff x="-12163025" y="3214275"/>
            <a:chExt cx="354450" cy="351700"/>
          </a:xfrm>
        </p:grpSpPr>
        <p:sp>
          <p:nvSpPr>
            <p:cNvPr id="7311" name="Google Shape;7311;p10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0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0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105"/>
          <p:cNvGrpSpPr/>
          <p:nvPr/>
        </p:nvGrpSpPr>
        <p:grpSpPr>
          <a:xfrm>
            <a:off x="6619629" y="1827581"/>
            <a:ext cx="355441" cy="356232"/>
            <a:chOff x="-12160675" y="3647875"/>
            <a:chExt cx="352900" cy="353650"/>
          </a:xfrm>
        </p:grpSpPr>
        <p:sp>
          <p:nvSpPr>
            <p:cNvPr id="7315" name="Google Shape;7315;p10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0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0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0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0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0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0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105"/>
          <p:cNvGrpSpPr/>
          <p:nvPr/>
        </p:nvGrpSpPr>
        <p:grpSpPr>
          <a:xfrm>
            <a:off x="6630345" y="2272036"/>
            <a:ext cx="354635" cy="356232"/>
            <a:chOff x="-12160675" y="4081850"/>
            <a:chExt cx="352100" cy="353650"/>
          </a:xfrm>
        </p:grpSpPr>
        <p:sp>
          <p:nvSpPr>
            <p:cNvPr id="7323" name="Google Shape;7323;p10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0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0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0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0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0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105"/>
          <p:cNvGrpSpPr/>
          <p:nvPr/>
        </p:nvGrpSpPr>
        <p:grpSpPr>
          <a:xfrm>
            <a:off x="4835311" y="2746480"/>
            <a:ext cx="355416" cy="355652"/>
            <a:chOff x="-10391650" y="3180600"/>
            <a:chExt cx="352875" cy="353075"/>
          </a:xfrm>
        </p:grpSpPr>
        <p:sp>
          <p:nvSpPr>
            <p:cNvPr id="7330" name="Google Shape;7330;p10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0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0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0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0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0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105"/>
          <p:cNvGrpSpPr/>
          <p:nvPr/>
        </p:nvGrpSpPr>
        <p:grpSpPr>
          <a:xfrm>
            <a:off x="4835310" y="3223278"/>
            <a:ext cx="354635" cy="353890"/>
            <a:chOff x="-10390875" y="3616350"/>
            <a:chExt cx="352100" cy="351325"/>
          </a:xfrm>
        </p:grpSpPr>
        <p:sp>
          <p:nvSpPr>
            <p:cNvPr id="7337" name="Google Shape;7337;p10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0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0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105"/>
          <p:cNvGrpSpPr/>
          <p:nvPr/>
        </p:nvGrpSpPr>
        <p:grpSpPr>
          <a:xfrm>
            <a:off x="7502285" y="2747943"/>
            <a:ext cx="312585" cy="354670"/>
            <a:chOff x="-10370400" y="4049550"/>
            <a:chExt cx="310350" cy="352100"/>
          </a:xfrm>
        </p:grpSpPr>
        <p:sp>
          <p:nvSpPr>
            <p:cNvPr id="7341" name="Google Shape;7341;p10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0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0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0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0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105"/>
          <p:cNvGrpSpPr/>
          <p:nvPr/>
        </p:nvGrpSpPr>
        <p:grpSpPr>
          <a:xfrm>
            <a:off x="6606541" y="2746884"/>
            <a:ext cx="379236" cy="354847"/>
            <a:chOff x="-8674650" y="3210975"/>
            <a:chExt cx="376525" cy="352275"/>
          </a:xfrm>
        </p:grpSpPr>
        <p:sp>
          <p:nvSpPr>
            <p:cNvPr id="7347" name="Google Shape;7347;p10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0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0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0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0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0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105"/>
          <p:cNvGrpSpPr/>
          <p:nvPr/>
        </p:nvGrpSpPr>
        <p:grpSpPr>
          <a:xfrm>
            <a:off x="5278038" y="1828361"/>
            <a:ext cx="356221" cy="354670"/>
            <a:chOff x="-13512225" y="3647075"/>
            <a:chExt cx="353675" cy="352100"/>
          </a:xfrm>
        </p:grpSpPr>
        <p:sp>
          <p:nvSpPr>
            <p:cNvPr id="7354" name="Google Shape;7354;p10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0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0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0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0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0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0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0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0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0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105"/>
          <p:cNvGrpSpPr/>
          <p:nvPr/>
        </p:nvGrpSpPr>
        <p:grpSpPr>
          <a:xfrm>
            <a:off x="5288351" y="2272427"/>
            <a:ext cx="356221" cy="355451"/>
            <a:chOff x="-13512225" y="4080275"/>
            <a:chExt cx="353675" cy="352875"/>
          </a:xfrm>
        </p:grpSpPr>
        <p:sp>
          <p:nvSpPr>
            <p:cNvPr id="7365" name="Google Shape;7365;p10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0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0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0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0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0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0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0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0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0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0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105"/>
          <p:cNvGrpSpPr/>
          <p:nvPr/>
        </p:nvGrpSpPr>
        <p:grpSpPr>
          <a:xfrm>
            <a:off x="7061431" y="1419788"/>
            <a:ext cx="356196" cy="290379"/>
            <a:chOff x="-11728250" y="3245400"/>
            <a:chExt cx="353650" cy="288275"/>
          </a:xfrm>
        </p:grpSpPr>
        <p:sp>
          <p:nvSpPr>
            <p:cNvPr id="7377" name="Google Shape;7377;p10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0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0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0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0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105"/>
          <p:cNvGrpSpPr/>
          <p:nvPr/>
        </p:nvGrpSpPr>
        <p:grpSpPr>
          <a:xfrm>
            <a:off x="7093939" y="2272427"/>
            <a:ext cx="311804" cy="355451"/>
            <a:chOff x="-11703850" y="4081850"/>
            <a:chExt cx="309575" cy="352875"/>
          </a:xfrm>
        </p:grpSpPr>
        <p:sp>
          <p:nvSpPr>
            <p:cNvPr id="7383" name="Google Shape;7383;p10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0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0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0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0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0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0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0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105"/>
          <p:cNvGrpSpPr/>
          <p:nvPr/>
        </p:nvGrpSpPr>
        <p:grpSpPr>
          <a:xfrm>
            <a:off x="5282595" y="2746580"/>
            <a:ext cx="357002" cy="355451"/>
            <a:chOff x="-9958475" y="3180025"/>
            <a:chExt cx="354450" cy="352875"/>
          </a:xfrm>
        </p:grpSpPr>
        <p:sp>
          <p:nvSpPr>
            <p:cNvPr id="7392" name="Google Shape;7392;p10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0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0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105"/>
          <p:cNvGrpSpPr/>
          <p:nvPr/>
        </p:nvGrpSpPr>
        <p:grpSpPr>
          <a:xfrm>
            <a:off x="5291722" y="3222561"/>
            <a:ext cx="337966" cy="355325"/>
            <a:chOff x="-9949025" y="3615575"/>
            <a:chExt cx="335550" cy="352750"/>
          </a:xfrm>
        </p:grpSpPr>
        <p:sp>
          <p:nvSpPr>
            <p:cNvPr id="7396" name="Google Shape;7396;p10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0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0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105"/>
          <p:cNvGrpSpPr/>
          <p:nvPr/>
        </p:nvGrpSpPr>
        <p:grpSpPr>
          <a:xfrm>
            <a:off x="7926568" y="2746067"/>
            <a:ext cx="360175" cy="358423"/>
            <a:chOff x="-9961625" y="4048175"/>
            <a:chExt cx="357600" cy="355825"/>
          </a:xfrm>
        </p:grpSpPr>
        <p:sp>
          <p:nvSpPr>
            <p:cNvPr id="7400" name="Google Shape;7400;p10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0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0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0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0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0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105"/>
          <p:cNvGrpSpPr/>
          <p:nvPr/>
        </p:nvGrpSpPr>
        <p:grpSpPr>
          <a:xfrm>
            <a:off x="6613289" y="3221579"/>
            <a:ext cx="364959" cy="357289"/>
            <a:chOff x="-8680950" y="3624225"/>
            <a:chExt cx="362350" cy="354700"/>
          </a:xfrm>
        </p:grpSpPr>
        <p:sp>
          <p:nvSpPr>
            <p:cNvPr id="7407" name="Google Shape;7407;p10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0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0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0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0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0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105"/>
          <p:cNvGrpSpPr/>
          <p:nvPr/>
        </p:nvGrpSpPr>
        <p:grpSpPr>
          <a:xfrm>
            <a:off x="5749533" y="1387239"/>
            <a:ext cx="313365" cy="355476"/>
            <a:chOff x="-13056975" y="3212300"/>
            <a:chExt cx="311125" cy="352900"/>
          </a:xfrm>
        </p:grpSpPr>
        <p:sp>
          <p:nvSpPr>
            <p:cNvPr id="7414" name="Google Shape;7414;p10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0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0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0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105"/>
          <p:cNvGrpSpPr/>
          <p:nvPr/>
        </p:nvGrpSpPr>
        <p:grpSpPr>
          <a:xfrm>
            <a:off x="5726921" y="1828034"/>
            <a:ext cx="358588" cy="355325"/>
            <a:chOff x="-13077450" y="3647075"/>
            <a:chExt cx="356025" cy="352750"/>
          </a:xfrm>
        </p:grpSpPr>
        <p:sp>
          <p:nvSpPr>
            <p:cNvPr id="7419" name="Google Shape;7419;p10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0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0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105"/>
          <p:cNvGrpSpPr/>
          <p:nvPr/>
        </p:nvGrpSpPr>
        <p:grpSpPr>
          <a:xfrm>
            <a:off x="5738027" y="2271633"/>
            <a:ext cx="357002" cy="357037"/>
            <a:chOff x="-13079025" y="4079475"/>
            <a:chExt cx="354450" cy="354450"/>
          </a:xfrm>
        </p:grpSpPr>
        <p:sp>
          <p:nvSpPr>
            <p:cNvPr id="7423" name="Google Shape;7423;p10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0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0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0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105"/>
          <p:cNvGrpSpPr/>
          <p:nvPr/>
        </p:nvGrpSpPr>
        <p:grpSpPr>
          <a:xfrm>
            <a:off x="7511094" y="1387642"/>
            <a:ext cx="356221" cy="354670"/>
            <a:chOff x="-11292700" y="3213875"/>
            <a:chExt cx="353675" cy="352100"/>
          </a:xfrm>
        </p:grpSpPr>
        <p:sp>
          <p:nvSpPr>
            <p:cNvPr id="7428" name="Google Shape;7428;p10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0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0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0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0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0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0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105"/>
          <p:cNvGrpSpPr/>
          <p:nvPr/>
        </p:nvGrpSpPr>
        <p:grpSpPr>
          <a:xfrm>
            <a:off x="7505152" y="1827581"/>
            <a:ext cx="368106" cy="356232"/>
            <a:chOff x="-11299000" y="3647875"/>
            <a:chExt cx="365475" cy="353650"/>
          </a:xfrm>
        </p:grpSpPr>
        <p:sp>
          <p:nvSpPr>
            <p:cNvPr id="7436" name="Google Shape;7436;p10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0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0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0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0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0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105"/>
          <p:cNvGrpSpPr/>
          <p:nvPr/>
        </p:nvGrpSpPr>
        <p:grpSpPr>
          <a:xfrm>
            <a:off x="7520614" y="2283532"/>
            <a:ext cx="357808" cy="333240"/>
            <a:chOff x="-11295075" y="4092875"/>
            <a:chExt cx="355250" cy="330825"/>
          </a:xfrm>
        </p:grpSpPr>
        <p:sp>
          <p:nvSpPr>
            <p:cNvPr id="7443" name="Google Shape;7443;p10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0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0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0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0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105"/>
          <p:cNvGrpSpPr/>
          <p:nvPr/>
        </p:nvGrpSpPr>
        <p:grpSpPr>
          <a:xfrm>
            <a:off x="5746214" y="2746580"/>
            <a:ext cx="312585" cy="355451"/>
            <a:chOff x="-9500075" y="3180800"/>
            <a:chExt cx="310350" cy="352875"/>
          </a:xfrm>
        </p:grpSpPr>
        <p:sp>
          <p:nvSpPr>
            <p:cNvPr id="7449" name="Google Shape;7449;p10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0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0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0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0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0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0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0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0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105"/>
          <p:cNvGrpSpPr/>
          <p:nvPr/>
        </p:nvGrpSpPr>
        <p:grpSpPr>
          <a:xfrm>
            <a:off x="5724005" y="3222095"/>
            <a:ext cx="356221" cy="356257"/>
            <a:chOff x="-9523700" y="3614000"/>
            <a:chExt cx="353675" cy="353675"/>
          </a:xfrm>
        </p:grpSpPr>
        <p:sp>
          <p:nvSpPr>
            <p:cNvPr id="7459" name="Google Shape;7459;p10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0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0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0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0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0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0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0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0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105"/>
          <p:cNvGrpSpPr/>
          <p:nvPr/>
        </p:nvGrpSpPr>
        <p:grpSpPr>
          <a:xfrm>
            <a:off x="7508956" y="3244737"/>
            <a:ext cx="356221" cy="354670"/>
            <a:chOff x="-9523700" y="4049550"/>
            <a:chExt cx="353675" cy="352100"/>
          </a:xfrm>
        </p:grpSpPr>
        <p:sp>
          <p:nvSpPr>
            <p:cNvPr id="7469" name="Google Shape;7469;p10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0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0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0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0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0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0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105"/>
          <p:cNvGrpSpPr/>
          <p:nvPr/>
        </p:nvGrpSpPr>
        <p:grpSpPr>
          <a:xfrm>
            <a:off x="7065071" y="3244710"/>
            <a:ext cx="357002" cy="311029"/>
            <a:chOff x="-8209150" y="3659675"/>
            <a:chExt cx="354450" cy="308775"/>
          </a:xfrm>
        </p:grpSpPr>
        <p:sp>
          <p:nvSpPr>
            <p:cNvPr id="7477" name="Google Shape;7477;p10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0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0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0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0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0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105"/>
          <p:cNvGrpSpPr/>
          <p:nvPr/>
        </p:nvGrpSpPr>
        <p:grpSpPr>
          <a:xfrm>
            <a:off x="6178632" y="2273623"/>
            <a:ext cx="356221" cy="353059"/>
            <a:chOff x="-12643475" y="4081850"/>
            <a:chExt cx="353675" cy="350500"/>
          </a:xfrm>
        </p:grpSpPr>
        <p:sp>
          <p:nvSpPr>
            <p:cNvPr id="7484" name="Google Shape;7484;p10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0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0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0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8" name="Google Shape;7488;p10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9" name="Google Shape;7489;p105"/>
          <p:cNvGrpSpPr/>
          <p:nvPr/>
        </p:nvGrpSpPr>
        <p:grpSpPr>
          <a:xfrm>
            <a:off x="7961232" y="2283532"/>
            <a:ext cx="356221" cy="333240"/>
            <a:chOff x="-10858725" y="4092875"/>
            <a:chExt cx="353675" cy="330825"/>
          </a:xfrm>
        </p:grpSpPr>
        <p:sp>
          <p:nvSpPr>
            <p:cNvPr id="7490" name="Google Shape;7490;p10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0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0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0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0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0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105"/>
          <p:cNvGrpSpPr/>
          <p:nvPr/>
        </p:nvGrpSpPr>
        <p:grpSpPr>
          <a:xfrm>
            <a:off x="6219755" y="3222498"/>
            <a:ext cx="252278" cy="355451"/>
            <a:chOff x="-9039300" y="3614000"/>
            <a:chExt cx="250475" cy="352875"/>
          </a:xfrm>
        </p:grpSpPr>
        <p:sp>
          <p:nvSpPr>
            <p:cNvPr id="7497" name="Google Shape;7497;p10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0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105"/>
          <p:cNvGrpSpPr/>
          <p:nvPr/>
        </p:nvGrpSpPr>
        <p:grpSpPr>
          <a:xfrm>
            <a:off x="7951721" y="3244737"/>
            <a:ext cx="354635" cy="354670"/>
            <a:chOff x="-9088150" y="4049550"/>
            <a:chExt cx="352100" cy="352100"/>
          </a:xfrm>
        </p:grpSpPr>
        <p:sp>
          <p:nvSpPr>
            <p:cNvPr id="7500" name="Google Shape;7500;p10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0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0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0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0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0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105"/>
          <p:cNvGrpSpPr/>
          <p:nvPr/>
        </p:nvGrpSpPr>
        <p:grpSpPr>
          <a:xfrm>
            <a:off x="7086085" y="2746970"/>
            <a:ext cx="315757" cy="354670"/>
            <a:chOff x="-8191825" y="3174500"/>
            <a:chExt cx="313500" cy="352100"/>
          </a:xfrm>
        </p:grpSpPr>
        <p:sp>
          <p:nvSpPr>
            <p:cNvPr id="7507" name="Google Shape;7507;p10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0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0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105"/>
          <p:cNvGrpSpPr/>
          <p:nvPr/>
        </p:nvGrpSpPr>
        <p:grpSpPr>
          <a:xfrm>
            <a:off x="4835443" y="1387491"/>
            <a:ext cx="356221" cy="354973"/>
            <a:chOff x="-13947000" y="3212800"/>
            <a:chExt cx="353675" cy="352400"/>
          </a:xfrm>
        </p:grpSpPr>
        <p:sp>
          <p:nvSpPr>
            <p:cNvPr id="7511" name="Google Shape;7511;p10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0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3" name="Google Shape;7513;p10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4" name="Google Shape;7514;p105"/>
          <p:cNvGrpSpPr/>
          <p:nvPr/>
        </p:nvGrpSpPr>
        <p:grpSpPr>
          <a:xfrm>
            <a:off x="5278038" y="1386849"/>
            <a:ext cx="356221" cy="356257"/>
            <a:chOff x="-13512225" y="3211525"/>
            <a:chExt cx="353675" cy="353675"/>
          </a:xfrm>
        </p:grpSpPr>
        <p:sp>
          <p:nvSpPr>
            <p:cNvPr id="7515" name="Google Shape;7515;p10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0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0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0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0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105"/>
          <p:cNvGrpSpPr/>
          <p:nvPr/>
        </p:nvGrpSpPr>
        <p:grpSpPr>
          <a:xfrm>
            <a:off x="6168320" y="1387239"/>
            <a:ext cx="356221" cy="355476"/>
            <a:chOff x="-12643475" y="3212300"/>
            <a:chExt cx="353675" cy="352900"/>
          </a:xfrm>
        </p:grpSpPr>
        <p:sp>
          <p:nvSpPr>
            <p:cNvPr id="7521" name="Google Shape;7521;p10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0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0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0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0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0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0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0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0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105"/>
          <p:cNvGrpSpPr/>
          <p:nvPr/>
        </p:nvGrpSpPr>
        <p:grpSpPr>
          <a:xfrm>
            <a:off x="6168320" y="1839013"/>
            <a:ext cx="356221" cy="333366"/>
            <a:chOff x="-12643475" y="3657325"/>
            <a:chExt cx="353675" cy="330950"/>
          </a:xfrm>
        </p:grpSpPr>
        <p:sp>
          <p:nvSpPr>
            <p:cNvPr id="7531" name="Google Shape;7531;p10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0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0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0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0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0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105"/>
          <p:cNvGrpSpPr/>
          <p:nvPr/>
        </p:nvGrpSpPr>
        <p:grpSpPr>
          <a:xfrm>
            <a:off x="7951322" y="1387642"/>
            <a:ext cx="355416" cy="354670"/>
            <a:chOff x="-10857925" y="3213875"/>
            <a:chExt cx="352875" cy="352100"/>
          </a:xfrm>
        </p:grpSpPr>
        <p:sp>
          <p:nvSpPr>
            <p:cNvPr id="7538" name="Google Shape;7538;p10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0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0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0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0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0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0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0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0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0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105"/>
          <p:cNvGrpSpPr/>
          <p:nvPr/>
        </p:nvGrpSpPr>
        <p:grpSpPr>
          <a:xfrm>
            <a:off x="6168237" y="2747071"/>
            <a:ext cx="356096" cy="354469"/>
            <a:chOff x="-9089725" y="3180200"/>
            <a:chExt cx="353550" cy="351900"/>
          </a:xfrm>
        </p:grpSpPr>
        <p:sp>
          <p:nvSpPr>
            <p:cNvPr id="7549" name="Google Shape;7549;p10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0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105"/>
          <p:cNvGrpSpPr/>
          <p:nvPr/>
        </p:nvGrpSpPr>
        <p:grpSpPr>
          <a:xfrm>
            <a:off x="7060235" y="1826875"/>
            <a:ext cx="358588" cy="357642"/>
            <a:chOff x="7083760" y="1971660"/>
            <a:chExt cx="358588" cy="357642"/>
          </a:xfrm>
        </p:grpSpPr>
        <p:sp>
          <p:nvSpPr>
            <p:cNvPr id="7552" name="Google Shape;7552;p10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0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0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0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0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0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0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0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0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0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0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0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4" name="Google Shape;7564;p10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65" name="Google Shape;7565;p10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69" name="Shape 7569"/>
        <p:cNvGrpSpPr/>
        <p:nvPr/>
      </p:nvGrpSpPr>
      <p:grpSpPr>
        <a:xfrm>
          <a:off x="0" y="0"/>
          <a:ext cx="0" cy="0"/>
          <a:chOff x="0" y="0"/>
          <a:chExt cx="0" cy="0"/>
        </a:xfrm>
      </p:grpSpPr>
      <p:sp>
        <p:nvSpPr>
          <p:cNvPr id="7570" name="Google Shape;7570;p10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1" name="Google Shape;7571;p106"/>
          <p:cNvGrpSpPr/>
          <p:nvPr/>
        </p:nvGrpSpPr>
        <p:grpSpPr>
          <a:xfrm>
            <a:off x="719610" y="2243507"/>
            <a:ext cx="452798" cy="449473"/>
            <a:chOff x="-21322300" y="3693325"/>
            <a:chExt cx="306400" cy="304150"/>
          </a:xfrm>
        </p:grpSpPr>
        <p:sp>
          <p:nvSpPr>
            <p:cNvPr id="7572" name="Google Shape;7572;p10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0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0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0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106"/>
          <p:cNvGrpSpPr/>
          <p:nvPr/>
        </p:nvGrpSpPr>
        <p:grpSpPr>
          <a:xfrm>
            <a:off x="719019" y="2810244"/>
            <a:ext cx="453980" cy="422540"/>
            <a:chOff x="-21322300" y="4077125"/>
            <a:chExt cx="307200" cy="285925"/>
          </a:xfrm>
        </p:grpSpPr>
        <p:sp>
          <p:nvSpPr>
            <p:cNvPr id="7577" name="Google Shape;7577;p10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0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0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0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0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0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0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0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0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0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0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0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106"/>
          <p:cNvGrpSpPr/>
          <p:nvPr/>
        </p:nvGrpSpPr>
        <p:grpSpPr>
          <a:xfrm>
            <a:off x="3496195" y="1689128"/>
            <a:ext cx="451653" cy="450212"/>
            <a:chOff x="-19394200" y="3333800"/>
            <a:chExt cx="305625" cy="304650"/>
          </a:xfrm>
        </p:grpSpPr>
        <p:sp>
          <p:nvSpPr>
            <p:cNvPr id="7590" name="Google Shape;7590;p10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0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0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0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0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0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0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0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0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106"/>
          <p:cNvGrpSpPr/>
          <p:nvPr/>
        </p:nvGrpSpPr>
        <p:grpSpPr>
          <a:xfrm>
            <a:off x="3495032" y="2243580"/>
            <a:ext cx="453980" cy="449325"/>
            <a:chOff x="-19396575" y="3708500"/>
            <a:chExt cx="307200" cy="304050"/>
          </a:xfrm>
        </p:grpSpPr>
        <p:sp>
          <p:nvSpPr>
            <p:cNvPr id="7600" name="Google Shape;7600;p10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0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0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106"/>
          <p:cNvGrpSpPr/>
          <p:nvPr/>
        </p:nvGrpSpPr>
        <p:grpSpPr>
          <a:xfrm>
            <a:off x="3489212" y="2796461"/>
            <a:ext cx="465618" cy="450101"/>
            <a:chOff x="-19394200" y="4084200"/>
            <a:chExt cx="315075" cy="304575"/>
          </a:xfrm>
        </p:grpSpPr>
        <p:sp>
          <p:nvSpPr>
            <p:cNvPr id="7604" name="Google Shape;7604;p10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0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0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0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0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0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106"/>
          <p:cNvGrpSpPr/>
          <p:nvPr/>
        </p:nvGrpSpPr>
        <p:grpSpPr>
          <a:xfrm>
            <a:off x="6294923" y="1689001"/>
            <a:ext cx="400447" cy="450470"/>
            <a:chOff x="-17526750" y="3309200"/>
            <a:chExt cx="270975" cy="304825"/>
          </a:xfrm>
        </p:grpSpPr>
        <p:sp>
          <p:nvSpPr>
            <p:cNvPr id="7611" name="Google Shape;7611;p10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0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0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0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0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106"/>
          <p:cNvGrpSpPr/>
          <p:nvPr/>
        </p:nvGrpSpPr>
        <p:grpSpPr>
          <a:xfrm>
            <a:off x="6271075" y="2244173"/>
            <a:ext cx="448143" cy="448143"/>
            <a:chOff x="-17542500" y="3684100"/>
            <a:chExt cx="303250" cy="303250"/>
          </a:xfrm>
        </p:grpSpPr>
        <p:sp>
          <p:nvSpPr>
            <p:cNvPr id="7617" name="Google Shape;7617;p10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0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0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0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0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0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0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106"/>
          <p:cNvGrpSpPr/>
          <p:nvPr/>
        </p:nvGrpSpPr>
        <p:grpSpPr>
          <a:xfrm>
            <a:off x="6270484" y="2810817"/>
            <a:ext cx="449325" cy="421395"/>
            <a:chOff x="-17542500" y="4068450"/>
            <a:chExt cx="304050" cy="285150"/>
          </a:xfrm>
        </p:grpSpPr>
        <p:sp>
          <p:nvSpPr>
            <p:cNvPr id="7625" name="Google Shape;7625;p10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0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0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0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0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0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106"/>
          <p:cNvGrpSpPr/>
          <p:nvPr/>
        </p:nvGrpSpPr>
        <p:grpSpPr>
          <a:xfrm>
            <a:off x="3500906" y="3342211"/>
            <a:ext cx="343404" cy="449325"/>
            <a:chOff x="-15652200" y="3335975"/>
            <a:chExt cx="232375" cy="304050"/>
          </a:xfrm>
        </p:grpSpPr>
        <p:sp>
          <p:nvSpPr>
            <p:cNvPr id="7632" name="Google Shape;7632;p10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0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0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0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0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0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0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0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0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106"/>
          <p:cNvGrpSpPr/>
          <p:nvPr/>
        </p:nvGrpSpPr>
        <p:grpSpPr>
          <a:xfrm>
            <a:off x="1274819" y="2243729"/>
            <a:ext cx="449325" cy="449030"/>
            <a:chOff x="-20945825" y="3692175"/>
            <a:chExt cx="304050" cy="303850"/>
          </a:xfrm>
        </p:grpSpPr>
        <p:sp>
          <p:nvSpPr>
            <p:cNvPr id="7642" name="Google Shape;7642;p10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0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0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0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106"/>
          <p:cNvGrpSpPr/>
          <p:nvPr/>
        </p:nvGrpSpPr>
        <p:grpSpPr>
          <a:xfrm>
            <a:off x="4081644" y="1689848"/>
            <a:ext cx="372516" cy="448771"/>
            <a:chOff x="-18994100" y="3334775"/>
            <a:chExt cx="252075" cy="303675"/>
          </a:xfrm>
        </p:grpSpPr>
        <p:sp>
          <p:nvSpPr>
            <p:cNvPr id="7647" name="Google Shape;7647;p10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0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0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0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106"/>
          <p:cNvGrpSpPr/>
          <p:nvPr/>
        </p:nvGrpSpPr>
        <p:grpSpPr>
          <a:xfrm>
            <a:off x="4096200" y="2244743"/>
            <a:ext cx="343404" cy="446998"/>
            <a:chOff x="-18983850" y="3710075"/>
            <a:chExt cx="232375" cy="302475"/>
          </a:xfrm>
        </p:grpSpPr>
        <p:sp>
          <p:nvSpPr>
            <p:cNvPr id="7652" name="Google Shape;7652;p10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0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0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0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106"/>
          <p:cNvGrpSpPr/>
          <p:nvPr/>
        </p:nvGrpSpPr>
        <p:grpSpPr>
          <a:xfrm>
            <a:off x="1274247" y="1689573"/>
            <a:ext cx="450470" cy="449325"/>
            <a:chOff x="-20946600" y="3317850"/>
            <a:chExt cx="304825" cy="304050"/>
          </a:xfrm>
        </p:grpSpPr>
        <p:sp>
          <p:nvSpPr>
            <p:cNvPr id="7657" name="Google Shape;7657;p10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0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0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106"/>
          <p:cNvGrpSpPr/>
          <p:nvPr/>
        </p:nvGrpSpPr>
        <p:grpSpPr>
          <a:xfrm>
            <a:off x="1300422" y="2797442"/>
            <a:ext cx="398119" cy="448143"/>
            <a:chOff x="-20930075" y="4066100"/>
            <a:chExt cx="269400" cy="303250"/>
          </a:xfrm>
        </p:grpSpPr>
        <p:sp>
          <p:nvSpPr>
            <p:cNvPr id="7661" name="Google Shape;7661;p10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0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106"/>
          <p:cNvGrpSpPr/>
          <p:nvPr/>
        </p:nvGrpSpPr>
        <p:grpSpPr>
          <a:xfrm>
            <a:off x="4042667" y="2797422"/>
            <a:ext cx="450470" cy="448180"/>
            <a:chOff x="-19020075" y="4084200"/>
            <a:chExt cx="304825" cy="303275"/>
          </a:xfrm>
        </p:grpSpPr>
        <p:sp>
          <p:nvSpPr>
            <p:cNvPr id="7664" name="Google Shape;7664;p10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0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0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0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0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0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0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0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0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106"/>
          <p:cNvGrpSpPr/>
          <p:nvPr/>
        </p:nvGrpSpPr>
        <p:grpSpPr>
          <a:xfrm>
            <a:off x="6859931" y="1689001"/>
            <a:ext cx="396937" cy="450470"/>
            <a:chOff x="-17149475" y="3309200"/>
            <a:chExt cx="268600" cy="304825"/>
          </a:xfrm>
        </p:grpSpPr>
        <p:sp>
          <p:nvSpPr>
            <p:cNvPr id="7674" name="Google Shape;7674;p10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0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106"/>
          <p:cNvGrpSpPr/>
          <p:nvPr/>
        </p:nvGrpSpPr>
        <p:grpSpPr>
          <a:xfrm>
            <a:off x="6833737" y="2258120"/>
            <a:ext cx="449325" cy="420249"/>
            <a:chOff x="-17168375" y="3692750"/>
            <a:chExt cx="304050" cy="284375"/>
          </a:xfrm>
        </p:grpSpPr>
        <p:sp>
          <p:nvSpPr>
            <p:cNvPr id="7677" name="Google Shape;7677;p10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0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0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0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0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0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0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106"/>
          <p:cNvGrpSpPr/>
          <p:nvPr/>
        </p:nvGrpSpPr>
        <p:grpSpPr>
          <a:xfrm>
            <a:off x="6830246" y="2796852"/>
            <a:ext cx="456308" cy="449325"/>
            <a:chOff x="-17170750" y="4058800"/>
            <a:chExt cx="308775" cy="304050"/>
          </a:xfrm>
        </p:grpSpPr>
        <p:sp>
          <p:nvSpPr>
            <p:cNvPr id="7685" name="Google Shape;7685;p10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0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0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0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0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0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0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0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0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0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0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0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0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0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0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0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0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106"/>
          <p:cNvGrpSpPr/>
          <p:nvPr/>
        </p:nvGrpSpPr>
        <p:grpSpPr>
          <a:xfrm>
            <a:off x="5692143" y="3343358"/>
            <a:ext cx="450470" cy="446998"/>
            <a:chOff x="-15688425" y="3707725"/>
            <a:chExt cx="304825" cy="302475"/>
          </a:xfrm>
        </p:grpSpPr>
        <p:sp>
          <p:nvSpPr>
            <p:cNvPr id="7703" name="Google Shape;7703;p10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0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0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0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0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0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106"/>
          <p:cNvGrpSpPr/>
          <p:nvPr/>
        </p:nvGrpSpPr>
        <p:grpSpPr>
          <a:xfrm>
            <a:off x="1836300" y="1690441"/>
            <a:ext cx="451653" cy="447589"/>
            <a:chOff x="-20572500" y="3319025"/>
            <a:chExt cx="305625" cy="302875"/>
          </a:xfrm>
        </p:grpSpPr>
        <p:sp>
          <p:nvSpPr>
            <p:cNvPr id="7710" name="Google Shape;7710;p10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0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106"/>
          <p:cNvGrpSpPr/>
          <p:nvPr/>
        </p:nvGrpSpPr>
        <p:grpSpPr>
          <a:xfrm>
            <a:off x="1837463" y="2305410"/>
            <a:ext cx="449325" cy="325670"/>
            <a:chOff x="-20571700" y="3722875"/>
            <a:chExt cx="304050" cy="220375"/>
          </a:xfrm>
        </p:grpSpPr>
        <p:sp>
          <p:nvSpPr>
            <p:cNvPr id="7713" name="Google Shape;7713;p10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0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0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0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0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0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0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106"/>
          <p:cNvGrpSpPr/>
          <p:nvPr/>
        </p:nvGrpSpPr>
        <p:grpSpPr>
          <a:xfrm>
            <a:off x="1836891" y="2796278"/>
            <a:ext cx="450470" cy="450470"/>
            <a:chOff x="-20571700" y="4066875"/>
            <a:chExt cx="304825" cy="304825"/>
          </a:xfrm>
        </p:grpSpPr>
        <p:sp>
          <p:nvSpPr>
            <p:cNvPr id="7721" name="Google Shape;7721;p10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0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0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0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0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0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106"/>
          <p:cNvGrpSpPr/>
          <p:nvPr/>
        </p:nvGrpSpPr>
        <p:grpSpPr>
          <a:xfrm>
            <a:off x="4603593" y="1688259"/>
            <a:ext cx="453980" cy="451948"/>
            <a:chOff x="-18645175" y="3334200"/>
            <a:chExt cx="307200" cy="305825"/>
          </a:xfrm>
        </p:grpSpPr>
        <p:sp>
          <p:nvSpPr>
            <p:cNvPr id="7728" name="Google Shape;7728;p10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0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0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0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0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106"/>
          <p:cNvGrpSpPr/>
          <p:nvPr/>
        </p:nvGrpSpPr>
        <p:grpSpPr>
          <a:xfrm>
            <a:off x="4604184" y="2242989"/>
            <a:ext cx="452798" cy="450507"/>
            <a:chOff x="-18645175" y="3708500"/>
            <a:chExt cx="306400" cy="304850"/>
          </a:xfrm>
        </p:grpSpPr>
        <p:sp>
          <p:nvSpPr>
            <p:cNvPr id="7734" name="Google Shape;7734;p10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0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0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0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0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0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0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106"/>
          <p:cNvGrpSpPr/>
          <p:nvPr/>
        </p:nvGrpSpPr>
        <p:grpSpPr>
          <a:xfrm>
            <a:off x="4601857" y="2795630"/>
            <a:ext cx="457453" cy="451763"/>
            <a:chOff x="-18647525" y="4082625"/>
            <a:chExt cx="309550" cy="305700"/>
          </a:xfrm>
        </p:grpSpPr>
        <p:sp>
          <p:nvSpPr>
            <p:cNvPr id="7742" name="Google Shape;7742;p10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0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0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0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106"/>
          <p:cNvGrpSpPr/>
          <p:nvPr/>
        </p:nvGrpSpPr>
        <p:grpSpPr>
          <a:xfrm>
            <a:off x="7412241" y="1689592"/>
            <a:ext cx="395755" cy="449288"/>
            <a:chOff x="-16775350" y="3309200"/>
            <a:chExt cx="267800" cy="304025"/>
          </a:xfrm>
        </p:grpSpPr>
        <p:sp>
          <p:nvSpPr>
            <p:cNvPr id="7747" name="Google Shape;7747;p10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0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0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106"/>
          <p:cNvGrpSpPr/>
          <p:nvPr/>
        </p:nvGrpSpPr>
        <p:grpSpPr>
          <a:xfrm>
            <a:off x="7412241" y="2241827"/>
            <a:ext cx="395755" cy="452835"/>
            <a:chOff x="-16775350" y="3683300"/>
            <a:chExt cx="267800" cy="306425"/>
          </a:xfrm>
        </p:grpSpPr>
        <p:sp>
          <p:nvSpPr>
            <p:cNvPr id="7751" name="Google Shape;7751;p10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0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0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106"/>
          <p:cNvGrpSpPr/>
          <p:nvPr/>
        </p:nvGrpSpPr>
        <p:grpSpPr>
          <a:xfrm>
            <a:off x="7384292" y="2796870"/>
            <a:ext cx="451653" cy="449288"/>
            <a:chOff x="-16794250" y="4058225"/>
            <a:chExt cx="305625" cy="304025"/>
          </a:xfrm>
        </p:grpSpPr>
        <p:sp>
          <p:nvSpPr>
            <p:cNvPr id="7755" name="Google Shape;7755;p10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0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0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0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0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0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0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0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0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4" name="Google Shape;7764;p10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5" name="Google Shape;7765;p106"/>
          <p:cNvGrpSpPr/>
          <p:nvPr/>
        </p:nvGrpSpPr>
        <p:grpSpPr>
          <a:xfrm>
            <a:off x="2385709" y="1689573"/>
            <a:ext cx="457453" cy="449325"/>
            <a:chOff x="-20199150" y="3317850"/>
            <a:chExt cx="309550" cy="304050"/>
          </a:xfrm>
        </p:grpSpPr>
        <p:sp>
          <p:nvSpPr>
            <p:cNvPr id="7766" name="Google Shape;7766;p10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0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0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0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0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0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0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106"/>
          <p:cNvGrpSpPr/>
          <p:nvPr/>
        </p:nvGrpSpPr>
        <p:grpSpPr>
          <a:xfrm>
            <a:off x="2388036" y="2242861"/>
            <a:ext cx="452798" cy="450766"/>
            <a:chOff x="-20199150" y="3693150"/>
            <a:chExt cx="306400" cy="305025"/>
          </a:xfrm>
        </p:grpSpPr>
        <p:sp>
          <p:nvSpPr>
            <p:cNvPr id="7774" name="Google Shape;7774;p10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0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0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0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0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0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106"/>
          <p:cNvGrpSpPr/>
          <p:nvPr/>
        </p:nvGrpSpPr>
        <p:grpSpPr>
          <a:xfrm>
            <a:off x="2388609" y="2795687"/>
            <a:ext cx="451653" cy="451653"/>
            <a:chOff x="-20197575" y="4066875"/>
            <a:chExt cx="305625" cy="305625"/>
          </a:xfrm>
        </p:grpSpPr>
        <p:sp>
          <p:nvSpPr>
            <p:cNvPr id="7781" name="Google Shape;7781;p10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0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0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0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0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0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0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0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106"/>
          <p:cNvGrpSpPr/>
          <p:nvPr/>
        </p:nvGrpSpPr>
        <p:grpSpPr>
          <a:xfrm>
            <a:off x="5170827" y="1687520"/>
            <a:ext cx="449325" cy="453426"/>
            <a:chOff x="-18271050" y="3333200"/>
            <a:chExt cx="304050" cy="306825"/>
          </a:xfrm>
        </p:grpSpPr>
        <p:sp>
          <p:nvSpPr>
            <p:cNvPr id="7790" name="Google Shape;7790;p10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0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0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0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0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106"/>
          <p:cNvGrpSpPr/>
          <p:nvPr/>
        </p:nvGrpSpPr>
        <p:grpSpPr>
          <a:xfrm>
            <a:off x="5171399" y="2244171"/>
            <a:ext cx="448180" cy="448143"/>
            <a:chOff x="-18270275" y="3710875"/>
            <a:chExt cx="303275" cy="303250"/>
          </a:xfrm>
        </p:grpSpPr>
        <p:sp>
          <p:nvSpPr>
            <p:cNvPr id="7796" name="Google Shape;7796;p10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0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0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0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0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0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106"/>
          <p:cNvGrpSpPr/>
          <p:nvPr/>
        </p:nvGrpSpPr>
        <p:grpSpPr>
          <a:xfrm>
            <a:off x="5224951" y="2797422"/>
            <a:ext cx="341076" cy="448180"/>
            <a:chOff x="-18234025" y="4084200"/>
            <a:chExt cx="230800" cy="303275"/>
          </a:xfrm>
        </p:grpSpPr>
        <p:sp>
          <p:nvSpPr>
            <p:cNvPr id="7803" name="Google Shape;7803;p10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0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0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106"/>
          <p:cNvGrpSpPr/>
          <p:nvPr/>
        </p:nvGrpSpPr>
        <p:grpSpPr>
          <a:xfrm>
            <a:off x="2337506" y="3341641"/>
            <a:ext cx="449325" cy="450470"/>
            <a:chOff x="-16419350" y="3308400"/>
            <a:chExt cx="304050" cy="304825"/>
          </a:xfrm>
        </p:grpSpPr>
        <p:sp>
          <p:nvSpPr>
            <p:cNvPr id="7807" name="Google Shape;7807;p10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0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0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0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0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0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0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106"/>
          <p:cNvGrpSpPr/>
          <p:nvPr/>
        </p:nvGrpSpPr>
        <p:grpSpPr>
          <a:xfrm>
            <a:off x="4609062" y="3340423"/>
            <a:ext cx="395755" cy="452872"/>
            <a:chOff x="-16401225" y="3683275"/>
            <a:chExt cx="267800" cy="306450"/>
          </a:xfrm>
        </p:grpSpPr>
        <p:sp>
          <p:nvSpPr>
            <p:cNvPr id="7815" name="Google Shape;7815;p10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0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0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0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0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0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0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106"/>
          <p:cNvGrpSpPr/>
          <p:nvPr/>
        </p:nvGrpSpPr>
        <p:grpSpPr>
          <a:xfrm>
            <a:off x="7974511" y="2797062"/>
            <a:ext cx="450470" cy="448180"/>
            <a:chOff x="-16419350" y="4058200"/>
            <a:chExt cx="304825" cy="303275"/>
          </a:xfrm>
        </p:grpSpPr>
        <p:sp>
          <p:nvSpPr>
            <p:cNvPr id="7823" name="Google Shape;7823;p10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0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0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0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0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0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0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106"/>
          <p:cNvGrpSpPr/>
          <p:nvPr/>
        </p:nvGrpSpPr>
        <p:grpSpPr>
          <a:xfrm>
            <a:off x="4001398" y="3343080"/>
            <a:ext cx="450507" cy="447589"/>
            <a:chOff x="-15296200" y="3326900"/>
            <a:chExt cx="304850" cy="302875"/>
          </a:xfrm>
        </p:grpSpPr>
        <p:sp>
          <p:nvSpPr>
            <p:cNvPr id="7831" name="Google Shape;7831;p10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0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0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0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0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106"/>
          <p:cNvGrpSpPr/>
          <p:nvPr/>
        </p:nvGrpSpPr>
        <p:grpSpPr>
          <a:xfrm>
            <a:off x="2917051" y="1706881"/>
            <a:ext cx="486566" cy="414708"/>
            <a:chOff x="-19835275" y="3330250"/>
            <a:chExt cx="329250" cy="280625"/>
          </a:xfrm>
        </p:grpSpPr>
        <p:sp>
          <p:nvSpPr>
            <p:cNvPr id="7837" name="Google Shape;7837;p10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0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0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106"/>
          <p:cNvGrpSpPr/>
          <p:nvPr/>
        </p:nvGrpSpPr>
        <p:grpSpPr>
          <a:xfrm>
            <a:off x="2935080" y="2243470"/>
            <a:ext cx="450507" cy="449547"/>
            <a:chOff x="-19822675" y="3692750"/>
            <a:chExt cx="304850" cy="304200"/>
          </a:xfrm>
        </p:grpSpPr>
        <p:sp>
          <p:nvSpPr>
            <p:cNvPr id="7841" name="Google Shape;7841;p10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0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0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0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0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106"/>
          <p:cNvGrpSpPr/>
          <p:nvPr/>
        </p:nvGrpSpPr>
        <p:grpSpPr>
          <a:xfrm>
            <a:off x="2935672" y="2796278"/>
            <a:ext cx="449325" cy="450470"/>
            <a:chOff x="-19822675" y="4066875"/>
            <a:chExt cx="304050" cy="304825"/>
          </a:xfrm>
        </p:grpSpPr>
        <p:sp>
          <p:nvSpPr>
            <p:cNvPr id="7847" name="Google Shape;7847;p10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0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0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0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0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0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06"/>
          <p:cNvGrpSpPr/>
          <p:nvPr/>
        </p:nvGrpSpPr>
        <p:grpSpPr>
          <a:xfrm>
            <a:off x="5744740" y="1689571"/>
            <a:ext cx="399302" cy="449325"/>
            <a:chOff x="-17878825" y="3334400"/>
            <a:chExt cx="270200" cy="304050"/>
          </a:xfrm>
        </p:grpSpPr>
        <p:sp>
          <p:nvSpPr>
            <p:cNvPr id="7854" name="Google Shape;7854;p10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0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0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0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0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0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0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106"/>
          <p:cNvGrpSpPr/>
          <p:nvPr/>
        </p:nvGrpSpPr>
        <p:grpSpPr>
          <a:xfrm>
            <a:off x="5718565" y="2242416"/>
            <a:ext cx="451653" cy="451653"/>
            <a:chOff x="-17896150" y="3709300"/>
            <a:chExt cx="305625" cy="305625"/>
          </a:xfrm>
        </p:grpSpPr>
        <p:sp>
          <p:nvSpPr>
            <p:cNvPr id="7862" name="Google Shape;7862;p10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0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0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0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106"/>
          <p:cNvGrpSpPr/>
          <p:nvPr/>
        </p:nvGrpSpPr>
        <p:grpSpPr>
          <a:xfrm>
            <a:off x="5746495" y="2795686"/>
            <a:ext cx="395792" cy="451653"/>
            <a:chOff x="-17878025" y="4082625"/>
            <a:chExt cx="267825" cy="305625"/>
          </a:xfrm>
        </p:grpSpPr>
        <p:sp>
          <p:nvSpPr>
            <p:cNvPr id="7867" name="Google Shape;7867;p10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0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0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0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0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0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0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106"/>
          <p:cNvGrpSpPr/>
          <p:nvPr/>
        </p:nvGrpSpPr>
        <p:grpSpPr>
          <a:xfrm>
            <a:off x="2890388" y="3355015"/>
            <a:ext cx="450507" cy="423722"/>
            <a:chOff x="-16044450" y="3317850"/>
            <a:chExt cx="304850" cy="286725"/>
          </a:xfrm>
        </p:grpSpPr>
        <p:sp>
          <p:nvSpPr>
            <p:cNvPr id="7875" name="Google Shape;7875;p10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0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0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0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9" name="Google Shape;7879;p10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0" name="Google Shape;7880;p106"/>
          <p:cNvGrpSpPr/>
          <p:nvPr/>
        </p:nvGrpSpPr>
        <p:grpSpPr>
          <a:xfrm>
            <a:off x="8012905" y="2243724"/>
            <a:ext cx="373662" cy="449030"/>
            <a:chOff x="-16018450" y="4058400"/>
            <a:chExt cx="252850" cy="303850"/>
          </a:xfrm>
        </p:grpSpPr>
        <p:sp>
          <p:nvSpPr>
            <p:cNvPr id="7881" name="Google Shape;7881;p10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0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0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0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10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0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0" name="Shape 7890"/>
        <p:cNvGrpSpPr/>
        <p:nvPr/>
      </p:nvGrpSpPr>
      <p:grpSpPr>
        <a:xfrm>
          <a:off x="0" y="0"/>
          <a:ext cx="0" cy="0"/>
          <a:chOff x="0" y="0"/>
          <a:chExt cx="0" cy="0"/>
        </a:xfrm>
      </p:grpSpPr>
      <p:grpSp>
        <p:nvGrpSpPr>
          <p:cNvPr id="7891" name="Google Shape;7891;p107"/>
          <p:cNvGrpSpPr/>
          <p:nvPr/>
        </p:nvGrpSpPr>
        <p:grpSpPr>
          <a:xfrm>
            <a:off x="829817" y="1689241"/>
            <a:ext cx="442337" cy="419623"/>
            <a:chOff x="-6696925" y="3272575"/>
            <a:chExt cx="307200" cy="291425"/>
          </a:xfrm>
        </p:grpSpPr>
        <p:sp>
          <p:nvSpPr>
            <p:cNvPr id="7892" name="Google Shape;7892;p10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0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107"/>
          <p:cNvGrpSpPr/>
          <p:nvPr/>
        </p:nvGrpSpPr>
        <p:grpSpPr>
          <a:xfrm>
            <a:off x="829799" y="2204636"/>
            <a:ext cx="442373" cy="420775"/>
            <a:chOff x="-6690625" y="3631325"/>
            <a:chExt cx="307225" cy="292225"/>
          </a:xfrm>
        </p:grpSpPr>
        <p:sp>
          <p:nvSpPr>
            <p:cNvPr id="7895" name="Google Shape;7895;p10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0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0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0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0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107"/>
          <p:cNvGrpSpPr/>
          <p:nvPr/>
        </p:nvGrpSpPr>
        <p:grpSpPr>
          <a:xfrm>
            <a:off x="851921" y="2756972"/>
            <a:ext cx="421927" cy="419371"/>
            <a:chOff x="-6689825" y="3992050"/>
            <a:chExt cx="293025" cy="291250"/>
          </a:xfrm>
        </p:grpSpPr>
        <p:sp>
          <p:nvSpPr>
            <p:cNvPr id="7901" name="Google Shape;7901;p10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0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0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0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0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0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0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0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0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0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0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0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3" name="Google Shape;7913;p10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4" name="Google Shape;7914;p107"/>
          <p:cNvGrpSpPr/>
          <p:nvPr/>
        </p:nvGrpSpPr>
        <p:grpSpPr>
          <a:xfrm>
            <a:off x="3535232" y="2205192"/>
            <a:ext cx="423043" cy="419659"/>
            <a:chOff x="-4837325" y="3612425"/>
            <a:chExt cx="293800" cy="291450"/>
          </a:xfrm>
        </p:grpSpPr>
        <p:sp>
          <p:nvSpPr>
            <p:cNvPr id="7915" name="Google Shape;7915;p10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0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0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107"/>
          <p:cNvGrpSpPr/>
          <p:nvPr/>
        </p:nvGrpSpPr>
        <p:grpSpPr>
          <a:xfrm>
            <a:off x="3548265" y="2756826"/>
            <a:ext cx="420775" cy="419659"/>
            <a:chOff x="-4837325" y="3971575"/>
            <a:chExt cx="292225" cy="291450"/>
          </a:xfrm>
        </p:grpSpPr>
        <p:sp>
          <p:nvSpPr>
            <p:cNvPr id="7919" name="Google Shape;7919;p10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0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0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0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0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0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107"/>
          <p:cNvGrpSpPr/>
          <p:nvPr/>
        </p:nvGrpSpPr>
        <p:grpSpPr>
          <a:xfrm>
            <a:off x="6240279" y="1714185"/>
            <a:ext cx="430998" cy="369730"/>
            <a:chOff x="-3037625" y="3254850"/>
            <a:chExt cx="299325" cy="256775"/>
          </a:xfrm>
        </p:grpSpPr>
        <p:sp>
          <p:nvSpPr>
            <p:cNvPr id="7926" name="Google Shape;7926;p10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0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0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0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107"/>
          <p:cNvGrpSpPr/>
          <p:nvPr/>
        </p:nvGrpSpPr>
        <p:grpSpPr>
          <a:xfrm>
            <a:off x="6244239" y="2204615"/>
            <a:ext cx="423079" cy="420811"/>
            <a:chOff x="-3031325" y="3597450"/>
            <a:chExt cx="293825" cy="292250"/>
          </a:xfrm>
        </p:grpSpPr>
        <p:sp>
          <p:nvSpPr>
            <p:cNvPr id="7931" name="Google Shape;7931;p10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0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0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0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107"/>
          <p:cNvGrpSpPr/>
          <p:nvPr/>
        </p:nvGrpSpPr>
        <p:grpSpPr>
          <a:xfrm>
            <a:off x="6256714" y="2781214"/>
            <a:ext cx="421927" cy="370882"/>
            <a:chOff x="-3030525" y="3973150"/>
            <a:chExt cx="293025" cy="257575"/>
          </a:xfrm>
        </p:grpSpPr>
        <p:sp>
          <p:nvSpPr>
            <p:cNvPr id="7936" name="Google Shape;7936;p10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0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107"/>
          <p:cNvGrpSpPr/>
          <p:nvPr/>
        </p:nvGrpSpPr>
        <p:grpSpPr>
          <a:xfrm>
            <a:off x="1358307" y="3369426"/>
            <a:ext cx="421927" cy="297195"/>
            <a:chOff x="-1199300" y="3279250"/>
            <a:chExt cx="293025" cy="206400"/>
          </a:xfrm>
        </p:grpSpPr>
        <p:sp>
          <p:nvSpPr>
            <p:cNvPr id="7939" name="Google Shape;7939;p10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0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0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0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107"/>
          <p:cNvGrpSpPr/>
          <p:nvPr/>
        </p:nvGrpSpPr>
        <p:grpSpPr>
          <a:xfrm>
            <a:off x="1365393" y="1688773"/>
            <a:ext cx="444605" cy="420559"/>
            <a:chOff x="-6338550" y="3272950"/>
            <a:chExt cx="308775" cy="292075"/>
          </a:xfrm>
        </p:grpSpPr>
        <p:sp>
          <p:nvSpPr>
            <p:cNvPr id="7944" name="Google Shape;7944;p10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0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0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107"/>
          <p:cNvGrpSpPr/>
          <p:nvPr/>
        </p:nvGrpSpPr>
        <p:grpSpPr>
          <a:xfrm>
            <a:off x="1376732" y="2205194"/>
            <a:ext cx="421927" cy="419659"/>
            <a:chOff x="-6329100" y="3632100"/>
            <a:chExt cx="293025" cy="291450"/>
          </a:xfrm>
        </p:grpSpPr>
        <p:sp>
          <p:nvSpPr>
            <p:cNvPr id="7948" name="Google Shape;7948;p10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0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0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107"/>
          <p:cNvGrpSpPr/>
          <p:nvPr/>
        </p:nvGrpSpPr>
        <p:grpSpPr>
          <a:xfrm>
            <a:off x="1389783" y="2756828"/>
            <a:ext cx="419623" cy="419659"/>
            <a:chOff x="-6329875" y="3992050"/>
            <a:chExt cx="291425" cy="291450"/>
          </a:xfrm>
        </p:grpSpPr>
        <p:sp>
          <p:nvSpPr>
            <p:cNvPr id="7952" name="Google Shape;7952;p10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0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0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0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107"/>
          <p:cNvGrpSpPr/>
          <p:nvPr/>
        </p:nvGrpSpPr>
        <p:grpSpPr>
          <a:xfrm>
            <a:off x="4075920" y="1687530"/>
            <a:ext cx="423079" cy="423043"/>
            <a:chOff x="-4478975" y="3251700"/>
            <a:chExt cx="293825" cy="293800"/>
          </a:xfrm>
        </p:grpSpPr>
        <p:sp>
          <p:nvSpPr>
            <p:cNvPr id="7957" name="Google Shape;7957;p10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0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0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107"/>
          <p:cNvGrpSpPr/>
          <p:nvPr/>
        </p:nvGrpSpPr>
        <p:grpSpPr>
          <a:xfrm>
            <a:off x="4075920" y="2205192"/>
            <a:ext cx="423079" cy="419659"/>
            <a:chOff x="-4475825" y="3612425"/>
            <a:chExt cx="293825" cy="291450"/>
          </a:xfrm>
        </p:grpSpPr>
        <p:sp>
          <p:nvSpPr>
            <p:cNvPr id="7961" name="Google Shape;7961;p10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0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0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107"/>
          <p:cNvGrpSpPr/>
          <p:nvPr/>
        </p:nvGrpSpPr>
        <p:grpSpPr>
          <a:xfrm>
            <a:off x="4084992" y="2756844"/>
            <a:ext cx="428730" cy="419623"/>
            <a:chOff x="-4480550" y="3970800"/>
            <a:chExt cx="297750" cy="291425"/>
          </a:xfrm>
        </p:grpSpPr>
        <p:sp>
          <p:nvSpPr>
            <p:cNvPr id="7965" name="Google Shape;7965;p10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0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107"/>
          <p:cNvGrpSpPr/>
          <p:nvPr/>
        </p:nvGrpSpPr>
        <p:grpSpPr>
          <a:xfrm>
            <a:off x="6788826" y="1689221"/>
            <a:ext cx="415123" cy="419659"/>
            <a:chOff x="-2668225" y="3239075"/>
            <a:chExt cx="288300" cy="291450"/>
          </a:xfrm>
        </p:grpSpPr>
        <p:sp>
          <p:nvSpPr>
            <p:cNvPr id="7968" name="Google Shape;7968;p10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0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107"/>
          <p:cNvGrpSpPr/>
          <p:nvPr/>
        </p:nvGrpSpPr>
        <p:grpSpPr>
          <a:xfrm>
            <a:off x="6785982" y="2205191"/>
            <a:ext cx="420811" cy="419659"/>
            <a:chOff x="-2671375" y="3597450"/>
            <a:chExt cx="292250" cy="291450"/>
          </a:xfrm>
        </p:grpSpPr>
        <p:sp>
          <p:nvSpPr>
            <p:cNvPr id="7974" name="Google Shape;7974;p10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0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107"/>
          <p:cNvGrpSpPr/>
          <p:nvPr/>
        </p:nvGrpSpPr>
        <p:grpSpPr>
          <a:xfrm>
            <a:off x="6796765" y="2755691"/>
            <a:ext cx="423043" cy="421927"/>
            <a:chOff x="-2670575" y="3956600"/>
            <a:chExt cx="293800" cy="293025"/>
          </a:xfrm>
        </p:grpSpPr>
        <p:sp>
          <p:nvSpPr>
            <p:cNvPr id="7977" name="Google Shape;7977;p10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0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0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0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107"/>
          <p:cNvGrpSpPr/>
          <p:nvPr/>
        </p:nvGrpSpPr>
        <p:grpSpPr>
          <a:xfrm>
            <a:off x="3054285" y="3311947"/>
            <a:ext cx="426462" cy="418363"/>
            <a:chOff x="-1183550" y="3586525"/>
            <a:chExt cx="296175" cy="290550"/>
          </a:xfrm>
        </p:grpSpPr>
        <p:sp>
          <p:nvSpPr>
            <p:cNvPr id="7982" name="Google Shape;7982;p10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0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0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0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0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0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0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0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107"/>
          <p:cNvGrpSpPr/>
          <p:nvPr/>
        </p:nvGrpSpPr>
        <p:grpSpPr>
          <a:xfrm>
            <a:off x="1917896" y="1689799"/>
            <a:ext cx="420811" cy="418507"/>
            <a:chOff x="-5971525" y="3273750"/>
            <a:chExt cx="292250" cy="290650"/>
          </a:xfrm>
        </p:grpSpPr>
        <p:sp>
          <p:nvSpPr>
            <p:cNvPr id="7992" name="Google Shape;7992;p10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0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107"/>
          <p:cNvGrpSpPr/>
          <p:nvPr/>
        </p:nvGrpSpPr>
        <p:grpSpPr>
          <a:xfrm>
            <a:off x="1912226" y="2203826"/>
            <a:ext cx="432150" cy="422395"/>
            <a:chOff x="-5974675" y="3632100"/>
            <a:chExt cx="300125" cy="293350"/>
          </a:xfrm>
        </p:grpSpPr>
        <p:sp>
          <p:nvSpPr>
            <p:cNvPr id="7995" name="Google Shape;7995;p10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0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0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107"/>
          <p:cNvGrpSpPr/>
          <p:nvPr/>
        </p:nvGrpSpPr>
        <p:grpSpPr>
          <a:xfrm>
            <a:off x="1942267" y="2755694"/>
            <a:ext cx="395865" cy="421927"/>
            <a:chOff x="-5971525" y="3990475"/>
            <a:chExt cx="274925" cy="293025"/>
          </a:xfrm>
        </p:grpSpPr>
        <p:sp>
          <p:nvSpPr>
            <p:cNvPr id="7999" name="Google Shape;7999;p10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0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0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107"/>
          <p:cNvGrpSpPr/>
          <p:nvPr/>
        </p:nvGrpSpPr>
        <p:grpSpPr>
          <a:xfrm>
            <a:off x="4615473" y="1689798"/>
            <a:ext cx="420775" cy="418507"/>
            <a:chOff x="-4118225" y="3253275"/>
            <a:chExt cx="292225" cy="290650"/>
          </a:xfrm>
        </p:grpSpPr>
        <p:sp>
          <p:nvSpPr>
            <p:cNvPr id="8004" name="Google Shape;8004;p10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0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07"/>
          <p:cNvGrpSpPr/>
          <p:nvPr/>
        </p:nvGrpSpPr>
        <p:grpSpPr>
          <a:xfrm>
            <a:off x="4665924" y="2204922"/>
            <a:ext cx="319874" cy="420199"/>
            <a:chOff x="-4082800" y="3612425"/>
            <a:chExt cx="222150" cy="291825"/>
          </a:xfrm>
        </p:grpSpPr>
        <p:sp>
          <p:nvSpPr>
            <p:cNvPr id="8007" name="Google Shape;8007;p10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107"/>
          <p:cNvGrpSpPr/>
          <p:nvPr/>
        </p:nvGrpSpPr>
        <p:grpSpPr>
          <a:xfrm>
            <a:off x="4627372" y="2769876"/>
            <a:ext cx="420775" cy="393561"/>
            <a:chOff x="-4118225" y="3990475"/>
            <a:chExt cx="292225" cy="273325"/>
          </a:xfrm>
        </p:grpSpPr>
        <p:sp>
          <p:nvSpPr>
            <p:cNvPr id="8011" name="Google Shape;8011;p10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0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0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0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107"/>
          <p:cNvGrpSpPr/>
          <p:nvPr/>
        </p:nvGrpSpPr>
        <p:grpSpPr>
          <a:xfrm>
            <a:off x="7338026" y="1688087"/>
            <a:ext cx="394713" cy="421927"/>
            <a:chOff x="-2312225" y="3238300"/>
            <a:chExt cx="274125" cy="293025"/>
          </a:xfrm>
        </p:grpSpPr>
        <p:sp>
          <p:nvSpPr>
            <p:cNvPr id="8016" name="Google Shape;8016;p10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0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07"/>
          <p:cNvGrpSpPr/>
          <p:nvPr/>
        </p:nvGrpSpPr>
        <p:grpSpPr>
          <a:xfrm>
            <a:off x="7335742" y="2756825"/>
            <a:ext cx="423079" cy="419659"/>
            <a:chOff x="-2310650" y="3958175"/>
            <a:chExt cx="293825" cy="291450"/>
          </a:xfrm>
        </p:grpSpPr>
        <p:sp>
          <p:nvSpPr>
            <p:cNvPr id="8019" name="Google Shape;8019;p10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0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107"/>
          <p:cNvGrpSpPr/>
          <p:nvPr/>
        </p:nvGrpSpPr>
        <p:grpSpPr>
          <a:xfrm>
            <a:off x="4702603" y="3308459"/>
            <a:ext cx="424159" cy="419659"/>
            <a:chOff x="-1182750" y="3962900"/>
            <a:chExt cx="294575" cy="291450"/>
          </a:xfrm>
        </p:grpSpPr>
        <p:sp>
          <p:nvSpPr>
            <p:cNvPr id="8022" name="Google Shape;8022;p10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0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0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0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0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0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0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107"/>
          <p:cNvGrpSpPr/>
          <p:nvPr/>
        </p:nvGrpSpPr>
        <p:grpSpPr>
          <a:xfrm>
            <a:off x="2455739" y="1689223"/>
            <a:ext cx="424195" cy="419659"/>
            <a:chOff x="-5611575" y="3272950"/>
            <a:chExt cx="294600" cy="291450"/>
          </a:xfrm>
        </p:grpSpPr>
        <p:sp>
          <p:nvSpPr>
            <p:cNvPr id="8030" name="Google Shape;8030;p10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0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0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0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0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107"/>
          <p:cNvGrpSpPr/>
          <p:nvPr/>
        </p:nvGrpSpPr>
        <p:grpSpPr>
          <a:xfrm>
            <a:off x="2455739" y="2205770"/>
            <a:ext cx="424195" cy="418507"/>
            <a:chOff x="-5613150" y="3632900"/>
            <a:chExt cx="294600" cy="290650"/>
          </a:xfrm>
        </p:grpSpPr>
        <p:sp>
          <p:nvSpPr>
            <p:cNvPr id="8036" name="Google Shape;8036;p10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107"/>
          <p:cNvGrpSpPr/>
          <p:nvPr/>
        </p:nvGrpSpPr>
        <p:grpSpPr>
          <a:xfrm>
            <a:off x="7324977" y="2153586"/>
            <a:ext cx="420811" cy="522864"/>
            <a:chOff x="-2310650" y="3525775"/>
            <a:chExt cx="292250" cy="363125"/>
          </a:xfrm>
        </p:grpSpPr>
        <p:sp>
          <p:nvSpPr>
            <p:cNvPr id="8039" name="Google Shape;8039;p10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0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0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07"/>
          <p:cNvGrpSpPr/>
          <p:nvPr/>
        </p:nvGrpSpPr>
        <p:grpSpPr>
          <a:xfrm>
            <a:off x="2467638" y="2756270"/>
            <a:ext cx="424195" cy="420775"/>
            <a:chOff x="-5613150" y="3991275"/>
            <a:chExt cx="294600" cy="292225"/>
          </a:xfrm>
        </p:grpSpPr>
        <p:sp>
          <p:nvSpPr>
            <p:cNvPr id="8044" name="Google Shape;8044;p10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0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0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0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0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0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0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0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0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107"/>
          <p:cNvGrpSpPr/>
          <p:nvPr/>
        </p:nvGrpSpPr>
        <p:grpSpPr>
          <a:xfrm>
            <a:off x="5139126" y="1689438"/>
            <a:ext cx="434634" cy="419227"/>
            <a:chOff x="-3768700" y="3253275"/>
            <a:chExt cx="301850" cy="291150"/>
          </a:xfrm>
        </p:grpSpPr>
        <p:sp>
          <p:nvSpPr>
            <p:cNvPr id="8054" name="Google Shape;8054;p10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0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107"/>
          <p:cNvGrpSpPr/>
          <p:nvPr/>
        </p:nvGrpSpPr>
        <p:grpSpPr>
          <a:xfrm>
            <a:off x="5143209" y="2217090"/>
            <a:ext cx="426462" cy="395865"/>
            <a:chOff x="-3808700" y="3628950"/>
            <a:chExt cx="296175" cy="274925"/>
          </a:xfrm>
        </p:grpSpPr>
        <p:sp>
          <p:nvSpPr>
            <p:cNvPr id="8058" name="Google Shape;8058;p10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0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0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107"/>
          <p:cNvGrpSpPr/>
          <p:nvPr/>
        </p:nvGrpSpPr>
        <p:grpSpPr>
          <a:xfrm>
            <a:off x="5208420" y="2756412"/>
            <a:ext cx="419443" cy="420487"/>
            <a:chOff x="-3771675" y="3971775"/>
            <a:chExt cx="291300" cy="292025"/>
          </a:xfrm>
        </p:grpSpPr>
        <p:sp>
          <p:nvSpPr>
            <p:cNvPr id="8062" name="Google Shape;8062;p10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0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107"/>
          <p:cNvGrpSpPr/>
          <p:nvPr/>
        </p:nvGrpSpPr>
        <p:grpSpPr>
          <a:xfrm>
            <a:off x="7869864" y="1716461"/>
            <a:ext cx="420271" cy="320774"/>
            <a:chOff x="-1951475" y="3273100"/>
            <a:chExt cx="291875" cy="222775"/>
          </a:xfrm>
        </p:grpSpPr>
        <p:sp>
          <p:nvSpPr>
            <p:cNvPr id="8068" name="Google Shape;8068;p10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0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0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107"/>
          <p:cNvGrpSpPr/>
          <p:nvPr/>
        </p:nvGrpSpPr>
        <p:grpSpPr>
          <a:xfrm>
            <a:off x="7867344" y="2205191"/>
            <a:ext cx="425310" cy="419659"/>
            <a:chOff x="-1951475" y="3597450"/>
            <a:chExt cx="295375" cy="291450"/>
          </a:xfrm>
        </p:grpSpPr>
        <p:sp>
          <p:nvSpPr>
            <p:cNvPr id="8072" name="Google Shape;8072;p10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0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107"/>
          <p:cNvGrpSpPr/>
          <p:nvPr/>
        </p:nvGrpSpPr>
        <p:grpSpPr>
          <a:xfrm>
            <a:off x="7869595" y="2756825"/>
            <a:ext cx="444605" cy="419659"/>
            <a:chOff x="-1960150" y="3956600"/>
            <a:chExt cx="308775" cy="291450"/>
          </a:xfrm>
        </p:grpSpPr>
        <p:sp>
          <p:nvSpPr>
            <p:cNvPr id="8077" name="Google Shape;8077;p10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107"/>
          <p:cNvGrpSpPr/>
          <p:nvPr/>
        </p:nvGrpSpPr>
        <p:grpSpPr>
          <a:xfrm>
            <a:off x="1923633" y="3307636"/>
            <a:ext cx="420775" cy="420775"/>
            <a:chOff x="-804700" y="3226500"/>
            <a:chExt cx="292225" cy="292225"/>
          </a:xfrm>
        </p:grpSpPr>
        <p:sp>
          <p:nvSpPr>
            <p:cNvPr id="8080" name="Google Shape;8080;p10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0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0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0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0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107"/>
          <p:cNvGrpSpPr/>
          <p:nvPr/>
        </p:nvGrpSpPr>
        <p:grpSpPr>
          <a:xfrm>
            <a:off x="3003724" y="1688647"/>
            <a:ext cx="420775" cy="420811"/>
            <a:chOff x="-5251625" y="3272950"/>
            <a:chExt cx="292225" cy="292250"/>
          </a:xfrm>
        </p:grpSpPr>
        <p:sp>
          <p:nvSpPr>
            <p:cNvPr id="8088" name="Google Shape;8088;p10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0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0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107"/>
          <p:cNvGrpSpPr/>
          <p:nvPr/>
        </p:nvGrpSpPr>
        <p:grpSpPr>
          <a:xfrm>
            <a:off x="3000322" y="2204348"/>
            <a:ext cx="427578" cy="421351"/>
            <a:chOff x="-5254775" y="3631325"/>
            <a:chExt cx="296950" cy="292625"/>
          </a:xfrm>
        </p:grpSpPr>
        <p:sp>
          <p:nvSpPr>
            <p:cNvPr id="8092" name="Google Shape;8092;p10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0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0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0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0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0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0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107"/>
          <p:cNvGrpSpPr/>
          <p:nvPr/>
        </p:nvGrpSpPr>
        <p:grpSpPr>
          <a:xfrm>
            <a:off x="3016181" y="2756270"/>
            <a:ext cx="419659" cy="420775"/>
            <a:chOff x="-5251625" y="3991275"/>
            <a:chExt cx="291450" cy="292225"/>
          </a:xfrm>
        </p:grpSpPr>
        <p:sp>
          <p:nvSpPr>
            <p:cNvPr id="8100" name="Google Shape;8100;p10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0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0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0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107"/>
          <p:cNvGrpSpPr/>
          <p:nvPr/>
        </p:nvGrpSpPr>
        <p:grpSpPr>
          <a:xfrm>
            <a:off x="5756763" y="1689240"/>
            <a:ext cx="319874" cy="419623"/>
            <a:chOff x="-3365275" y="3253275"/>
            <a:chExt cx="222150" cy="291425"/>
          </a:xfrm>
        </p:grpSpPr>
        <p:sp>
          <p:nvSpPr>
            <p:cNvPr id="8106" name="Google Shape;8106;p10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107"/>
          <p:cNvGrpSpPr/>
          <p:nvPr/>
        </p:nvGrpSpPr>
        <p:grpSpPr>
          <a:xfrm>
            <a:off x="5730701" y="2204058"/>
            <a:ext cx="371998" cy="421927"/>
            <a:chOff x="-3383375" y="3611625"/>
            <a:chExt cx="258350" cy="293025"/>
          </a:xfrm>
        </p:grpSpPr>
        <p:sp>
          <p:nvSpPr>
            <p:cNvPr id="8109" name="Google Shape;8109;p10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0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107"/>
          <p:cNvGrpSpPr/>
          <p:nvPr/>
        </p:nvGrpSpPr>
        <p:grpSpPr>
          <a:xfrm>
            <a:off x="5793050" y="2756826"/>
            <a:ext cx="271097" cy="419659"/>
            <a:chOff x="-3347950" y="3971575"/>
            <a:chExt cx="188275" cy="291450"/>
          </a:xfrm>
        </p:grpSpPr>
        <p:sp>
          <p:nvSpPr>
            <p:cNvPr id="8112" name="Google Shape;8112;p10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0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0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107"/>
          <p:cNvGrpSpPr/>
          <p:nvPr/>
        </p:nvGrpSpPr>
        <p:grpSpPr>
          <a:xfrm>
            <a:off x="842909" y="3307061"/>
            <a:ext cx="371998" cy="421927"/>
            <a:chOff x="-1575775" y="3238300"/>
            <a:chExt cx="258350" cy="293025"/>
          </a:xfrm>
        </p:grpSpPr>
        <p:sp>
          <p:nvSpPr>
            <p:cNvPr id="8116" name="Google Shape;8116;p10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0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0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107"/>
          <p:cNvGrpSpPr/>
          <p:nvPr/>
        </p:nvGrpSpPr>
        <p:grpSpPr>
          <a:xfrm>
            <a:off x="2487807" y="3309051"/>
            <a:ext cx="423079" cy="424159"/>
            <a:chOff x="-1591550" y="3597475"/>
            <a:chExt cx="293825" cy="294575"/>
          </a:xfrm>
        </p:grpSpPr>
        <p:sp>
          <p:nvSpPr>
            <p:cNvPr id="8122" name="Google Shape;8122;p10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0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107"/>
          <p:cNvGrpSpPr/>
          <p:nvPr/>
        </p:nvGrpSpPr>
        <p:grpSpPr>
          <a:xfrm>
            <a:off x="4137277" y="3318663"/>
            <a:ext cx="421927" cy="399248"/>
            <a:chOff x="-1592325" y="3957400"/>
            <a:chExt cx="293025" cy="277275"/>
          </a:xfrm>
        </p:grpSpPr>
        <p:sp>
          <p:nvSpPr>
            <p:cNvPr id="8126" name="Google Shape;8126;p10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0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0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0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107"/>
          <p:cNvGrpSpPr/>
          <p:nvPr/>
        </p:nvGrpSpPr>
        <p:grpSpPr>
          <a:xfrm>
            <a:off x="3624147" y="3310744"/>
            <a:ext cx="369730" cy="420775"/>
            <a:chOff x="-778700" y="3612425"/>
            <a:chExt cx="256775" cy="292225"/>
          </a:xfrm>
        </p:grpSpPr>
        <p:sp>
          <p:nvSpPr>
            <p:cNvPr id="8131" name="Google Shape;8131;p10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0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0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0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0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0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107"/>
          <p:cNvGrpSpPr/>
          <p:nvPr/>
        </p:nvGrpSpPr>
        <p:grpSpPr>
          <a:xfrm>
            <a:off x="6095649" y="3828305"/>
            <a:ext cx="340731" cy="387641"/>
            <a:chOff x="7728464" y="1561258"/>
            <a:chExt cx="349719" cy="397866"/>
          </a:xfrm>
        </p:grpSpPr>
        <p:sp>
          <p:nvSpPr>
            <p:cNvPr id="8138" name="Google Shape;8138;p10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0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107"/>
          <p:cNvGrpSpPr/>
          <p:nvPr/>
        </p:nvGrpSpPr>
        <p:grpSpPr>
          <a:xfrm>
            <a:off x="4018617" y="3828305"/>
            <a:ext cx="387681" cy="387641"/>
            <a:chOff x="5611350" y="1561258"/>
            <a:chExt cx="397907" cy="397866"/>
          </a:xfrm>
        </p:grpSpPr>
        <p:sp>
          <p:nvSpPr>
            <p:cNvPr id="8141" name="Google Shape;8141;p10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0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0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0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107"/>
          <p:cNvGrpSpPr/>
          <p:nvPr/>
        </p:nvGrpSpPr>
        <p:grpSpPr>
          <a:xfrm>
            <a:off x="4537903" y="3925571"/>
            <a:ext cx="387610" cy="193109"/>
            <a:chOff x="6140660" y="1661097"/>
            <a:chExt cx="397835" cy="198202"/>
          </a:xfrm>
        </p:grpSpPr>
        <p:sp>
          <p:nvSpPr>
            <p:cNvPr id="8146" name="Google Shape;8146;p10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0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0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0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107"/>
          <p:cNvGrpSpPr/>
          <p:nvPr/>
        </p:nvGrpSpPr>
        <p:grpSpPr>
          <a:xfrm>
            <a:off x="5057118" y="3828305"/>
            <a:ext cx="387681" cy="387641"/>
            <a:chOff x="6669907" y="1561258"/>
            <a:chExt cx="397907" cy="397866"/>
          </a:xfrm>
        </p:grpSpPr>
        <p:sp>
          <p:nvSpPr>
            <p:cNvPr id="8151" name="Google Shape;8151;p10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0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0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0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107"/>
          <p:cNvGrpSpPr/>
          <p:nvPr/>
        </p:nvGrpSpPr>
        <p:grpSpPr>
          <a:xfrm>
            <a:off x="1942348" y="3885842"/>
            <a:ext cx="387681" cy="272572"/>
            <a:chOff x="3386036" y="1746339"/>
            <a:chExt cx="397907" cy="279762"/>
          </a:xfrm>
        </p:grpSpPr>
        <p:sp>
          <p:nvSpPr>
            <p:cNvPr id="8157" name="Google Shape;8157;p10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0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107"/>
          <p:cNvGrpSpPr/>
          <p:nvPr/>
        </p:nvGrpSpPr>
        <p:grpSpPr>
          <a:xfrm>
            <a:off x="2980045" y="3828288"/>
            <a:ext cx="387681" cy="387681"/>
            <a:chOff x="4417380" y="1687279"/>
            <a:chExt cx="397907" cy="397907"/>
          </a:xfrm>
        </p:grpSpPr>
        <p:sp>
          <p:nvSpPr>
            <p:cNvPr id="8160" name="Google Shape;8160;p10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0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07"/>
          <p:cNvGrpSpPr/>
          <p:nvPr/>
        </p:nvGrpSpPr>
        <p:grpSpPr>
          <a:xfrm>
            <a:off x="7926526" y="3308537"/>
            <a:ext cx="387661" cy="387661"/>
            <a:chOff x="2869999" y="1687279"/>
            <a:chExt cx="397887" cy="397887"/>
          </a:xfrm>
        </p:grpSpPr>
        <p:sp>
          <p:nvSpPr>
            <p:cNvPr id="8163" name="Google Shape;8163;p10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0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107"/>
          <p:cNvGrpSpPr/>
          <p:nvPr/>
        </p:nvGrpSpPr>
        <p:grpSpPr>
          <a:xfrm>
            <a:off x="2461634" y="3828664"/>
            <a:ext cx="386807" cy="386929"/>
            <a:chOff x="3902887" y="1687655"/>
            <a:chExt cx="397010" cy="397135"/>
          </a:xfrm>
        </p:grpSpPr>
        <p:sp>
          <p:nvSpPr>
            <p:cNvPr id="8166" name="Google Shape;8166;p10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0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107"/>
          <p:cNvGrpSpPr/>
          <p:nvPr/>
        </p:nvGrpSpPr>
        <p:grpSpPr>
          <a:xfrm>
            <a:off x="3499331" y="3828344"/>
            <a:ext cx="387681" cy="387681"/>
            <a:chOff x="4933458" y="1687279"/>
            <a:chExt cx="397907" cy="397907"/>
          </a:xfrm>
        </p:grpSpPr>
        <p:sp>
          <p:nvSpPr>
            <p:cNvPr id="8169" name="Google Shape;8169;p10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0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107"/>
          <p:cNvGrpSpPr/>
          <p:nvPr/>
        </p:nvGrpSpPr>
        <p:grpSpPr>
          <a:xfrm>
            <a:off x="5273586" y="3308775"/>
            <a:ext cx="387681" cy="387661"/>
            <a:chOff x="266768" y="1721375"/>
            <a:chExt cx="397907" cy="397887"/>
          </a:xfrm>
        </p:grpSpPr>
        <p:sp>
          <p:nvSpPr>
            <p:cNvPr id="8172" name="Google Shape;8172;p10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0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107"/>
          <p:cNvGrpSpPr/>
          <p:nvPr/>
        </p:nvGrpSpPr>
        <p:grpSpPr>
          <a:xfrm>
            <a:off x="7395588" y="3308924"/>
            <a:ext cx="387539" cy="386888"/>
            <a:chOff x="2408992" y="1722875"/>
            <a:chExt cx="397761" cy="397093"/>
          </a:xfrm>
        </p:grpSpPr>
        <p:sp>
          <p:nvSpPr>
            <p:cNvPr id="8175" name="Google Shape;8175;p10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0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107"/>
          <p:cNvGrpSpPr/>
          <p:nvPr/>
        </p:nvGrpSpPr>
        <p:grpSpPr>
          <a:xfrm>
            <a:off x="5576404" y="3828305"/>
            <a:ext cx="387641" cy="387641"/>
            <a:chOff x="7199196" y="1561258"/>
            <a:chExt cx="397866" cy="397866"/>
          </a:xfrm>
        </p:grpSpPr>
        <p:sp>
          <p:nvSpPr>
            <p:cNvPr id="8178" name="Google Shape;8178;p10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0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0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107"/>
          <p:cNvGrpSpPr/>
          <p:nvPr/>
        </p:nvGrpSpPr>
        <p:grpSpPr>
          <a:xfrm>
            <a:off x="6332282" y="3308537"/>
            <a:ext cx="387661" cy="387661"/>
            <a:chOff x="1379798" y="1723250"/>
            <a:chExt cx="397887" cy="397887"/>
          </a:xfrm>
        </p:grpSpPr>
        <p:sp>
          <p:nvSpPr>
            <p:cNvPr id="8182" name="Google Shape;8182;p10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0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0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0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107"/>
          <p:cNvGrpSpPr/>
          <p:nvPr/>
        </p:nvGrpSpPr>
        <p:grpSpPr>
          <a:xfrm>
            <a:off x="5801242" y="3308537"/>
            <a:ext cx="387641" cy="387661"/>
            <a:chOff x="864491" y="1723250"/>
            <a:chExt cx="397866" cy="397887"/>
          </a:xfrm>
        </p:grpSpPr>
        <p:sp>
          <p:nvSpPr>
            <p:cNvPr id="8187" name="Google Shape;8187;p10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0" name="Google Shape;8190;p10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1" name="Google Shape;8191;p107"/>
          <p:cNvGrpSpPr/>
          <p:nvPr/>
        </p:nvGrpSpPr>
        <p:grpSpPr>
          <a:xfrm>
            <a:off x="6568070" y="3827060"/>
            <a:ext cx="388966" cy="388966"/>
            <a:chOff x="1190625" y="238125"/>
            <a:chExt cx="5235075" cy="5235075"/>
          </a:xfrm>
        </p:grpSpPr>
        <p:sp>
          <p:nvSpPr>
            <p:cNvPr id="8192" name="Google Shape;8192;p10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0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4" name="Google Shape;8194;p10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8" name="Shape 8198"/>
        <p:cNvGrpSpPr/>
        <p:nvPr/>
      </p:nvGrpSpPr>
      <p:grpSpPr>
        <a:xfrm>
          <a:off x="0" y="0"/>
          <a:ext cx="0" cy="0"/>
          <a:chOff x="0" y="0"/>
          <a:chExt cx="0" cy="0"/>
        </a:xfrm>
      </p:grpSpPr>
      <p:pic>
        <p:nvPicPr>
          <p:cNvPr id="8199" name="Google Shape;8199;p10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Acid Wash Style Portfolio by Slidesgo">
  <a:themeElements>
    <a:clrScheme name="Simple Light">
      <a:dk1>
        <a:srgbClr val="020619"/>
      </a:dk1>
      <a:lt1>
        <a:srgbClr val="FDAEEA"/>
      </a:lt1>
      <a:dk2>
        <a:srgbClr val="8889E5"/>
      </a:dk2>
      <a:lt2>
        <a:srgbClr val="282BE4"/>
      </a:lt2>
      <a:accent1>
        <a:srgbClr val="F8FAFB"/>
      </a:accent1>
      <a:accent2>
        <a:srgbClr val="FFFFFF"/>
      </a:accent2>
      <a:accent3>
        <a:srgbClr val="FFFFFF"/>
      </a:accent3>
      <a:accent4>
        <a:srgbClr val="FFFFFF"/>
      </a:accent4>
      <a:accent5>
        <a:srgbClr val="FFFFFF"/>
      </a:accent5>
      <a:accent6>
        <a:srgbClr val="FFFFFF"/>
      </a:accent6>
      <a:hlink>
        <a:srgbClr val="0206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