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18442712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b18442712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b18442712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b18442712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b18442712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b18442712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b18442712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b18442712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b18442712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b18442712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b18442712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b18442712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b18442712e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b18442712e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b18442712e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b18442712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b18442712e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b18442712e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b18442712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b18442712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b18442712e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b18442712e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b18442712e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b18442712e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b18442712e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b18442712e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b18442712e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b18442712e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663c64f9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663c64f9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663c64f9d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663c64f9d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663c64f9d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663c64f9d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663c64f9d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663c64f9d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663c64f9d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663c64f9d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Tree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Linked List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713725" y="1152475"/>
            <a:ext cx="755100" cy="57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713725" y="1999050"/>
            <a:ext cx="755100" cy="57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713725" y="2977825"/>
            <a:ext cx="755100" cy="57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13725" y="3906025"/>
            <a:ext cx="755100" cy="57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6" name="Google Shape;66;p14"/>
          <p:cNvCxnSpPr>
            <a:stCxn id="62" idx="4"/>
            <a:endCxn id="63" idx="0"/>
          </p:cNvCxnSpPr>
          <p:nvPr/>
        </p:nvCxnSpPr>
        <p:spPr>
          <a:xfrm>
            <a:off x="1091275" y="1725175"/>
            <a:ext cx="0" cy="2739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" name="Google Shape;67;p14"/>
          <p:cNvCxnSpPr>
            <a:stCxn id="63" idx="4"/>
            <a:endCxn id="64" idx="0"/>
          </p:cNvCxnSpPr>
          <p:nvPr/>
        </p:nvCxnSpPr>
        <p:spPr>
          <a:xfrm>
            <a:off x="1091275" y="2571750"/>
            <a:ext cx="0" cy="406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4"/>
          <p:cNvCxnSpPr>
            <a:endCxn id="65" idx="0"/>
          </p:cNvCxnSpPr>
          <p:nvPr/>
        </p:nvCxnSpPr>
        <p:spPr>
          <a:xfrm>
            <a:off x="1091275" y="3552925"/>
            <a:ext cx="0" cy="3531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Tree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3629325" y="1152475"/>
            <a:ext cx="755100" cy="57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" name="Google Shape;76;p15"/>
          <p:cNvCxnSpPr>
            <a:stCxn id="75" idx="3"/>
            <a:endCxn id="77" idx="0"/>
          </p:cNvCxnSpPr>
          <p:nvPr/>
        </p:nvCxnSpPr>
        <p:spPr>
          <a:xfrm flipH="1">
            <a:off x="2602607" y="1641305"/>
            <a:ext cx="1137300" cy="4317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5"/>
          <p:cNvSpPr/>
          <p:nvPr/>
        </p:nvSpPr>
        <p:spPr>
          <a:xfrm>
            <a:off x="2225200" y="2072925"/>
            <a:ext cx="755100" cy="57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5241075" y="2072925"/>
            <a:ext cx="755100" cy="57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" name="Google Shape;79;p15"/>
          <p:cNvCxnSpPr>
            <a:stCxn id="75" idx="5"/>
            <a:endCxn id="78" idx="1"/>
          </p:cNvCxnSpPr>
          <p:nvPr/>
        </p:nvCxnSpPr>
        <p:spPr>
          <a:xfrm>
            <a:off x="4273843" y="1641305"/>
            <a:ext cx="1077900" cy="5154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5"/>
          <p:cNvCxnSpPr>
            <a:stCxn id="77" idx="3"/>
            <a:endCxn id="81" idx="0"/>
          </p:cNvCxnSpPr>
          <p:nvPr/>
        </p:nvCxnSpPr>
        <p:spPr>
          <a:xfrm flipH="1">
            <a:off x="1523982" y="2561755"/>
            <a:ext cx="811800" cy="6906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" name="Google Shape;81;p15"/>
          <p:cNvSpPr/>
          <p:nvPr/>
        </p:nvSpPr>
        <p:spPr>
          <a:xfrm>
            <a:off x="1146325" y="3252450"/>
            <a:ext cx="755100" cy="57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b="0" l="886" r="60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Applications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+"/>
            </a:pPr>
            <a:r>
              <a:rPr lang="en-GB"/>
              <a:t>Cay thu muc trong o dia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+"/>
            </a:pPr>
            <a:r>
              <a:rPr lang="en-GB"/>
              <a:t>Bieu thuc toan hoc ( ( a * b ) + c 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+"/>
            </a:pPr>
            <a:r>
              <a:rPr lang="en-GB"/>
              <a:t>Gia pha dong toc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+"/>
            </a:pPr>
            <a:r>
              <a:rPr lang="en-GB"/>
              <a:t>Tim kiem phan tu trong danh sach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+"/>
            </a:pPr>
            <a:r>
              <a:rPr lang="en-GB"/>
              <a:t>…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</a:t>
            </a:r>
            <a:r>
              <a:rPr lang="en-GB"/>
              <a:t>ân loại ( dựa trên số node con ) 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N</a:t>
            </a:r>
            <a:r>
              <a:rPr lang="en-GB"/>
              <a:t>-ary tree</a:t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3629325" y="1152475"/>
            <a:ext cx="755100" cy="57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4" name="Google Shape;104;p18"/>
          <p:cNvCxnSpPr>
            <a:stCxn id="103" idx="3"/>
            <a:endCxn id="105" idx="0"/>
          </p:cNvCxnSpPr>
          <p:nvPr/>
        </p:nvCxnSpPr>
        <p:spPr>
          <a:xfrm flipH="1">
            <a:off x="2602607" y="1641305"/>
            <a:ext cx="1137300" cy="4317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8"/>
          <p:cNvSpPr/>
          <p:nvPr/>
        </p:nvSpPr>
        <p:spPr>
          <a:xfrm>
            <a:off x="2225200" y="2072925"/>
            <a:ext cx="755100" cy="57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5241075" y="2072925"/>
            <a:ext cx="755100" cy="57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" name="Google Shape;107;p18"/>
          <p:cNvCxnSpPr>
            <a:stCxn id="103" idx="5"/>
            <a:endCxn id="106" idx="1"/>
          </p:cNvCxnSpPr>
          <p:nvPr/>
        </p:nvCxnSpPr>
        <p:spPr>
          <a:xfrm>
            <a:off x="4273843" y="1641305"/>
            <a:ext cx="1077900" cy="5154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8"/>
          <p:cNvCxnSpPr>
            <a:stCxn id="105" idx="3"/>
            <a:endCxn id="109" idx="0"/>
          </p:cNvCxnSpPr>
          <p:nvPr/>
        </p:nvCxnSpPr>
        <p:spPr>
          <a:xfrm flipH="1">
            <a:off x="1477482" y="2561755"/>
            <a:ext cx="858300" cy="6906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" name="Google Shape;109;p18"/>
          <p:cNvSpPr/>
          <p:nvPr/>
        </p:nvSpPr>
        <p:spPr>
          <a:xfrm>
            <a:off x="1099850" y="3252450"/>
            <a:ext cx="755100" cy="57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3976375" y="3252450"/>
            <a:ext cx="755100" cy="57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5464550" y="3252450"/>
            <a:ext cx="755100" cy="57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7115400" y="3252450"/>
            <a:ext cx="755100" cy="57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3" name="Google Shape;113;p18"/>
          <p:cNvCxnSpPr>
            <a:stCxn id="106" idx="3"/>
            <a:endCxn id="110" idx="0"/>
          </p:cNvCxnSpPr>
          <p:nvPr/>
        </p:nvCxnSpPr>
        <p:spPr>
          <a:xfrm flipH="1">
            <a:off x="4353857" y="2561755"/>
            <a:ext cx="997800" cy="6906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8"/>
          <p:cNvCxnSpPr>
            <a:stCxn id="106" idx="4"/>
            <a:endCxn id="111" idx="0"/>
          </p:cNvCxnSpPr>
          <p:nvPr/>
        </p:nvCxnSpPr>
        <p:spPr>
          <a:xfrm>
            <a:off x="5618625" y="2645625"/>
            <a:ext cx="223500" cy="6069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" name="Google Shape;115;p18"/>
          <p:cNvCxnSpPr>
            <a:stCxn id="106" idx="5"/>
            <a:endCxn id="112" idx="1"/>
          </p:cNvCxnSpPr>
          <p:nvPr/>
        </p:nvCxnSpPr>
        <p:spPr>
          <a:xfrm>
            <a:off x="5885593" y="2561755"/>
            <a:ext cx="1340400" cy="7746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Tam phân ( Ternary Tree ) 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63"/>
            <a:ext cx="4191000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Nhị phân ( Binary Tree ) </a:t>
            </a:r>
            <a:endParaRPr/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09600"/>
            <a:ext cx="3104575" cy="330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Dựa trên tính chất của cây 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00" y="1089575"/>
            <a:ext cx="9144003" cy="400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6025" y="954187"/>
            <a:ext cx="9144003" cy="3812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03555"/>
            <a:ext cx="9144003" cy="3862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3824"/>
            <a:ext cx="9144003" cy="3955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2125" y="602754"/>
            <a:ext cx="9144003" cy="3937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6022"/>
            <a:ext cx="9144003" cy="4272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Thao tác trên cây nhị phân 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Thêm 1 node vào cây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Xóa 1 node khỏi cây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Tìm kiếm trên cây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Duyệt cây theo 3 thứ tự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Tính chiều cao của cây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Tính tổng trên cây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8492"/>
            <a:ext cx="9143998" cy="4366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8105"/>
            <a:ext cx="9144003" cy="431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1928"/>
            <a:ext cx="9144003" cy="4299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8441"/>
            <a:ext cx="9144003" cy="4366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04068"/>
            <a:ext cx="9144003" cy="4335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